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Ten-minute recap, then sequences and straight-line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Topics. Keep recap to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re-teaching. Say each line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AP or GP here because it was not taught. Say only previously completed formulae.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today's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17. Define arithmetic progression, nth term and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18. a2 d3 T10 29 S10 155.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19. T10 43 S10 250.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20. a27 d-3 n10.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21. d-6 x16 y10.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22 MCQ.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23. a160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slides 24-25. Define GP, nth term and infinite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26. Include all four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27. Answer 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slides 28 and 32. Answer 2kq/3.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29. R+R/2+...=2R.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30 homework now solved. Charges q at 1,2,4,... Force ratio is 1/4.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31 homework now solved. 10/16=5/8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all four lines before beginning PW Class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5. Define graph, axes and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pages 5-6. y constant horizontal, x constant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7. A Q1, B Q2, C Q4, D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Pythagoras.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P(2,-1,0), Q(3,1,2), answer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Angle is measured anticlockwise from positive x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9. Any two points give same delta y/delta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10. Same angle means same 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pages 11-12. Use known tan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13. Acute positive, obtuse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14. Statement false. Slope equals tan theta.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15 left. Ratio root3 over 1/root3 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15 right. Reverse gives one-third.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16. Derive using point x,y and intercept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17. Compare with y=mx+c.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18. m=4/3. y at x=3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19. y=x/root3-2. x=2root3 gives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20. Rise/fall gives m. Crossing above/below origin gives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21. m=-1/root3. y=4/root3+5.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22. m=-root3.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23. Horizontal y=4. Vertical x=3.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24. Rise 4 run3 so slope 4/3.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25. Falling line. m=-3/4.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26. Read m and c, then mark intercept and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27. m=-1 c0; m=4/3 c=-5.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28. y=2x-1 cuts x at 1/2. y=-2x+4 cuts x at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29. Answers -4/3x-4 and -x+2.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30. Both slopes positive. Line1 c negative. Line2 c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31. Put point into y=mx+4. m=1.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32 question. Solve now: 3=2+c, c=1.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33. m=-2 c10.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34. v-t graph slope2 intercept -4, crosses 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35. PV=nRT. P=nR/V T, through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36. C/100=(K-273)/100, so C=K-273.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students to choose before showing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students to draw before showing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and two PW homework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say all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say y=mx+c, intercept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A.P., G.P. and Straight-Line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9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Last class in 10 minutes — trigonometry, max–min, phase and superposition formulae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Arithmetic progression — common difference, nth term and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Geometric progression — common ratio, nth term and infinite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Coordinates, distance and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Equation of straight line y = mx + c; slope and intercept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Draw lines and use them in velocity, ideal-gas and temperature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and superposition — formulae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phase = complete angle inside sin or 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phase difference: first make both sine or both cosine, then subtract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81E3F"/>
                </a:solidFill>
                <a:latin typeface="Aptos"/>
              </a:rPr>
              <a:t>a sin(ωt) + b cos(ωt) = R sin(ωt+φ)     R=√(a²+b²), tanφ=b/a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 sin(ωt) + 3 cos(ωt) = 5 sin(ωt + 37°)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Trigonometry and max–min — formulae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180° = π rad          arc = Rθ          θ must be radian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sin(A+B) = sinA cosB + cosA sinB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sinθ ≈ θ, tanθ ≈ θ, cosθ ≈ 1     for θ≤5°, θ in radian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859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32303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a sinθ + b cosθ has maximum √(a²+b²)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What we will learn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Arithmetic progression: identify d, find a term and calculate a sum.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Geometric progression: identify r, find a term and calculate an infinite sum.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Coordinates, distance and slope.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4. Equation and graph of a straight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— equal difference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Arithmetic progression is a sequence in which the difference between consecutive terms is always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a+d,  a+2d,  a+3d, 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Tₙ = a + (n−1)d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81E3F"/>
                </a:solidFill>
                <a:latin typeface="Aptos"/>
              </a:rPr>
              <a:t>Sₙ = n/2 [2a + (n−1)d]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= first term.  d = next term − previous term.  n =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example: 2, 5, 8, 11, 14,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a, d, the 10th term and the sum of the first 10 terms.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a=2          d=5−2=3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T₁₀ = 2 + 9(3) =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S₁₀ = 10/2 (2+29) = 5×31 = 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9689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T₁₀=29          S₁₀=155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Question: 7, 11, 15, 19,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10th term and sum of the first 10 terms.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a=7          d=4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T₁₀ = 7 + 9(4) =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S₁₀ = 10/2 (7+43) = 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10th term=43          sum=250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term of 27, 24, 21, ... is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Which term of the A.P. 27, 24, 21, ... is zero?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a=27          d=−3          Tₙ=0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0 = 27 + (n−1)(−3) = 30−3n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3n=30          n=10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The 10th term is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Question: 28, 22, x, y,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28, 22, x, y, 4 is an A.P. Find x and 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a=28          d=22−28=−6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x=T₃=28+2(−6)=16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y=T₄=28+3(−6)=10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x=16          y=10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Sum of first n natural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1+2+3+...+n.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3619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5448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n²/2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019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2024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n(n+1)/2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6771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860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28600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n(n−1)/2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3347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5176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51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n²(n+1)/6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a=1, d=1, last term=n          Sₙ=n/2(1+n)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78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Option 2     n(n+1)/2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Physics question: 25 tuning forks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25 frequencies form an increasing A.P. Difference=10 Hz; 25th frequency=400 Hz. Find the first.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T₂₅ = a + 24d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400 = a + 24(10)          a=400−240=160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First tuning-fork frequency = 160 Hz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G.P. — equal ratio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Geometric progression is a sequence in which the ratio of consecutive terms is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ar,  ar²,  ar³, 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Tₙ = arⁿ⁻¹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S∞ = a/(1−r), only if |r|&lt;1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 = any term ÷ previous term.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sequences are G.P.?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Check the ratio of consecutive terms. Which sequences are G.P.?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A.  2, 4, 8, 12, 24,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B.  2, 4, 8, 16, 32,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2374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C.  1, 1/2, 1/4, 1/8,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8094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D.  1, −1/2, 1/4, −1/8, 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5720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078992"/>
            <a:ext cx="27432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2936" y="107899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45919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45919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2,4,8,12,24,48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645919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645919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ratio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G.P.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12848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12848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2,4,8,16,32,64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212848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212848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779776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79776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1,1/2,1/4,1/8,...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779776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779776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S∞=2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46703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346703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1,−1/2,1/4,−1/8,...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346703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3346703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S∞=2/3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965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sequence is G.P. only if every consecutive ratio is the same.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G.P.: 1 + 1/3 + 1/9 +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1 + 1/3 + 1/9 + 1/27 +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a=1          r=1/3          |r|&lt;1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S∞ = a/(1−r) = 1/(1−1/3) = 1/(2/3)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S∞ = 3/2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Potential at origin — alternating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+q, −q, +q, ... are at x=1,2,4,8,... . Find potential at origin.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V = kq [1 − 1/2 + 1/4 − 1/8 + 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a=1          r=−1/2          S∞=1/[1−(−1/2)]=2/3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V = 2kq/3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resistance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Equivalent series blocks are R, R/2, R/4, R/8, ... . Find R_AB.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R_AB = R [1+1/2+1/4+1/8+...]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R_AB = R × 1/(1−1/2)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R_AB = 2R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Force on q₀ at the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Charges q lie at x=1,2,4,8,... . Find force on q₀ at origin.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F = kqq₀ [1/1² + 1/2² + 1/4² + 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 = kqq₀ [1 + 1/4 + 1/16 + ...] = kqq₀/(1−1/4)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|F| = 4kqq₀/3     (toward −x for like charges)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Fifth resistance when each is half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Five resistors are in series. Each resistance is half the previous. First is 10 Ω. Find the fifth.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a=10 Ω          r=1/2          T₅=ar⁴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R₅ = 10(1/2)⁴ = 10/16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R₅ = 5/8 Ω = 0.625 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and G.P. are now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A.P.:  Tₙ=a+(n−1)d          Sₙ=n/2[2a+(n−1)d]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G.P.:  Tₙ=arⁿ⁻¹          S∞=a/(1−r), |r|&lt;1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A.P. → constant difference          G.P. → constant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Use the difference for A.P. and the ratio for G.P.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— a picture of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graph is a diagram in which a line or curve shows the relation between two physical quantities.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x-axis: horizontal          y-axis: 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origin: O(0,0)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8770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O(0,0)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859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write the physical quantity and its unit on each axis.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Constant lines — do not swap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2          →          horizontal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changes but y stays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x = 3          →          vertical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changes but x stays 3.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889504"/>
            <a:ext cx="3383280" cy="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09760" y="2157984"/>
            <a:ext cx="0" cy="32918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21240" y="266090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8B4BE"/>
                </a:solidFill>
                <a:latin typeface="Aptos"/>
              </a:rPr>
              <a:t>y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1297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FFD646"/>
                </a:solidFill>
                <a:latin typeface="Aptos"/>
              </a:rPr>
              <a:t>x =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Locate four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Locate A(2,4), B(−2,3), C(4,−2), D(−1,−2).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2011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53619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2616" y="153619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 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153619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 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536192"/>
            <a:ext cx="1371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153619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quadrant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3911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3911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A(2,4)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2616" y="203911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203911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03911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203911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54203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54203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B(−2,3)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2616" y="254203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9896" y="254203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54203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254203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4495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4495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C(4,−2)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2616" y="304495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9896" y="304495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304495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7176" y="304495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54787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54787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D(−1,−2)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2616" y="354787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9896" y="354787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354787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7176" y="354787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51" name="Oval 50"/>
          <p:cNvSpPr/>
          <p:nvPr/>
        </p:nvSpPr>
        <p:spPr>
          <a:xfrm>
            <a:off x="9363456" y="246888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472" y="241401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53" name="Oval 52"/>
          <p:cNvSpPr/>
          <p:nvPr/>
        </p:nvSpPr>
        <p:spPr>
          <a:xfrm>
            <a:off x="7534656" y="274320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2672" y="268833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91209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2" y="442569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C</a:t>
            </a:r>
          </a:p>
        </p:txBody>
      </p:sp>
      <p:sp>
        <p:nvSpPr>
          <p:cNvPr id="57" name="Oval 56"/>
          <p:cNvSpPr/>
          <p:nvPr/>
        </p:nvSpPr>
        <p:spPr>
          <a:xfrm>
            <a:off x="799185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9872" y="442569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formula — two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P₁(x₁,y₁) and P₂(x₂,y₂), make a right triangle using horizontal and vertical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Δx = x₂ − x₁          Δy = y₂ − y₁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081E3F"/>
                </a:solidFill>
                <a:latin typeface="Aptos"/>
              </a:rPr>
              <a:t>P₁P₂ = √[(x₂−x₁)² + (y₂−y₁)²]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Keep each difference inside a bracket before squaring.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in three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distance between P(2,−1,0) and Q(3,1,2).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PQ = √[(x₂−x₁)² + (y₂−y₁)² + (z₂−z₁)²]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PQ = √[(3−2)² + (1+1)² + (2−0)²]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PQ = √(1 + 4 + 4) = √9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Distance = 3 units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— rise divided by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Slope tells how quickly y changes when x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m = slope = tan θ = Δy/Δx = (y₂−y₁)/(x₂−x₁)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is the angle made by the line with the positive x-axis, measured anticlockwise.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 straight line has the same slope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any two points A and B on one straight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m_AB = (y_B−y_A)/(x_B−x_A)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another pair C and D. The answer is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m_AB = m_CD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32320" y="2249424"/>
            <a:ext cx="3200400" cy="265176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2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is special to a straight line. A curve generally has changing slope.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Parallel straight lines have equal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Parallel lines make the same angle θ with the positive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m₁ = tan θ          m₂ = tan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parallel lines  →  m₁ = m₂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223760" y="2432304"/>
            <a:ext cx="2743200" cy="210312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72400" y="3072384"/>
            <a:ext cx="2743200" cy="210312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values you must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7432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78992"/>
            <a:ext cx="3657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tan 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078992"/>
            <a:ext cx="45720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07899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feel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8191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8191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0°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58191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58191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58191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58191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horizontal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8483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8483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30°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08483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08483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08483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08483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8775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8775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37°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58775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58775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3/4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258775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258775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9067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9067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53°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09067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09067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09067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309067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steeper rise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59359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59359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90°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59359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359359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defined / infinite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359359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1736" y="359359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vertical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09651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409651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120°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409651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74136" y="409651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409651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409651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59943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59943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150°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59943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4136" y="459943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459943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1736" y="459943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fall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 of slope from the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534924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5020055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0° &lt; θ &lt; 90°     →     m &gt;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78992"/>
            <a:ext cx="544068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25295"/>
            <a:ext cx="511149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90° &lt; θ &lt; 180°     →     m &lt;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= 0°  →  m = 0          θ = 90°  →  vertical slope is not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rising line has positive slope. A falling line has negative slope.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MR exam trap — slope is not the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“The angle made by a straight line with +x-axis is called slope.” True or false?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angle =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slope =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False — slope is tan θ, not θ.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60° line and 30°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Line A makes 60° and line B makes 30° with +x-axis. Find m_A/m_B.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m_A/m_B = tan60°/tan30°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m_A/m_B = √3 ÷ (1/√3)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3 :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30° line and 60°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Now line A makes 30° and line B makes 60°. Find m_A/m_B.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m_A/m_B = tan30°/tan60°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m_A/m_B = (1/√3) ÷ √3 = 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1 :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Equation of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non-vertical straight line can be written in slope-intercept 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 = value of y when x=0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m and c are fixed for one straight line. x and y change from point to point.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Read slope and y-intercept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First arrange the equation so y is alone. Then compare term by 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(4/3)x + 4          →          m = 4/3, c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−√3 x − 4          →          m = −√3, c = 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constant c is where the line cuts the y-axis, not the x-axis.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4 and θ =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line cuts the y-axis at 4 and makes 53° with +x-axis. Write its equation and find y at x=3.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tan53° = 4/3          c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(4/3)x + 4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at x=3:  y = (4/3)(3) + 4 =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Equation: y=(4/3)x+4          y(3)=8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−2 and θ = 30°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cuts y-axis at −2 and makes 30°. Write its equation. Find y at x=2√3.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tan30° = 1/√3          c = 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x/√3 − 2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y(2√3) = 2√3/√3 − 2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x/√3 − 2          y(2√3)=0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Signs of m and c — four quick pictures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07899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5896" y="107899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y-axis crossing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57816" y="107899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above origin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167335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167335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7816" y="167335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above origin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6" y="226771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26771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7816" y="226771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6207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below origin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286207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286207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6" y="286207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45643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below origin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62856" y="345643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25896" y="345643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7816" y="345643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1538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use where the line cuts the x-axis to decide c.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5, θ = 150°, x = −4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has y-intercept 5 and angle 150°. Write its equation and find y at x=−4.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tan150° = −1/√3          c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−x/√3 + 5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y(−4) = 4/√3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−x/√3 + 5          y(−4)=5+4/√3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−4 and θ =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cuts the y-axis at −4 and makes angle 120°. Write its equation.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tan120° = −√3          c = −4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y = mx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−√3 x − 4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Horizontal and vertical line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horizontal through (0,4):  m=0, c=4  →  y=4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vertical through (3,0):  x=3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vertical line cannot be written as y=mx+c because its slope is not defined.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x-cut = −3, y-cut =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−3 and y-axis at 4. Write its equation.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 = 4          m = rise/run = 4/3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(4/3)x + 4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x-cut = 4, y-cut =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4 and y-axis at 3. Write its equation.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 = 3          m = (0−3)/(4−0) = −3/4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−(3/4)x + 3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two straight-line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 y = √3x + 4  and  y = x. First identify m and c for each line.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y=√3x+4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449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Method: mark (0,c), use the angle or rise/run, then extend the straight line.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two more straight-line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 y = −x  and  y = (4/3)x − 5. First identify m and c.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 through origin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y=(4/3)x−5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rises from below 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Negative c does not automatically mean negative slope. m and c tell different things.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Find intercepts before drawing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 y=2x−1  and  y=−2x+4.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36576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48132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48132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y-intercept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7416" y="148132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x-intercept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481328"/>
            <a:ext cx="23774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48132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75688"/>
            <a:ext cx="36576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7568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y=2x−1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07568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07568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075688"/>
            <a:ext cx="23774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07568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70048"/>
            <a:ext cx="36576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67004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y=−2x+4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267004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267004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2670048"/>
            <a:ext cx="23774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67004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x-intercept, put y=0. For y-intercept, put x=0.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to y = mx + c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Write each in slope-intercept form.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(1)  x/3 + y/4 + 1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y/4 = −x/3 − 1          y = −(4/3)x − 4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m=−4/3, c=−4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(2)  (y−3)+(x−4)+5=0  →  x+y−2=0  →  y=−x+2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m=−1, c=2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Compare two lines without drawing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Two lines both rise. Line 1 crosses y-axis below origin; line 2 crosses above. State signs of m and c.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9343"/>
            <a:ext cx="27432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609343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609343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609343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intercept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49424"/>
            <a:ext cx="27432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4942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24942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24942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negative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889504"/>
            <a:ext cx="27432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88950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88950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88950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12463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Both m are +ve. Only line 2 has +ve c.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Y-intercept 4 and point (2,6)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with y-intercept 4 passing through (2,6). Find its equation.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c=4          6 = m(2)+4          2m=2          m=1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Point (2,3) and slope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passing through (2,3) with slope 1. Find its equation.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y=mx+c          3=1(2)+c          c=1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Line through (3,4) and (2,6)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equation of the straight line through (3,4) and (2,6).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(6−4)/(2−3) = 2/(−1) = 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4 = −2(3)+c          c=10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−2x + 10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Physics graph: v = 2t − 4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Velocity is v=2t−4. Draw the velocity–time graph.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compare v=mt+c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slope = 2          v-intercept = −4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v=0  →  2t−4=0  →  t=2 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21040" y="2157984"/>
            <a:ext cx="2011680" cy="301752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596896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The line crosses the time-axis at 2 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Ideal gas: P versus T at constant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PV=nRT and volume is constant, draw P versus 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P = (nR/V)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m = nR/V &gt; 0          c=0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 it is a rising straight line through the origin.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503920" y="2249424"/>
            <a:ext cx="1645920" cy="155448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Celsius and kelvin —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Given  C/100 = (K−273)/100, draw C versus K.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Step 1:  C = K − 273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slope = 1          C-intercept = −273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C=0 at K=273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21040" y="2432304"/>
            <a:ext cx="2011680" cy="274320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Intercept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Find the equation of the line whose x-intercept is +4 and y-intercept is +5.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4591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6420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5x + 4y − 20 = 0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1167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2996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− 20 = 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7743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9572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4y − 5x = −20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6148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+ 20 = 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Use the two points (4,0) and (0,5).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x/4 + y/5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Multiply by 20:  5x + 4y =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Answer: 5x + 4y − 20 = 0     (Option 1)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four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graph between y and x for each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(i)   y = √3x + 4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(ii)  y = −x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(iii) y = |x|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1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(iv)  x/3 + y/4 + 1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478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each graph, mark at least two correct points.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Graphs (i) and (ii)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(i) y=√3x+4:  m=√3, c=4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(0,4) and (1,4+√3), then join them with a straight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(ii) y=−x:  m=−1, c=0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(0,0) and (1,−1), then join them with a straight line.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Graphs (iii) and (iv)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(iii) y=|x|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(−1,1), (0,0) and (1,1). Join them to make a V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(iv) y=−(4/3)x−4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(0,−4) and (−3,0), then join them with a straight line.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Copy every solved question once in your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Solve the intercept MCQ and four graph questions on rough pages.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Coordinates, distance and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distance₂D = √[(x₂−x₁)² + (y₂−y₁)²]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distance₃D = √[(x₂−x₁)² + (y₂−y₁)² + (z₂−z₁)²]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7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75103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m = tanθ = Δy/Δx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rising → m positive       falling → m negative       horizontal → 0       vertical → undefined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Straight-line lock-lines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x-intercept: put y=0          y-intercept: put x=0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parallel lines have equal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Slope is tanθ, not θ. A vertical line is x=constant.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