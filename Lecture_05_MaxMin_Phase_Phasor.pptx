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Last class stopped at L04 slide 55. Recap formulae 10 min. Then leftover max-min and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Recap 10 min. Then leftover from L04 slide 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 They say the lines. Do not re-derive. Last class stopped at 4 sin 3θ.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ASTC steps. ymax of A sin nθ is |A| at nθ=90. Last board was 4 sin 3θ.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sin2θ max at 2θ=90, θ=45. Rmax=u²/g. This is where last class stopped.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3sin+4sin=7sin. ymax=7 at 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3+2sin: 5 and 1. 3+4sin: 7 and −1. 3sin−4: −1 and −7.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Amplitude is √(a²+b²). They cannot both be +1 at the same 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√25=5. min −5.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Bigger denominator, smaller fraction. ymin mag = 4/√13.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5, √13, 6 and −4, 3 and −1,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Hour 1 leftover max-min done. Hour 2: phase, phasor, 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Phase is the whole argument. Used later in SHM, waves, AC, optics, EM,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Same ratio. Δφ = φ2 − φ1. Plus is lead. Minus is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+30 − (−60) = 90. Phasor: +30 and −60 on the sin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cos(ωt−90)=sin(ωt). Δφ=0. Naked subtract gives a fake 90°.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cos(ωt+π/2)= −sin(ωt). Δφ=180°.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150° and 135°. Then 30° leftover as a one-liner.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Convert V to sine. 90−(−30)=120=2π/3.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I=sin(ωt−π/2). Δφ=π/3.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d = 40(√3 − 1/√3)=80/√3.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sin75=cos15. 2(1+sin30)=3.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θ=30. √3(√3/2 + 2/√3)=7/2. Option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cos=2/3. tan=√5/2. sec=3/2. Answer √5/2 + 6.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Range of tan⁻¹ is (−π/2, π/2). Only π/4. Not 5π/4.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last-class homework. Read each answer. Convert cosine to sine before comparing.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Same omega. Horizontal sine coefficient a, vertical cosine coefficient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R=5. tan phi=3/4, phi about 37 degrees.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Both 4. R=4 root2. tan phi=1, phi=45.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pages 15-16. Normal is perpendicular to incline. Alternate angles are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lines give alpha 30 and gamma 60. Triangle gives beta 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Arithmetic progression has constant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a=2, d=3, T10=29, S10=155.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a=7 d=4 T10=43 S10=250.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a=27 d=-3. Set Tn=0. n=10.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d=-6. x=16 y=10.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1 to n has a=1 d=1 last term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25 terms, d=10, T25=400. a=160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Geometric progression has constant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First not GP. Second r=2. Third r=1/2. Fourth r=-1/2.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Sum 1+1/2+...=2. Alternating sum=2/3. Odd reciprocal powers sum=3/2.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Distances 1,2,4,... signs alternate. V=kq(1-1/2+...) = 2kq/3.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Read. Effective series blocks are R, R/2, R/4,... Sum=2R.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Independent on x, dependent on y. Axes and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y=2 horizontal. x=constant vertical.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Copy. Draw horizontal and vertical differences. Pythagoras.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reveal answers. These are the three homework questions from PW pages 30-32.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test before next lecture. AP and GP formulae ten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both boxes. Do not add a and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 Write here if a question needs more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function first. Then subtract. Fake 90° if you skip the convert.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say all five lines. Homework is three PW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44068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2247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·  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·   2026–27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151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15184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29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Last-week formulae, then PW Lecture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—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8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Last week in 10 minutes  —  lock-lines only, no new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Last class stopped at slide 55.  Today starts from slide 56  —  projectile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Finish maximum–minimum, then PW phase / phasor and superposition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PW Lecture 04  —  angle tool, arithmetic progression and geometric progression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Physics uses of G.P.  —  electric potential and repeating resistance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Graph basics  —  axes, constant lines and distance between two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10-MINUTE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Last week — lock-lines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Last class stopped at slide 55.  Today we do not re-teach that board.  Say these lines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180°  =  π rad          Arc  =  R θ          (θ in radian)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(A + B)  =  sin A cos B  +  cos A sin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(A + B)  =  cos A cos B  −  sin A sin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θ  ≈  θ      tan θ  ≈  θ      cos θ  ≈  1      (θ in radian,  θ ≤ 5°)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358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sin 2° is not 2. Convert first:  2 × (π/180)  =  π/90.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10-MINUTE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ASTC and the max–min we already locked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1.  Sign from ASTC.     2.  Function changes at 90° and 270° only.     3.  sin ↔ 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(sin θ)max  =  +1  at  90°          (sin θ)min  =  −1  at  270°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y  =  A sin (nθ)          ymax  =  |A|          at  nθ  =  90°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Last board, slide 55:   y  =  4 sin (3θ)   →   ymax  =  4     at     θ  =  30°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set θ = 90°. The sine is of 3θ. Divide 90° by 3.  We start from slide 56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LEFTOVER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Last class, slide 56 — range of a projectile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Last class, slide 56.  If  R  =  u² sin(2θ) / g,  with u and g constant, find θ at which R is maximum.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Rmax when  sin(2θ)  is maximum,  so  sin(2θ)  =  1          2θ  =  90°          θ  =  45°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θ  =  45°          Rmax  =  u² /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This is why a level-ground projectile goes farthest at 45°.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Add like sines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If  y  =  3 sin θ  +  4 sin θ,  find ymax.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  =  7 sin θ          ymax  =  7 × 1  =  7          at  θ  = 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ymax  = 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open √(3²+4²) here. Both terms are sine of the same angle. Add the 3 and the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 constant sitting next to the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ymax and ymin.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y  =  3 + 2 sin θ          ymax  =  3 + 2(1)  =  5          ymin  =  3 + 2(−1)  =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y  =  3 + 4 sin θ          ymax  =  7          ymin  =  3 − 4  =  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y  =  3 sin θ − 4          ymax  =  3 − 4  =  −1          ymin  =  −3 − 4  =  −7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 + 2 sin θ  →  5  and  1          3 + 4 sin θ  →  7  and  −1          3 sin θ − 4  →  −1  and  −7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When sine and cosine are added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sin θ and cos θ do not peak together. The combined amplitude is the hypotenuse of a and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y  =  a sin θ  +  b cos θ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ymax  =  + √(a² + b²)          ymin  =  − √(a² + b²)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59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write ymax = a + b. That would need sin = 1 and cos = 1 at the same instant, which never happens.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  =  3 sin θ  +  4 cos 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If  y  =  3 sin θ  +  4 cos θ,  find ymax and ymin.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ymax  =  √(3² + 4²)  =  √(9 + 16)  =  √25  =  +5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ymin  =  −5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ymax  =  +5          ymin  =  −5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Minimum magnitude of a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If  y  =  4 / (3 sin θ + 2 cos θ),  find the minimum magnitude of 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4/10 = 0.4.   4/100 = 0.04.   A larger denominator makes a smaller positive fraction.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ymin  =  4  /  (3 sin θ + 2 cos θ)max  =  4 / √(3² + 2²)  =  4 / √13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7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minimum magnitude  =  4 / √13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Five max–min — every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maximum and minimum of each.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44752"/>
            <a:ext cx="77724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44752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444752"/>
            <a:ext cx="384048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1444752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444752"/>
            <a:ext cx="320040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6" y="1444752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ymax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444752"/>
            <a:ext cx="320040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5" y="1444752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883664"/>
            <a:ext cx="7772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1883664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1883664"/>
            <a:ext cx="38404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8176" y="1883664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 sin θ + 3 cos 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1883664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1883664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√(16+9)  = 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883664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5" y="1883664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322576"/>
            <a:ext cx="7772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322576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(b)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2322576"/>
            <a:ext cx="38404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8176" y="2322576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 sin θ − 3 cos 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2322576"/>
            <a:ext cx="32004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8656" y="2322576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√(4+9)  =  √13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322576"/>
            <a:ext cx="32004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5" y="2322576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−√13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761488"/>
            <a:ext cx="7772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2761488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(c)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2761488"/>
            <a:ext cx="38404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08176" y="2761488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 + 5 sin 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2761488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48656" y="276148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1+5  =  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2761488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5" y="276148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1−5  =  −4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200400"/>
            <a:ext cx="7772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3200400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(d)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3200400"/>
            <a:ext cx="38404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08176" y="3200400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1 − 2 sin 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3200400"/>
            <a:ext cx="32004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48656" y="3200400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1−2(−1)  = 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3200400"/>
            <a:ext cx="32004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49055" y="3200400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1−2(1)  =  −1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3639312"/>
            <a:ext cx="7772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3639312"/>
            <a:ext cx="7040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(e)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3639312"/>
            <a:ext cx="38404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08176" y="3639312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5 sin θ − 12 cos 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80" y="3639312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8656" y="3639312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√(25+144)  =  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3639312"/>
            <a:ext cx="32004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49055" y="3639312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840" b="1">
                <a:solidFill>
                  <a:srgbClr val="FFD646"/>
                </a:solidFill>
                <a:latin typeface="Aptos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409CFF"/>
                </a:solidFill>
                <a:latin typeface="Aptos"/>
              </a:rPr>
              <a:t>Max–min leftover is done.  Next: phase and phasor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Phase is the angle inside the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Phase is the angle sitting inside the trigonometric function. Not the 4 in front.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θ                         phase  = 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(θ + α)                   phase  =  θ + 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sin (ωt + α + 90°)            phase  =  ωt + α + 90°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578608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081E3F"/>
                </a:solidFill>
                <a:latin typeface="Aptos"/>
              </a:rPr>
              <a:t>Later:  AC,  SHM,  waves,  wave optics,  EM waves,  vectors.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Phase difference — same function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Angle difference between two of the same trigonometric function is called phase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y1  =  sin θ                         φ1  = 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y2  =  sin (θ + 60°)                 φ2  =  θ + 60°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Δφ  =  φ2 − φ1  =  +60°     (y2 leads y1)          Δφ  =  φ1 − φ2  =  −60°     (lag)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subtract a cosine phase from a sine phase until both are written as the same ratio.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y1 leads y2 by 90°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the phase difference.   y1  =  sin (ωt + 30°)     y2  =  sin (ωt − 60°)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18120" y="3108960"/>
            <a:ext cx="2834640" cy="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235440" y="1691640"/>
            <a:ext cx="0" cy="283464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0" y="31638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sin (ωt)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8592" y="16733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0" y="2468880"/>
            <a:ext cx="1097280" cy="640080"/>
          </a:xfrm>
          <a:prstGeom prst="line">
            <a:avLst/>
          </a:prstGeom>
          <a:ln w="28575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35440" y="3108960"/>
            <a:ext cx="640080" cy="1097280"/>
          </a:xfrm>
          <a:prstGeom prst="line">
            <a:avLst/>
          </a:prstGeom>
          <a:ln w="28575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41280" y="22402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D646"/>
                </a:solidFill>
                <a:latin typeface="Aptos"/>
              </a:rPr>
              <a:t>y1  +30°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42245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FFD646"/>
                </a:solidFill>
                <a:latin typeface="Aptos"/>
              </a:rPr>
              <a:t>y2  −60°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9443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D680"/>
                </a:solidFill>
                <a:latin typeface="Aptos"/>
              </a:rPr>
              <a:t>90°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581912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Δφ  =  φ1 − φ2  =  (ωt + 30°)  −  (ωt − 60°)  =  90°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039112"/>
            <a:ext cx="6949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Δφ  =  90°     —  y1 is ahead of y2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Convert to the same ratio, or the answer is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Δφ.   y1  =  3 cos (ωt − 90°)     y2  =  4 sin (ωt)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Δφ  =  ωt − (ωt − 90°)  =  90°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first write both as sine (or both as cosine)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(ωt − 90°)  =  sin ωt          so          y1  =  3 sin (ωt)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Δφ  =  0     —  they are in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minus cosine is a sine with a shift. Convert, then subtract.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cos (ωt + π/2)  points opposite to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Δφ.   y1  =  3 sin (ωt)     y2  =  4 cos (ωt + π/2)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cos (ωt + π/2)  =  − sin (ωt)          so          y2  =  − 4 sin (ωt)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Δφ  =  180°     =     π rad     —  opposite on the phasor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4480560"/>
            <a:ext cx="2468880" cy="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3246120"/>
            <a:ext cx="0" cy="2468880"/>
          </a:xfrm>
          <a:prstGeom prst="line">
            <a:avLst/>
          </a:prstGeom>
          <a:ln w="22225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77840" y="45354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sin (ωt)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32278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cos (ωt)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4480560"/>
            <a:ext cx="1188720" cy="0"/>
          </a:xfrm>
          <a:prstGeom prst="line">
            <a:avLst/>
          </a:prstGeom>
          <a:ln w="28575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206240" y="4480560"/>
            <a:ext cx="1188720" cy="0"/>
          </a:xfrm>
          <a:prstGeom prst="line">
            <a:avLst/>
          </a:prstGeom>
          <a:ln w="28575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46520" y="4224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D646"/>
                </a:solidFill>
                <a:latin typeface="Aptos"/>
              </a:rPr>
              <a:t>y1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4224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5AD680"/>
                </a:solidFill>
                <a:latin typeface="Aptos"/>
              </a:rPr>
              <a:t>y2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Two more phase differences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(1)  x1 = A cos(ωt − π/2)     y2 = A cos(ωt + π/3)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Same function already.   Δφ  =  (ωt + π/3) − (ωt − π/2)  =  5π/6  =  150°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(1)   Δφ  =  150°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(2)  y1 = 4 sin(θ + π/4)     y2 = 3 sin(θ − π/2)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004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Δφ  =  (θ + π/4) − (θ − π/2)  =  π/4 + π/2  =  135°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2724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(2)   Δφ  =  135°          Also:  y1 = 4 sin(θ+π/3), y2 = 3 sin(θ+π/6)  →  30°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AC current and voltage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  =  I0 sin(ωt − 30°)     V  =  V0 cos(ωt).   Find the phase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V  =  V0 cos(ωt)  =  V0 sin(ωt + 90°)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Δφ  =  90° − (−30°)  =  120°  =  2π/3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Δφ  =  2π/3     —  voltage leads current by 120°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Negative cosine is a shifted 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  =  − I0 cos(ωt)     V  =  V0 sin(ωt − π/6).   Find Δφ.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5448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7276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2π/3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3852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3852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π/3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28600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042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0428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π/6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5176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7004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7004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5π/6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906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− cos(ωt)  =  sin(ωt − π/2)          Δφ  =  (−π/6) − (−π/2)  =  π/3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54787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Option 2     Δφ  =  π/3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Person walks toward a 40 m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A person sees a 40 m building at elevation 30°, then at 60°. Distance moved toward the building?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64591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664207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40/√3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01167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029967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80/√3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7743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9572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95727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60/√3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74320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614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761488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120/√3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18211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x1  =  40 cot 30°  =  40√3          x2  =  40 cot 60°  =  40/√3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4747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d  =  x1 − x2  =  40√3 − 40/√3  =  40(3 − 1)/√3  =  80/√3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3191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Option 2     d  =  80/√3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2 (sin 15° + sin 75°)²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What is the value of  2 (sin 15° + sin 75°)²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sin 75°  =  cos 15°          so          2 (sin 15° + cos 15°)²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        =  2 ( sin²15° + cos²15° + 2 sin 15° cos 15° )  =  2 ( 1 + sin 30°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        =  2 ( 1 + 1/2 )  = 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2 (sin 15° + sin 75°)²  = 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If sin θ = 1/2, first quadrant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If  sin θ  =  1/2,  the value of  √3 (cos θ + 2 tan θ)  is: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727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910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910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9385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568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568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15/2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042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225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225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7/2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883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883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906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First quadrant:  θ  =  30°          cos 30°  =  √3/2          tan 30°  =  1/√3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8327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√3 ( √3/2  +  2/√3 )  =  3/2  +  2  =  7/2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4047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Option 3     7/2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If sin θ = √5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If  sin θ  =  √5 / 3,  find  tan θ  +  4 sec θ.   Take θ acute.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cos θ  =  √(1 − 5/9)  =  √(4/9)  =  2/3          tan θ  =  (√5/3) / (2/3)  =  √5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5AC8FF"/>
                </a:solidFill>
                <a:latin typeface="Aptos"/>
              </a:rPr>
              <a:t>sec θ  =  3/2          tan θ + 4 sec θ  =  √5/2  +  4 × (3/2)  =  √5/2  +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tan θ  +  4 sec θ  =  6 + √5/2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tan⁻¹(1)  —  principal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The value of  tan⁻¹(1) 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5270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453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5453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π/4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89280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1109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1109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5π/4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258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768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2768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both (1) and (2)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6243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426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6426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none of these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44952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6060"/>
                </a:solidFill>
                <a:latin typeface="Aptos"/>
              </a:rPr>
              <a:t>Wrong:  tan(5π/4) = 1, so both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37560"/>
            <a:ext cx="11018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D680"/>
                </a:solidFill>
                <a:latin typeface="Aptos"/>
              </a:rPr>
              <a:t>Right:  tan⁻¹ returns only the principal value, in (−π/2, π/2)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94759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Option 1     π/4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78807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5π/4 is an angle whose tangent is 1. It is not the inverse-tangent of 1.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PW LECTURE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Seven phase rows — answers from the PW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Complete the phase-difference table from last class.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99616"/>
            <a:ext cx="3794760" cy="38404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99616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Equation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99616"/>
            <a:ext cx="4023360" cy="38404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499616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Equation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499616"/>
            <a:ext cx="3200400" cy="38404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1499616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phase difference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883664"/>
            <a:ext cx="37947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1883664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I₀ sin(θ + π/3)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883664"/>
            <a:ext cx="40233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1883664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I₀ sin(θ − π/6)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883664"/>
            <a:ext cx="320040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883664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267712"/>
            <a:ext cx="37947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267712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I₀ sin(θ + π/3)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267712"/>
            <a:ext cx="40233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267712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I₀ cos(θ + π/3)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267712"/>
            <a:ext cx="320040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2267712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651760"/>
            <a:ext cx="37947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651760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4 sin(ωt)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651760"/>
            <a:ext cx="40233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5696" y="2651760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 cos(ωt − π/3)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651760"/>
            <a:ext cx="320040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6" y="2651760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30°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035808"/>
            <a:ext cx="37947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035808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3 sin(ωt + π/2)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035808"/>
            <a:ext cx="40233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5696" y="3035808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5 cos(ωt)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035808"/>
            <a:ext cx="320040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6" y="3035808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0°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419856"/>
            <a:ext cx="37947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3419856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4 cos(ωt − π/2)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419856"/>
            <a:ext cx="40233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3419856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 sin(ωt + π/2)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419856"/>
            <a:ext cx="320040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49056" y="3419856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90°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803904"/>
            <a:ext cx="37947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" y="3803904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3 sin(ωt + π/3)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803904"/>
            <a:ext cx="402336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5696" y="3803904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3 cos(ωt)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3803904"/>
            <a:ext cx="3200400" cy="38404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49056" y="3803904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30°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4187952"/>
            <a:ext cx="37947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" y="4187952"/>
            <a:ext cx="3721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4 sin(θ − 60°)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0" y="4187952"/>
            <a:ext cx="402336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25696" y="4187952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 cos(θ − 30°)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4187952"/>
            <a:ext cx="3200400" cy="38404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49056" y="4187952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120°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4663440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Amplitude does not decide phase. Compare only the angles after both functions are the same.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Superposition — add two oscillations as phasors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the same angular frequency, add the sine part and cosine part like perpendicular sides.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x  =  a sin(ωt)  +  b cos(ωt)  =  R sin(ωt + φ)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R  =  √(a² + b²)          tan φ  =  b/a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3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 is the new amplitude. φ tells how far the resultant phasor is above the sine axis.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This shortcut needs the same ω in both terms. Do not combine sin(2ωt) with cos(ωt).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example:  4 sin(ωt) + 3 cos(ωt)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Two oscillations are  x₁ = 4 sin(ωt)  and  x₂ = 3 cos(ωt). Find their superposition.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x  =  x₁ + x₂  =  4 sin(ωt) + 3 cos(ωt)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R  =  √(4² + 3²)  =  5          tan φ  =  3/4          φ  ≈  37°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x  =  5 sin(ωt + 37°)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example: equal sine and cosine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resultant:   y = 4 sin(ωt) + 4 cos(ωt).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  =  √(4² + 4²)  =  √32  =  4√2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tan φ  =  4/4  =  1          so          φ  =  45°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y  =  4√2 sin(ωt + 45°)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Angle tool — incline and parallel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line perpendicular to an incline is called the normal. If the incline is θ above horizontal: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angle between vertical and normal  = 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two parallel horizontal lines cut by one slant line, alternate interior angles are equal.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alternate angles:  α = α          triangle angles:  A + B + C = 180°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use the angle with the incline when the force component is measured from the normal.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angle check — find α, β and 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Two strings make 30° and 60° with a horizontal ceiling. Find α, β and γ at the lower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9105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alternate angles  →  α = 30°          γ = 60°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α + β + γ = 180°          β = 180° − 30° − 60° = 90°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40864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α = 30°          β = 90°          γ = 60°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A.P. — equal difference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Arithmetic progression is a sequence in which the difference between consecutive terms is constant.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a,  a+d,  a+2d,  a+3d, 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525780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492861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nth term:  Tₙ = a + (n−1)d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993391"/>
            <a:ext cx="55321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139696"/>
            <a:ext cx="52029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sum:  Sₙ = n/2 [2a + (n−1)d]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3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= first term.  d = next term − previous term.  n = position of the term.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A.P.:  2, 5, 8, 11, 14, 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Find the first term, common difference, 10th term and sum of first 10 terms.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 = 2          d = 11 − 8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T₁₀ = a + 9d = 2 + 9(3) =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S₁₀ = 10/2 [2 + 29] = 5(31) = 155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T₁₀ = 29          S₁₀ = 155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A.P.:  7, 11, 15, 19, 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10th term and the sum of the first 10 terms.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 = 7          d = 19 − 15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T₁₀ = 7 + 9(4) = 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S₁₀ = 10/2 (7 + 43) = 5(50) = 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10th term = 43          sum = 250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Which term of 27, 24, 21, ... is zero?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Which term of the A.P.  27, 24, 21, ...  is zero?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 = 27          d = 24 − 27 = −3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0 = a + (n−1)d = 27 + (n−1)(−3)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0 = 30 − 3n          3n = 30          n =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The 10th term is zero.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A.P.:  28, 22, x, y,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28, 22, x, y, 4 is an A.P. Find x and 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 = 28          d = 22 − 28 = −6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x = T₃ = 28 + 2(−6) =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 = T₄ = 28 + 3(−6) =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x = 16          y = 10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Natural numbers are an A.P.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1, 2, 3, ..., n is an A.P. with first term 1, last term n and n terms.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81E3F"/>
                </a:solidFill>
                <a:latin typeface="Aptos"/>
              </a:rPr>
              <a:t>1 + 2 + 3 + ... + n  =  n(n+1)/2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Quick check: n = 2 gives 1 + 2 = 3. The formula gives 2×3/2 = 3.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physics use — tuning-fork frequencies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25 tuning forks are in increasing A.P. order. Difference is 10 Hz. The 25th is 400 Hz. Find the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T₂₅ = a + 24d          400 = a + 24(10)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 = 400 − 240 = 160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Frequency of the first tuning fork = 160 Hz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G.P. — equal ratio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Geometric progression is a sequence in which the ratio of consecutive terms is constant.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a,  ar,  ar²,  ar³, 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525780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492861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1E3F"/>
                </a:solidFill>
                <a:latin typeface="Aptos"/>
              </a:rPr>
              <a:t>nth term:  Tₙ = arⁿ⁻¹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993391"/>
            <a:ext cx="55321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139696"/>
            <a:ext cx="52029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81E3F"/>
                </a:solidFill>
                <a:latin typeface="Aptos"/>
              </a:rPr>
              <a:t>infinite sum:  S∞ = a/(1−r), only if |r| &lt;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3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 = any term ÷ previous term. If that ratio changes, the sequence is not a G.P.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Is it a G.P.? Check the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Decide which sequences are G.P.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44752"/>
            <a:ext cx="41148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44752"/>
            <a:ext cx="40416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44752"/>
            <a:ext cx="38404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1444752"/>
            <a:ext cx="37673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ratio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444752"/>
            <a:ext cx="306324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86216" y="1444752"/>
            <a:ext cx="29900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947672"/>
            <a:ext cx="41148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1947672"/>
            <a:ext cx="40416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2, 4, 8, 12, 24, 48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1947672"/>
            <a:ext cx="38404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1947672"/>
            <a:ext cx="37673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4/2=2, but 12/8≠2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947672"/>
            <a:ext cx="306324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6" y="1947672"/>
            <a:ext cx="29900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not G.P.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450591"/>
            <a:ext cx="41148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450591"/>
            <a:ext cx="40416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2, 4, 8, 16, 32, 64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450591"/>
            <a:ext cx="38404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2450591"/>
            <a:ext cx="37673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each ratio =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450591"/>
            <a:ext cx="306324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86216" y="2450591"/>
            <a:ext cx="29900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G.P., r=2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953512"/>
            <a:ext cx="41148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953512"/>
            <a:ext cx="40416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1, 1/2, 1/4, 1/8, 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2953512"/>
            <a:ext cx="38404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2953512"/>
            <a:ext cx="37673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each ratio = 1/2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2953512"/>
            <a:ext cx="306324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6" y="2953512"/>
            <a:ext cx="29900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G.P., r=1/2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456432"/>
            <a:ext cx="41148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456432"/>
            <a:ext cx="40416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1, −1/2, 1/4, −1/8, 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3456432"/>
            <a:ext cx="38404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5736" y="3456432"/>
            <a:ext cx="37673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each ratio = −1/2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3456432"/>
            <a:ext cx="306324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6216" y="3456432"/>
            <a:ext cx="29900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G.P., r=−1/2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Infinite G.P. sums — only when |r| &lt;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Find each infinite sum.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(1)  1 + 1/2 + 1/4 + ...   =   1/(1−1/2)   =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(2)  1 − 1/2 + 1/4 − ...   =   1/[1−(−1/2)]   =  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48255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(3)  1 + 1/3 + 1/9 + ...   =   1/(1−1/3)   =   3/2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05456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2 + 4 + 8 + ... has r = 2. It has no finite infinite sum because |r| is not below 1.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physics use — potential from alternating charges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Charges +q, −q, +q, ... lie at x = 1, 2, 4, 8, ... . Find electric potential at the origin.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9343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V = kq/1 − kq/2 + kq/4 − kq/8 +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V = kq [1 − 1/2 + 1/4 − ...]          a=1, r=−1/2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V = kq / [1 − (−1/2)] = 2kq/3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Potential at origin = 2kq/3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physics use — repeating resistance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Equivalent series resistance becomes  R + R/2 + R/4 + R/8 + ... . Find R_AB.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R_AB = R [1 + 1/2 + 1/4 + 1/8 + ...]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 = 1, r = 1/2          sum = 1/(1−1/2)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R_AB = 2R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 — relation between two physical quantities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graph is a diagram in which a line or curve shows the relation between two physical quantities.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horizontal line  =  x-axis          vertical line  =  y-axis          meeting point  =  origin (0,0)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Usually x is the quantity we choose or change. y is the quantity that responds.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50591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596896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Always write: quantity + unit on each axis.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Constant graphs — horizontal and vertical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 = 2          →          horizontal line through y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can change, but y stays 2. So the graph moves left-right at the same height.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x = 3          →          vertical line through x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y can change, but x stays 3. So the graph moves up-down at the same x-position.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y = constant is horizontal. x = constant is vertical. Students commonly swap them.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Distance between two points on a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P₁(x₁,y₁) and P₂(x₂,y₂), the horizontal change is x₂−x₁ and vertical change is y₂−y₁.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P₁P₂  =  √[(x₂−x₁)² + (y₂−y₁)²]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It is simply Pythagoras on the small right triangle made by the two changes.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PW Lecture 04 homework — three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(1) Charges q lie at x = 1, 2, 4, 8, ... . Find the force on charge q₀ at the origin.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(2) Five resistances are in series. Each is half the previous one. First is 10 Ω. Find the fifth resistance.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(3) Charges +q, −q, +q, ... lie at x = 1, 2, 4, 8, ... . Find potential at the origin.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36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Hint only: identify a, identify r, then choose Tₙ or S∞.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solve these on this slide. They are tonight’s work.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After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Write A.P. nth-term and sum formula five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Write G.P. nth-term and infinite-sum formula five times.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Tonight: the three PW Lecture 04 homework questions.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Max–min — the two boxes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y  =  A sin (nθ)          ymax  =  |A|          at  nθ  =  90°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y  =  a sin θ + b cos θ          ymax  =  √(a² + b²)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 sin θ + 4 cos θ  →  ±5          4 / (3 sin θ + 2 cos θ)  →  4/√13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3 sin θ + 4 sin θ is 7 sin θ, not √(9+16). Add like ratios first.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Phase — the one lock-line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Phase is the angle inside the ratio. Phase difference needs the same trigonometric function.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Δφ  =  φ2 − φ1          after both are sine, or both are cosine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3 cos(ωt − 90°)  and  4 sin(ωt)   →   Δφ  = 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subtract a cosine-phase from a sine-phase. Convert, then subtract.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 Three PW A.P./G.P. questions tonight.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A.P., G.P. and graph — lock-lines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A.P.:   Tₙ = a + (n−1)d          Sₙ = n/2 [2a + (n−1)d]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G.P.:   Tₙ = arⁿ⁻¹          S∞ = a/(1−r), only if |r| &lt;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1 + 2 + ... + n = n(n+1)/2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√[(x₂−x₁)² + (y₂−y₁)²]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y = constant → horizontal          x = constant → vertical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