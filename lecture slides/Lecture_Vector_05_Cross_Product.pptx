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Physics-focused cross product: magnitude, RHR, unit cycle,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Vector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Cross Product for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5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14300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Why physics needs A × B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673352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1907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Magnitude A B sin θ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203704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49424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Right-hand rule (direction)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734056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79775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79775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Dot vs cross — memory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264408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10127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10127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î ĵ k̂ cycle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79476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4048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404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xy-plane shortcut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4325112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70831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70831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Torque τ = r × F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" y="4855464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901183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901183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Board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Physics, not maths chapter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We only keep what Class 11 Physics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Keep: size A B sin θ, right-hand rule, îĵk̂, torque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Skip today: triangle/parallelogram area drills, long 3×3 algebra.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07791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054096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Cross product gives a vector perpendicular to both factors.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422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Later chapters use the same idea for torque and magnetic force.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Why physics needs A ×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Dot product answered: how much along the same line?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Cross product answers: how much perpendicular turning effect?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1343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45973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 × B is perpendicular to both A and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564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Think: A and B on a table. A × B stands straight up from the 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422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A and B are parallel, A × B = 0. No unique upright direction.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Magnitude first: A B sin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Only the perpendicular part of B counts. That part is B sin 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7335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965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|A × B| = A B sin 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4297680"/>
            <a:ext cx="29260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82112" y="4041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645920" y="2651760"/>
            <a:ext cx="1463040" cy="16459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50592" y="32186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285247" y="4266660"/>
            <a:ext cx="753" cy="3102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282993" y="4235713"/>
            <a:ext cx="2254" cy="3094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279241" y="4204912"/>
            <a:ext cx="3752" cy="308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274001" y="4174328"/>
            <a:ext cx="5240" cy="3058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267286" y="4144035"/>
            <a:ext cx="6715" cy="3029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259109" y="4114102"/>
            <a:ext cx="8177" cy="2993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249492" y="4084602"/>
            <a:ext cx="9617" cy="2950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238457" y="4055601"/>
            <a:ext cx="11035" cy="290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226029" y="4027170"/>
            <a:ext cx="12428" cy="2843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212238" y="3999374"/>
            <a:ext cx="13791" cy="2779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197116" y="3972280"/>
            <a:ext cx="15122" cy="270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180699" y="3945950"/>
            <a:ext cx="16417" cy="2633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163025" y="3920446"/>
            <a:ext cx="17674" cy="2550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144135" y="3895830"/>
            <a:ext cx="18890" cy="2461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124075" y="3872157"/>
            <a:ext cx="20060" cy="2367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102892" y="3849484"/>
            <a:ext cx="21183" cy="2267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080634" y="3827865"/>
            <a:ext cx="22258" cy="2161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057355" y="3807350"/>
            <a:ext cx="23279" cy="2051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92327" y="3996255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2377440"/>
            <a:ext cx="429768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248716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816352"/>
            <a:ext cx="4023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sin for cross, cos for dot.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3703320"/>
            <a:ext cx="4297680" cy="10972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38130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Physics habit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142231"/>
            <a:ext cx="4023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Max at 90°. Zero at 0° or 180°.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Direction: right-hand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Fingers along A. Curl toward B through the smaller angle. Thumb = A × B.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4389120"/>
            <a:ext cx="27432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39312" y="41330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194560" y="2651760"/>
            <a:ext cx="1280160" cy="17373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07791" y="326440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194560" y="2194560"/>
            <a:ext cx="0" cy="2194560"/>
          </a:xfrm>
          <a:prstGeom prst="line">
            <a:avLst/>
          </a:prstGeom>
          <a:ln w="4064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17320" y="2331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A × B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879385" y="4352563"/>
            <a:ext cx="975" cy="3655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876462" y="4316111"/>
            <a:ext cx="2923" cy="3645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871601" y="4279867"/>
            <a:ext cx="4861" cy="3624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864815" y="4243933"/>
            <a:ext cx="6786" cy="3593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856123" y="4208412"/>
            <a:ext cx="8692" cy="3552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845550" y="4173405"/>
            <a:ext cx="10573" cy="3500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833126" y="4139011"/>
            <a:ext cx="12424" cy="343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818886" y="4105328"/>
            <a:ext cx="14240" cy="3368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802872" y="4072452"/>
            <a:ext cx="16014" cy="3287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785127" y="4040477"/>
            <a:ext cx="17745" cy="3197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765703" y="4009493"/>
            <a:ext cx="19424" cy="3098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744656" y="3979588"/>
            <a:ext cx="21047" cy="2990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722044" y="3950848"/>
            <a:ext cx="22612" cy="2874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697932" y="3923354"/>
            <a:ext cx="24112" cy="274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672389" y="3897184"/>
            <a:ext cx="25543" cy="2617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645488" y="3872413"/>
            <a:ext cx="26901" cy="2477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617304" y="3849111"/>
            <a:ext cx="28184" cy="233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587918" y="3827345"/>
            <a:ext cx="29386" cy="2176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67758" y="403867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194560"/>
            <a:ext cx="47548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2340864"/>
            <a:ext cx="44256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 × B = − (B × A)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383280"/>
            <a:ext cx="475488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4930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Order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822191"/>
            <a:ext cx="44805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Swap the arrows → result flips.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70916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Right-hand rule is how physics fixes direction of torque.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Dot vs cross — physics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92024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18470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078992"/>
            <a:ext cx="438912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1176" y="1078992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Dot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78992"/>
            <a:ext cx="466344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0296" y="1078992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Cross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54480"/>
            <a:ext cx="192024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54480"/>
            <a:ext cx="18470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1554480"/>
            <a:ext cx="43891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1554480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number (scalar)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554480"/>
            <a:ext cx="466344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0296" y="1554480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vector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029967"/>
            <a:ext cx="192024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029967"/>
            <a:ext cx="18470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Size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2029967"/>
            <a:ext cx="43891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1176" y="2029967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B cos 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029967"/>
            <a:ext cx="466344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0296" y="2029967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B sin 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505456"/>
            <a:ext cx="192024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505456"/>
            <a:ext cx="18470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Zero when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2505456"/>
            <a:ext cx="43891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51176" y="2505456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perpendicular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2505456"/>
            <a:ext cx="466344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0296" y="2505456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parallel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980944"/>
            <a:ext cx="192024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980944"/>
            <a:ext cx="18470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Order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2980944"/>
            <a:ext cx="43891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51176" y="2980944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· B = B · 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2980944"/>
            <a:ext cx="466344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0296" y="2980944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× B = − B × 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456432"/>
            <a:ext cx="192024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456432"/>
            <a:ext cx="18470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Used for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3456432"/>
            <a:ext cx="43891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51176" y="3456432"/>
            <a:ext cx="43159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work, projection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3456432"/>
            <a:ext cx="466344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0296" y="3456432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torque, magnetic force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507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Cos asks how parallel. Sin asks how perpendicular.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î ĵ k̂ cycle (must know)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î × ĵ = k̂ , ĵ × k̂ = î , k̂ × î =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Forward in the cycle i → j → k → i: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Backward: minus sign. Example: ĵ × î = − k̂.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41071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55701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î × î = 0 , ĵ × ĵ = 0 , k̂ × k̂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537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Same unit vector crossed with itself is always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xy-plane shortcut (enough for now)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Most Class 11 board problems stay in the plane.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A = Ax î + Ay ĵ and B = Bx î + By ĵ: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6771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41401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 × B = (Ax By − Ay Bx) k̂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564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Result points along ± k̂ only — out of the plane.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422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start heavy 3×3 algebra unless a problem forces 3D.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Torque is a cross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081E3F"/>
                </a:solidFill>
                <a:latin typeface="Aptos"/>
              </a:rPr>
              <a:t>τ = r × 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So |τ| = r F sin θ. Same sin pattern as |A × B|.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Direction of τ: right-hand rule with fingers r → 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926080"/>
            <a:ext cx="448056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0358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Max torque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364992"/>
            <a:ext cx="420624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Force perpendicular to 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206240"/>
            <a:ext cx="4480560" cy="10972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3159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Zero torque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645152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Force parallel to r (θ = 0° or 180°).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Where else this idea appears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Torque: turning effect of a force about a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Later magnetism: F = q (v × B) uses the same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Angular momentum language: L = r × p (same shape).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07791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054096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Learn the tool once. Physics reuses it many times.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422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Today: master size + direction. Applications grow later.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|A × B|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3 and B = 4. Angle between them is 30°. Find |A × B|.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|A × B|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|A × B| = A B sin θ = 3 × 4 × sin 30°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sin 30° = 1/2, so |A × B|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|A × B| = 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î × ĵ and ĵ ×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î × ĵ and ĵ × î.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î × ĵ and ĵ ×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î × ĵ = k̂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ĵ × î = − (î × ĵ) = − k̂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k̂ and −k̂. Order flips the sign.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Cross product in the xy-plane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+ 3 ĵ and B = 4 î − ĵ. Find A × 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Cross product in the xy-plane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× B = (Ax By − Ay Bx) k̂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= (2)(-1) − (3)(4) = −2 − 12 = −14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× B = −14 k̂.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When is A × B zero?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+ 4 ĵ and B = î + 2 ĵ. Find A × B. What does that mean physically?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When is A × B zero?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× B = (2×2 − 4×1) k̂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B is parallel to A, so there is no perpendicular turning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× B = 0. Parallel vectors → zero cross product.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Torque magnitude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force F = 10 N acts at r = 0.4 m from the pivot. Angle between r and F is 90°. Find |τ|.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Torque magnitude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|τ| = r F sin θ = 0.4 × 10 × sin 90°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sin 90° = 1, so |τ| = 4 N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|τ| = 4 N 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When is torque zero?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Same r = 0.4 m and F = 10 N, but force is along the line of r (θ = 0°). Find |τ|.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When is torque zero?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|τ| = r F sin 0°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Force through the pivot line gives no turning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|τ| = 0. Parallel → no torque.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Maximum |A × B|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|A| = 6 and |B| = 5. What is the maximum possible |A × B|?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Maximum |A × B|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|A × B| = A B sin θ ≤ A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Maximum when θ = 90° (fully perpendicular)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Maximum |A × B| = 30.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Direction of torque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r is along +x (î) and F is along +y (ĵ). Direction of τ = r × F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58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7685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+x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2432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642615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+y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0837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08375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+z (k̂)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74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7413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−z (−k̂)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Direction of torque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î × ĵ = k̂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Right-hand rule: fingers x → y, thumb out of page (+z)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+z (k̂).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vector along A ×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î + ĵ and B = î − ĵ. Find a unit vector along A × B.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Unit vector along A ×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A × B = (1×(−1) − 1×1) k̂ = −2 k̂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Unit vector = (−2 k̂)/2 = − k̂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Unit vector = − k̂.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If A · B = 0, what about |A × B|?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A and B are perpendicular and non-zero, |A × B| equals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12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31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3113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9689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B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443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+ B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10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28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28416"/>
            <a:ext cx="9217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/ 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If A · B = 0, what about |A × B|?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θ = 90° ⇒ sin θ = 1 ⇒ |A × B| = A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A B. (Same idea as max torque.)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Vector 05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|A × B| = A B sin θ. Max at 90°. Zero if parallel.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Direction by right-hand rule. A × B = − B × 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î × ĵ = k̂ , ĵ × k̂ = î , k̂ × î = 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In the plane: A × B = (Ax By − Ay Bx) k̂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Physics link: τ = r × F , so |τ| = r F sin θ.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Find |A × B| if A = 5, B = 8, θ = 90°.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Write î × ĵ, ĵ × k̂, k̂ × î, and ĵ × î.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A = 3 î + ĵ , B = 2 î + 4 ĵ. Find A ×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r = 0.5 m, F = 20 N, θ = 30°. Find |τ|.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5. Force along the rod through the pivot: what is torque? Why?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6. r along ĵ, F along −î. Direction of τ?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Dot uses cos. Cross uses sin. Torque uses the same sin.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