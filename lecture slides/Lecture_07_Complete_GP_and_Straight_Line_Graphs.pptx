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geometric progression, then continue to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Topics for today's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27. Answer 3/2.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slides 28 and 32. Answer 2kq/3.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29. R+R/2+...=2R.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30 homework now solved. Charges q at 1,2,4,... Force ratio is 1/4.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slide 31 homework now solved. 10/16=5/8 ohm.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explain when each formula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5. Define graph, axes and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pages 5-6. y constant horizontal, x constant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7. A Q1, B Q2, C Q4, D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8. Pythagoras.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8. P(2,-1,0), Q(3,1,2), answer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8. Angle is measured anticlockwise from positive x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9. Any two points give same delta y/delta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10. Same angle means same 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pages 11-12. Use known tan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13. Acute positive, obtuse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14. Statement false. Slope equals tan theta.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15 left. Ratio root3 over 1/root3 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15 right. Reverse gives one-third.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16. Derive using point x,y and intercept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17. Compare with y=mx+c.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18. m=4/3. y at x=3 is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19. y=x/root3-2. x=2root3 gives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20. Rise/fall gives m. Crossing above/below origin gives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21. m=-1/root3. y=4/root3+5.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22. m=-root3.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23. Horizontal y=4. Vertical x=3.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24. Rise 4 run3 so slope 4/3.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25. Falling line. m=-3/4.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26. Read m and c, then mark intercept and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27. m=-1 c0; m=4/3 c=-5.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28. y=2x-1 cuts x at 1/2. y=-2x+4 cuts x at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29. Answers -4/3x-4 and -x+2.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30. Both slopes positive. Line1 c negative. Line2 c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31. Put point into y=mx+4. m=1.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32 question. Solve now: 3=2+c, c=1.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33. m=-2 c10.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34. v-t graph slope2 intercept -4, crosses 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35. PV=nRT. P=nR/V T, through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 page 36. C/100=(K-273)/100, so C=K-273.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students to choose before showing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students to draw before showing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test and two PW homework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say all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say y=mx+c, intercept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Complete G.P. and Straight-Line 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10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Quick G.P. check - identify a sequence using its common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Sum of the first n terms - formula and simple derivation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Infinite G.P. - meaning, condition |r|&lt;1 and why the formula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Finite-sum and infinite-sum questions with separate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Physics applications of G.P.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Coordinates, distance, slope and straight-line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Which sequences are G.P.?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Check the ratio of consecutive terms. Which sequences are G.P.?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A.  2, 4, 8, 12, 24,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B.  2, 4, 8, 16, 32,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2374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C.  1, 1/2, 1/4, 1/8,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8094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D.  1, -1/2, 1/4, -1/8,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5720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078992"/>
            <a:ext cx="27432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2936" y="107899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078992"/>
            <a:ext cx="36576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078992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45919"/>
            <a:ext cx="45720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45919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2,4,8,12,24,48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645919"/>
            <a:ext cx="27432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645919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ratio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645919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645919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G.P.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12848"/>
            <a:ext cx="45720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12848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2,4,8,16,32,64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2212848"/>
            <a:ext cx="27432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212848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212848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212848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779776"/>
            <a:ext cx="45720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779776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1,1/2,1/4,1/8,...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2779776"/>
            <a:ext cx="27432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936" y="2779776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2779776"/>
            <a:ext cx="36576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2779776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46703"/>
            <a:ext cx="45720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346703"/>
            <a:ext cx="4498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1,-1/2,1/4,-1/8,...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3346703"/>
            <a:ext cx="27432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3346703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-1/2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346703"/>
            <a:ext cx="3657600" cy="56692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3346703"/>
            <a:ext cx="3584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G.P.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965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sequence is G.P. only when every consecutive ratio is the same.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Sum of the first n terms of a G.P.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a G.P. with first term a and common ratio 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Sn = a + ar + ar^2 + ... + ar^(n-1)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303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4974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081E3F"/>
                </a:solidFill>
                <a:latin typeface="Aptos"/>
              </a:rPr>
              <a:t>Sn = a(1-r^n)/(1-r),  r not equal to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93391"/>
            <a:ext cx="548640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139696"/>
            <a:ext cx="515721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081E3F"/>
                </a:solidFill>
                <a:latin typeface="Aptos"/>
              </a:rPr>
              <a:t>Sn = a(r^n-1)/(r-1),  r not equal to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7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Both boxed forms are the same. Use the one that keeps the arithmetic simple.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Why the finite-sum formula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Sn = a + ar + ar^2 + ... + ar^(n-1)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rSn = ar + ar^2 + ... + ar^n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Sn - rSn = a - ar^n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Sn(1-r) = a(1-r^n)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Therefore  Sn = a(1-r^n)/(1-r)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Special case: r 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r=1, every term is equal to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 + a + a + ...  (n terms)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When r=1:  Sn = 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put r=1 into a(1-r^n)/(1-r), because it gives 0/0.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Finite G.P.: first five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sum of the first 5 terms:  2 + 6 + 18 + 54 +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a=2,  r=6/2=3,  n=5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S5 = 2(3^5-1)/(3-1)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S5 = 2(243-1)/2 = 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Sum of the first 5 terms = 242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Finite G.P.: ratio smaller than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sum of the first 6 terms:  3 + 3/2 + 3/4 + 3/8 +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a=3,  r=1/2,  n=6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S6 = 3[1-(1/2)^6]/[1-1/2]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S6 = 3(63/64)/(1/2) = 189/32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S6 = 189/32 = 5.90625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What does an infinite G.P. mean?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infinite G.P. keeps adding terms forever.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a + ar + ar^2 + ar^3 +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It can have a finite sum only when the terms become smaller and move towards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505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968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>
                <a:solidFill>
                  <a:srgbClr val="081E3F"/>
                </a:solidFill>
                <a:latin typeface="Aptos"/>
              </a:rPr>
              <a:t>A finite infinite-sum needs  |r|&lt;1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Why |r| must be less than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743200" cy="60350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670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value of 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78992"/>
            <a:ext cx="3840480" cy="60350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78992"/>
            <a:ext cx="3767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what happens to r^n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4389120" cy="60350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14616" y="1078992"/>
            <a:ext cx="431596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infinite sum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682495"/>
            <a:ext cx="27432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82495"/>
            <a:ext cx="2670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|r|&lt;1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682495"/>
            <a:ext cx="384048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682495"/>
            <a:ext cx="3767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r^n approaches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682495"/>
            <a:ext cx="438912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1682495"/>
            <a:ext cx="431596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finite / converges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286000"/>
            <a:ext cx="27432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286000"/>
            <a:ext cx="2670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r=1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286000"/>
            <a:ext cx="384048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286000"/>
            <a:ext cx="3767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stays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286000"/>
            <a:ext cx="438912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616" y="2286000"/>
            <a:ext cx="431596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keeps growing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89504"/>
            <a:ext cx="274320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889504"/>
            <a:ext cx="2670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r=-1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889504"/>
            <a:ext cx="384048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889504"/>
            <a:ext cx="3767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changes +1, 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889504"/>
            <a:ext cx="4389120" cy="60350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6" y="2889504"/>
            <a:ext cx="431596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oscillates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493008"/>
            <a:ext cx="274320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493008"/>
            <a:ext cx="267004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|r|&gt;1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3493008"/>
            <a:ext cx="384048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493008"/>
            <a:ext cx="37673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magnitude grows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3493008"/>
            <a:ext cx="4389120" cy="603504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14616" y="3493008"/>
            <a:ext cx="431596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diverges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261104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Terms going on forever does not always mean that a finite sum exists.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From finite sum to infinite sum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Sn = a(1-r^n)/(1-r)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When |r|&lt;1 and n becomes very large, r^n becomes nearly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S(infinity) = a(1-0)/(1-r)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505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968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S(infinity) = a/(1-r), only when |r|&lt;1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Half + quarter + eighth fills one whole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Imagine filling one rectangle in smaller parts: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1/2 + 1/4 + 1/8 + 1/16 +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a=1/2,  r=1/2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S(infinity) = (1/2)/(1-1/2)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The pieces become tiny, but together they fill exactly 1 whole.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Finite or infinite? Use this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Is the number of terms given? Use Sn.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Do the dots continue forever? It may be an infinite series.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For an infinite series, calculate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4. Use S(infinity) only if |r|&lt;1.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use the infinite-sum formula when |r| is 1 or more.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G.P.: 1 + 1/3 + 1/9 +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1 + 1/3 + 1/9 + 1/27 +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a=1          r=1/3          |r|&lt;1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S∞ = a/(1−r) = 1/(1−1/3) = 1/(2/3)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S∞ = 3/2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Potential at origin — alternating charges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+q, −q, +q, ... are at x=1,2,4,8,... . Find potential at origin.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V = kq [1 − 1/2 + 1/4 − 1/8 + 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a=1          r=−1/2          S∞=1/[1−(−1/2)]=2/3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V = 2kq/3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Infinite resistance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Equivalent series blocks are R, R/2, R/4, R/8, ... . Find R_AB.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R_AB = R [1+1/2+1/4+1/8+...]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R_AB = R × 1/(1−1/2)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R_AB = 2R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Force on q₀ at the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Charges q lie at x=1,2,4,8,... . Find force on q₀ at origin.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F = kqq₀ [1/1² + 1/2² + 1/4² + ...]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 = kqq₀ [1 + 1/4 + 1/16 + ...] = kqq₀/(1−1/4)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|F| = 4kqq₀/3     (toward −x for like charges)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Fifth resistance when each is half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Five resistors are in series. Each resistance is half the previous. First is 10 Ω. Find the fifth.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3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a=10 Ω          r=1/2          T₅=ar⁴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R₅ = 10(1/2)⁴ = 10/16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R₅ = 5/8 Ω = 0.625 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FORMULA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Choose the correct G.P.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one term:  Tn = ar^(n-1)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first n terms:  Sn = a(1-r^n)/(1-r), r not equal to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infinitely many terms:  S(infinity) = a/(1-r), only when |r|&lt;1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First count the terms. Do not use the infinite-sum formula for a finite number of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— a picture of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graph is a diagram in which a line or curve shows the relation between two physical quantities.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x-axis: horizontal          y-axis: vertical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origin: O(0,0)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8770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O(0,0)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859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write the physical quantity and its unit on each axis.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Constant lines — do not swap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y = 2          →          horizontal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x changes but y stays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x = 3          →          vertical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 changes but x stays 3.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2889504"/>
            <a:ext cx="3383280" cy="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509760" y="2157984"/>
            <a:ext cx="0" cy="329184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21240" y="266090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8B4BE"/>
                </a:solidFill>
                <a:latin typeface="Aptos"/>
              </a:rPr>
              <a:t>y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1297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FFD646"/>
                </a:solidFill>
                <a:latin typeface="Aptos"/>
              </a:rPr>
              <a:t>x =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Locate four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Locate A(2,4), B(−2,3), C(4,−2), D(−1,−2).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2011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53619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536192"/>
            <a:ext cx="10972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2616" y="153619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 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536192"/>
            <a:ext cx="10972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153619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 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536192"/>
            <a:ext cx="1371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153619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quadrant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3911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3911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A(2,4)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03911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2616" y="203911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03911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203911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039112"/>
            <a:ext cx="1371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203911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54203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54203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B(−2,3)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54203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2616" y="254203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54203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9896" y="254203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542032"/>
            <a:ext cx="1371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254203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044952"/>
            <a:ext cx="2011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04495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C(4,−2)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04495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2616" y="304495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3044952"/>
            <a:ext cx="10972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9896" y="304495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3044952"/>
            <a:ext cx="1371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7176" y="304495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547872"/>
            <a:ext cx="2011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54787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D(−1,−2)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354787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2616" y="354787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3547872"/>
            <a:ext cx="10972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9896" y="3547872"/>
            <a:ext cx="10241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3547872"/>
            <a:ext cx="1371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7176" y="3547872"/>
            <a:ext cx="1298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III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sp>
        <p:nvSpPr>
          <p:cNvPr id="51" name="Oval 50"/>
          <p:cNvSpPr/>
          <p:nvPr/>
        </p:nvSpPr>
        <p:spPr>
          <a:xfrm>
            <a:off x="9363456" y="246888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91472" y="241401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53" name="Oval 52"/>
          <p:cNvSpPr/>
          <p:nvPr/>
        </p:nvSpPr>
        <p:spPr>
          <a:xfrm>
            <a:off x="7534656" y="274320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2672" y="268833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912096" y="448056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0112" y="442569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C</a:t>
            </a:r>
          </a:p>
        </p:txBody>
      </p:sp>
      <p:sp>
        <p:nvSpPr>
          <p:cNvPr id="57" name="Oval 56"/>
          <p:cNvSpPr/>
          <p:nvPr/>
        </p:nvSpPr>
        <p:spPr>
          <a:xfrm>
            <a:off x="7991856" y="4480560"/>
            <a:ext cx="109728" cy="109728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19872" y="442569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5AD680"/>
                </a:solidFill>
                <a:latin typeface="Aptos"/>
              </a:rPr>
              <a:t>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formula — two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P₁(x₁,y₁) and P₂(x₂,y₂), make a right triangle using horizontal and vertical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Δx = x₂ − x₁          Δy = y₂ − y₁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>
                <a:solidFill>
                  <a:srgbClr val="081E3F"/>
                </a:solidFill>
                <a:latin typeface="Aptos"/>
              </a:rPr>
              <a:t>P₁P₂ = √[(x₂−x₁)² + (y₂−y₁)²]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5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Keep each difference inside a bracket before squaring.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Distance in three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distance between P(2,−1,0) and Q(3,1,2).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824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PQ = √[(x₂−x₁)² + (y₂−y₁)² + (z₂−z₁)²]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PQ = √[(3−2)² + (1+1)² + (2−0)²]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PQ = √(1 + 4 + 4) = √9 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Distance = 3 units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Slope — rise divided by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Slope tells how quickly y changes when x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m = slope = tan θ = Δy/Δx = (y₂−y₁)/(x₂−x₁)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θ is the angle made by the line with the positive x-axis, measured anticlockwise.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 straight line has the same slope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Choose any two points A and B on one straight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m_AB = (y_B−y_A)/(x_B−x_A)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Choose another pair C and D. The answer is unchanged.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m_AB = m_CD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32320" y="2249424"/>
            <a:ext cx="3200400" cy="265176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2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is special to a straight line. A curve generally has changing slope.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Parallel straight lines have equal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Parallel lines make the same angle θ with the positive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m₁ = tan θ          m₂ = tan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parallel lines  →  m₁ = m₂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223760" y="2432304"/>
            <a:ext cx="2743200" cy="210312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72400" y="3072384"/>
            <a:ext cx="2743200" cy="2103120"/>
          </a:xfrm>
          <a:prstGeom prst="line">
            <a:avLst/>
          </a:prstGeom>
          <a:ln w="3048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Slope values you must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7432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78992"/>
            <a:ext cx="36576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7899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 tan 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078992"/>
            <a:ext cx="457200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107899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 feel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8191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8191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0°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58191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58191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58191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158191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horizontal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8483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8483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30°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08483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08483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1/√3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08483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208483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gentle 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8775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8775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37°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58775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58775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3/4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258775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258775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09067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09067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53°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309067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09067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309067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1736" y="309067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steeper rise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59359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59359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90°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59359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359359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not defined / infinite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359359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1736" y="359359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vertical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096512"/>
            <a:ext cx="27432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409651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120°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4096512"/>
            <a:ext cx="36576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74136" y="409651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−√3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4096512"/>
            <a:ext cx="457200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409651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falls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599432"/>
            <a:ext cx="27432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599432"/>
            <a:ext cx="26700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150°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599432"/>
            <a:ext cx="36576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4136" y="4599432"/>
            <a:ext cx="35844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−1/√3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4599432"/>
            <a:ext cx="457200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31736" y="4599432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gentle fall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 of slope from the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534924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5020055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0° &lt; θ &lt; 90°     →     m &gt;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78992"/>
            <a:ext cx="544068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25295"/>
            <a:ext cx="511149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90° &lt; θ &lt; 180°     →     m &lt;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θ = 0°  →  m = 0          θ = 90°  →  vertical slope is not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rising line has positive slope. A falling line has negative slope.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MR exam trap — slope is not the 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“The angle made by a straight line with +x-axis is called slope.” True or false?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angle =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slope = tan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False — slope is tan θ, not θ.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Ratio of slopes — 60° line and 30°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Line A makes 60° and line B makes 30° with +x-axis. Find m_A/m_B.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m_A/m_B = tan60°/tan30°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m_A/m_B = √3 ÷ (1/√3)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m_A : m_B = 3 :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Ratio of slopes — 30° line and 60°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Now line A makes 30° and line B makes 60°. Find m_A/m_B.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m_A/m_B = tan30°/tan60°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m_A/m_B = (1/√3) ÷ √3 = 1/3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m_A : m_B = 1 :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Equation of a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non-vertical straight line can be written in slope-intercept 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81E3F"/>
                </a:solidFill>
                <a:latin typeface="Aptos"/>
              </a:rPr>
              <a:t>y = mx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slope          c = y-intercept = value of y when x=0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m and c are fixed for one straight line. x and y change from point to point.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Read slope and y-intercept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First arrange the equation so y is alone. Then compare term by term.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(4/3)x + 4          →          m = 4/3, c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y = −√3 x − 4          →          m = −√3, c = 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59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constant c is where the line cuts the y-axis, not the x-axis.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4 and θ = 53°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A line cuts the y-axis at 4 and makes 53° with +x-axis. Write its equation and find y at x=3.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tan53° = 4/3          c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y = (4/3)x + 4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at x=3:  y = (4/3)(3) + 4 =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Equation: y=(4/3)x+4          y(3)=8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−2 and θ = 30°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line cuts y-axis at −2 and makes 30°. Write its equation. Find y at x=2√3.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tan30° = 1/√3          c = 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y = x/√3 − 2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y(2√3) = 2√3/√3 − 2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x/√3 − 2          y(2√3)=0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Signs of m and c — four quick pictures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93192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 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078992"/>
            <a:ext cx="14630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07899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78992"/>
            <a:ext cx="393192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5896" y="107899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y-axis crossing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078992"/>
            <a:ext cx="14630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57816" y="107899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rises, crosses above origin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167335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167335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67335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167335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above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67335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57816" y="167335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falls, crosses above origin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26771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6" y="226771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26771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5896" y="226771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above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26771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7816" y="226771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6207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6207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rises, crosses below origin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86207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286207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862072"/>
            <a:ext cx="393192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286207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862072"/>
            <a:ext cx="14630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7816" y="286207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45643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45643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falls, crosses below origin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345643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62856" y="345643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456432"/>
            <a:ext cx="393192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25896" y="3456432"/>
            <a:ext cx="38587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below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3456432"/>
            <a:ext cx="14630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57816" y="3456432"/>
            <a:ext cx="13898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215383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use where the line cuts the x-axis to decide c.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5, θ = 150°, x = −4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line has y-intercept 5 and angle 150°. Write its equation and find y at x=−4.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tan150° = −1/√3          c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83664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y = −x/√3 + 5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y(−4) = 4/√3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y = −x/√3 + 5          y(−4)=5+4/√3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 = −4 and θ = 120°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cuts the y-axis at −4 and makes angle 120°. Write its equation.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tan120° = −√3          c = −4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y = mx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−√3 x − 4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Horizontal and vertical line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horizontal through (0,4):  m=0, c=4  →  y=4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vertical through (3,0):  x=3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vertical line cannot be written as y=mx+c because its slope is not defined.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x-cut = −3, y-cut =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crosses the x-axis at −3 and y-axis at 4. Write its equation.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 = 4          m = rise/run = 4/3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(4/3)x + 4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x-cut = 4, y-cut =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crosses the x-axis at 4 and y-axis at 3. Write its equation.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 = 3          m = (0−3)/(4−0) = −3/4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−(3/4)x + 3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two straight-line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 y = √3x + 4  and  y = x. First identify m and c for each line.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114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4114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y=√3x+4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√3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673352"/>
            <a:ext cx="32004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7335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60°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4114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67712"/>
            <a:ext cx="32004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6771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449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Method: mark (0,c), use the angle or rise/run, then extend the straight line.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two more straight-line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 y = −x  and  y = (4/3)x − 5. First identify m and c.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114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078992"/>
            <a:ext cx="18288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07899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078992"/>
            <a:ext cx="32004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07899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673352"/>
            <a:ext cx="4114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67335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y=−x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73352"/>
            <a:ext cx="18288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67335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1673352"/>
            <a:ext cx="32004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67335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falls through origin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267712"/>
            <a:ext cx="4114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267712"/>
            <a:ext cx="4041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y=(4/3)x−5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4/3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267712"/>
            <a:ext cx="18288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267712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67712"/>
            <a:ext cx="32004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2267712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rises from below origin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Negative c does not automatically mean negative slope. m and c tell different things.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Find intercepts before drawing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Draw  y=2x−1  and  y=−2x+4.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365760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481328"/>
            <a:ext cx="35844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equation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81328"/>
            <a:ext cx="246888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48132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y-intercept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81328"/>
            <a:ext cx="246888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7416" y="148132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x-intercept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481328"/>
            <a:ext cx="2377440" cy="59436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481328"/>
            <a:ext cx="23042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75688"/>
            <a:ext cx="365760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75688"/>
            <a:ext cx="35844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y=2x−1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75688"/>
            <a:ext cx="246888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07568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075688"/>
            <a:ext cx="246888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07568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1/2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075688"/>
            <a:ext cx="2377440" cy="59436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075688"/>
            <a:ext cx="23042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+2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70048"/>
            <a:ext cx="365760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670048"/>
            <a:ext cx="35844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y=−2x+4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670048"/>
            <a:ext cx="246888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8536" y="267004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670048"/>
            <a:ext cx="246888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2670048"/>
            <a:ext cx="23957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2670048"/>
            <a:ext cx="2377440" cy="59436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2670048"/>
            <a:ext cx="230428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−2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0906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x-intercept, put y=0. For y-intercept, put x=0.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Convert to y = mx + c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Write each in slope-intercept form.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39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(1)  x/3 + y/4 + 1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y/4 = −x/3 − 1          y = −(4/3)x − 4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m=−4/3, c=−4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0047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(2)  (y−3)+(x−4)+5=0  →  x+y−2=0  →  y=−x+2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27248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m=−1, c=2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Compare two lines without drawing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Two lines both rise. Line 1 crosses y-axis below origin; line 2 crosses above. State signs of m and c.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9343"/>
            <a:ext cx="27432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609343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09343"/>
            <a:ext cx="41148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609343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slope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609343"/>
            <a:ext cx="4114800" cy="64008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609343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intercept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49424"/>
            <a:ext cx="27432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4942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249424"/>
            <a:ext cx="41148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224942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249424"/>
            <a:ext cx="4114800" cy="64008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224942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negative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889504"/>
            <a:ext cx="27432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889504"/>
            <a:ext cx="2670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889504"/>
            <a:ext cx="41148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288950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2889504"/>
            <a:ext cx="4114800" cy="64008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2889504"/>
            <a:ext cx="40416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12463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Both m are +ve. Only line 2 has +ve c.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Y-intercept 4 and point (2,6)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a line with y-intercept 4 passing through (2,6). Find its equation.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c=4          6 = m(2)+4          2m=2          m=1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x + 4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Point (2,3) and slope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Draw a line passing through (2,3) with slope 1. Find its equation.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y=mx+c          3=1(2)+c          c=1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x + 1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Line through (3,4) and (2,6)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equation of the straight line through (3,4) and (2,6).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m = (6−4)/(2−3) = 2/(−1) = 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4 = −2(3)+c          c=10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D680"/>
                </a:solidFill>
                <a:latin typeface="Aptos"/>
              </a:rPr>
              <a:t>y = −2x + 10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Physics graph: v = 2t − 4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Velocity is v=2t−4. Draw the velocity–time graph.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compare v=mt+c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slope = 2          v-intercept = −4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v=0  →  2t−4=0  →  t=2 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21040" y="2157984"/>
            <a:ext cx="2011680" cy="301752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596896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The line crosses the time-axis at 2 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Ideal gas: P versus T at constant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If PV=nRT and volume is constant, draw P versus 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1:  P = (nR/V)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m = nR/V &gt; 0          c=0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 it is a rising straight line through the origin.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503920" y="2249424"/>
            <a:ext cx="1645920" cy="1554480"/>
          </a:xfrm>
          <a:prstGeom prst="line">
            <a:avLst/>
          </a:prstGeom>
          <a:ln w="3048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Celsius and kelvin — a straight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Given  C/100 = (K−273)/100, draw C versus K.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Step 1:  C = K − 273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slope = 1          C-intercept = −273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57984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C=0 at K=273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803904"/>
            <a:ext cx="4114800" cy="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417320"/>
            <a:ext cx="0" cy="4114800"/>
          </a:xfrm>
          <a:prstGeom prst="line">
            <a:avLst/>
          </a:prstGeom>
          <a:ln w="1905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35640" y="385876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4173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B0B6C0"/>
                </a:solidFill>
                <a:latin typeface="Aptos"/>
              </a:rPr>
              <a:t>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21040" y="2432304"/>
            <a:ext cx="2011680" cy="2743200"/>
          </a:xfrm>
          <a:prstGeom prst="line">
            <a:avLst/>
          </a:prstGeom>
          <a:ln w="3048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Intercept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Find the equation of the line whose x-intercept is +4 and y-intercept is +5.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64591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664207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5x + 4y − 20 = 0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1167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029967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+ 5y − 20 = 0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77439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7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95727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4y − 5x = −20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761488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4x + 5y + 20 = 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Use the two points (4,0) and (0,5).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2:  x/4 + y/5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3:  Multiply by 20:  5x + 4y =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Answer: 5x + 4y − 20 = 0     (Option 1)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four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Draw graph between y and x for each equation.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(i)   y = √3x + 4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(ii)  y = −x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(iii) y = |x|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53511"/>
            <a:ext cx="11018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(iv)  x/3 + y/4 + 1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4787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each graph, mark at least two correct points.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Graphs (i) and (ii)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(i) y=√3x+4:  m=√3, c=4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(0,4) and (1,4+√3), then join them with a straight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(ii) y=−x:  m=−1, c=0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(0,0) and (1,−1), then join them with a straight line.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Graphs (iii) and (iv)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(iii) y=|x|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(−1,1), (0,0) and (1,1). Join them to make a V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(iv) y=−(4/3)x−4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Mark (0,−4) and (−3,0), then join them with a straight line.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After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Daily test before the next lecture.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Copy every solved question once in your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799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Solve the intercept MCQ and four graph questions on rough pages.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Coordinates, distance and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distance₂D = √[(x₂−x₁)² + (y₂−y₁)²]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distance₃D = √[(x₂−x₁)² + (y₂−y₁)² + (z₂−z₁)²]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799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75103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m = tanθ = Δy/Δx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52928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rising → m positive       falling → m negative       horizontal → 0       vertical → undefined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Straight-line lock-lines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81E3F"/>
                </a:solidFill>
                <a:latin typeface="Aptos"/>
              </a:rPr>
              <a:t>y = mx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 = slope          c = y-intercept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x-intercept: put y=0          y-intercept: put x=0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parallel lines have equal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Slope is tanθ, not θ. A vertical line is x=constant.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