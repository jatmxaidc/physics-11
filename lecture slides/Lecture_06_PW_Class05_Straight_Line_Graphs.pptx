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PW Basic Maths Class 05. Ten-minute recap, then straight-line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Topics. Keep recap to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re-teaching. Say each line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AP or GP here because it was not taught. Say only previously completed formulae.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was completed. AP and GP from PW slide 17 were not taught. Start there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17. Define arithmetic progression, nth term and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18. a2 d3 T10 29 S10 155.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19. T10 43 S10 250.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20. a27 d-3 n10.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21. d-6 x16 y10.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22 MCQ.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23. a160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slides 24-25. Define GP, nth term and infinite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26. Include all four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27. Answer 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slides 28 and 32. Answer 2kq/3.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29. R+R/2+...=2R.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30 homework now solved. Charges q at 1,2,4,... Force ratio is 1/4.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slide 31 homework now solved. 10/16=5/8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all four lines before beginning PW Class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5. Define graph, axes and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pages 5-6. y constant horizontal, x constant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7. A Q1, B Q2, C Q4, D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8. Pythagoras.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8. P(2,-1,0), Q(3,1,2), answer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8. Angle is measured anticlockwise from positive x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9. Any two points give same delta y/delta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10. Same angle means same 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pages 11-12. Use known tan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13. Acute positive, obtuse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14. Statement false. Slope equals tan theta.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15 left. Ratio root3 over 1/root3 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15 right. Reverse gives one-third.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16. Derive using point x,y and intercept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17. Compare with y=mx+c.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18. m=4/3. y at x=3 is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19. y=x/root3-2. x=2root3 gives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20. Rise/fall gives m. Crossing above/below origin gives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21. m=-1/root3. y=4/root3+5.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22. m=-root3.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23. Horizontal y=4. Vertical x=3.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24. Rise 4 run3 so slope 4/3.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25. Falling line. m=-3/4.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26. Read m and c, then mark intercept and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27. m=-1 c0; m=4/3 c=-5.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28. y=2x-1 cuts x at 1/2. y=-2x+4 cuts x at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29. Answers -4/3x-4 and -x+2.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30. Both slopes positive. Line1 c negative. Line2 c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31. Put point into y=mx+4. m=1.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32 question. Solve now: 3=2+c, c=1.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33. m=-2 c10.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34. v-t graph slope2 intercept -4, crosses 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35. PV=nRT. P=nR/V T, through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PW page 36. C/100=(K-273)/100, so C=K-273.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reveal. PW page 38. Correct option stays hidden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reveal. PW page 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Daily test and two PW homework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say all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say y=mx+c, intercept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 panose="020B0A04020102020204"/>
              </a:rPr>
              <a:t>EXCELLENCE</a:t>
            </a:r>
            <a:endParaRPr sz="6200" b="1">
              <a:solidFill>
                <a:srgbClr val="D2D2DC"/>
              </a:solidFill>
              <a:latin typeface="Arial Black" panose="020B0A040201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 panose="020B0A04020102020204"/>
              </a:rPr>
              <a:t>EXCELLENCE</a:t>
            </a:r>
            <a:endParaRPr sz="6200" b="1">
              <a:solidFill>
                <a:srgbClr val="FFD646"/>
              </a:solidFill>
              <a:latin typeface="Arial Black" panose="020B0A040201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·   2026–27</a:t>
            </a:r>
            <a:endParaRPr sz="3000" b="1">
              <a:solidFill>
                <a:srgbClr val="5A5A6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·   2026–27</a:t>
            </a:r>
            <a:endParaRPr sz="3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  <a:endParaRPr sz="2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- 06</a:t>
            </a:r>
            <a:endParaRPr sz="2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 panose="02040502050405020303"/>
              </a:rPr>
              <a:t>Basic Maths and Calculus</a:t>
            </a:r>
            <a:endParaRPr sz="32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PW 04 A.P./G.P. leftover + full PW Class 05</a:t>
            </a:r>
            <a:endParaRPr sz="18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— Excellence Programme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9 September 2026</a:t>
            </a:r>
            <a:endParaRPr sz="18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  <a:endParaRPr sz="32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Last class in 10 minutes — trigonometry, max–min, phase and superposition formulae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Untaught PW Lecture 04 from slide 17 — complete A.P. and G.P.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Every PW Lecture 04 question after slide 17 — full working and answer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PW Class 05 — coordinates, distance and slope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Equation of straight line y = mx + c; slope and intercept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Draw lines and use them in velocity, ideal-gas and temperature graphs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10-MINUTE RECAP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and superposition — formulae only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phase = complete angle inside sin or cos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phase difference: first make both sine or both cosine, then subtract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81E3F"/>
                </a:solidFill>
                <a:latin typeface="Aptos"/>
              </a:rPr>
              <a:t>a sin(ωt) + b cos(ωt) = R sin(ωt+φ)     R=√(a²+b²), tanφ=b/a</a:t>
            </a:r>
            <a:endParaRPr sz="136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4 sin(ωt) + 3 cos(ωt) = 5 sin(ωt + 37°)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10-MINUTE RECAP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Trigonometry and max–min — formulae only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180° = π rad          arc = Rθ          θ must be radian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sin(A+B) = sinA cosB + cosA sinB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sinθ ≈ θ, tanθ ≈ θ, cosθ ≈ 1     for θ≤5°, θ in radian</a:t>
            </a:r>
            <a:endParaRPr sz="13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2285999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32303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a sinθ + b cosθ has maximum √(a²+b²)</a:t>
            </a:r>
            <a:endParaRPr sz="1600" b="1">
              <a:solidFill>
                <a:srgbClr val="081E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LEFTOVER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Lecture 04 stopped before slide 17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Completed: phase, phasor and superposition.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Not completed: PW Lecture 04 slides 17 onward — A.P., G.P. and every question.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Today:  A.P.  →  all A.P. questions  →  G.P.  →  all G.P. questions  →  PW Class 05 graphs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treat A.P. and G.P. as recap. They are taught fully now.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— equal difference every time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Arithmetic progression is a sequence in which the difference between consecutive terms is always constant.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a,  a+d,  a+2d,  a+3d,  ...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2578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2861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Tₙ = a + (n−1)d</a:t>
            </a:r>
            <a:endParaRPr sz="176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80760" y="1993391"/>
            <a:ext cx="55321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139696"/>
            <a:ext cx="520293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81E3F"/>
                </a:solidFill>
                <a:latin typeface="Aptos"/>
              </a:rPr>
              <a:t>Sₙ = n/2 [2a + (n−1)d]</a:t>
            </a:r>
            <a:endParaRPr sz="152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= first term.  d = next term − previous term.  n = position.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example: 2, 5, 8, 11, 14, ...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a, d, the 10th term and the sum of the first 10 terms.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a=2          d=11−8=3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T₁₀ = 2 + 9(3) = 29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S₁₀ = 10/2 (2+29) = 5×31 = 155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T₁₀=29          S₁₀=155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Question: 7, 11, 15, 19, ...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10th term and sum of the first 10 terms.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a=7          d=4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T₁₀ = 7 + 9(4) = 43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S₁₀ = 10/2 (7+43) = 250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10th term=43          sum=250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term of 27, 24, 21, ... is zero?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Which term of the A.P. 27, 24, 21, ... is zero?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a=27          d=−3          Tₙ=0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0 = 27 + (n−1)(−3) = 30−3n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3n=30          n=10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The 10th term is zero.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Question: 28, 22, x, y, 4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28, 22, x, y, 4 is an A.P. Find x and y.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a=28          d=22−28=−6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x=T₃=28+2(−6)=16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y=T₄=28+3(−6)=10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x=16          y=10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Sum of first n natural numbers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1+2+3+...+n.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" y="153619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1554480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n²/2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4360" y="190195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8408" y="1920240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n(n+1)/2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" y="226771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8600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2286000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n(n−1)/2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94360" y="2633472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5176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8408" y="2651760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n²(n+1)/6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a=1, d=1, last term=n          Sₙ=n/2(1+n)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3547872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Option 2     n(n+1)/2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Physics question: 25 tuning forks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25 frequencies form an increasing A.P. Difference=10 Hz; 25th frequency=400 Hz. Find the first.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T₂₅ = a + 24d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400 = a + 24(10)          a=400−240=160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First tuning-fork frequency = 160 Hz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G.P. — equal ratio every time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Geometric progression is a sequence in which the ratio of consecutive terms is constant.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a,  ar,  ar²,  ar³,  ...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2578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2861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Tₙ = arⁿ⁻¹</a:t>
            </a:r>
            <a:endParaRPr sz="176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80760" y="1993391"/>
            <a:ext cx="55321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139696"/>
            <a:ext cx="520293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S∞ = a/(1−r), only if |r|&lt;1</a:t>
            </a:r>
            <a:endParaRPr sz="144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 = any term ÷ previous term.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sequences are G.P.?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5720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4988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sequence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66360" y="1078992"/>
            <a:ext cx="27432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2936" y="1078992"/>
            <a:ext cx="2670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ratio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095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078992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answer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1645919"/>
            <a:ext cx="45720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45919"/>
            <a:ext cx="44988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2,4,8,12,24,48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66360" y="1645919"/>
            <a:ext cx="27432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645919"/>
            <a:ext cx="2670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ratio changes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095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645919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G.P.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" y="2212848"/>
            <a:ext cx="45720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12848"/>
            <a:ext cx="44988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2,4,8,16,32,64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66360" y="2212848"/>
            <a:ext cx="27432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212848"/>
            <a:ext cx="2670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9095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212848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" y="2779776"/>
            <a:ext cx="45720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779776"/>
            <a:ext cx="44988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1,1/2,1/4,1/8,...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66360" y="2779776"/>
            <a:ext cx="27432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936" y="2779776"/>
            <a:ext cx="2670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9095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779776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S∞=2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3346703"/>
            <a:ext cx="45720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346703"/>
            <a:ext cx="44988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1,−1/2,1/4,−1/8,...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166360" y="3346703"/>
            <a:ext cx="27432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3346703"/>
            <a:ext cx="2670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−1/2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9095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3346703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S∞=2/3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409651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sequence is G.P. only if every consecutive ratio is the same.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G.P.: 1 + 1/3 + 1/9 + ...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1 + 1/3 + 1/9 + 1/27 + ...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a=1          r=1/3          |r|&lt;1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S∞ = a/(1−r) = 1/(1−1/3) = 1/(2/3)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S∞ = 3/2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Potential at origin — alternating charges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+q, −q, +q, ... are at x=1,2,4,8,... . Find potential at origin.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 = kq [1 − 1/2 + 1/4 − 1/8 + ...]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a=1          r=−1/2          S∞=1/[1−(−1/2)]=2/3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V = 2kq/3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resistance network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Equivalent series blocks are R, R/2, R/4, R/8, ... . Find R_AB.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R_AB = R [1+1/2+1/4+1/8+...]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R_AB = R × 1/(1−1/2)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R_AB = 2R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Force on q₀ at the origin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Charges q lie at x=1,2,4,8,... . Find force on q₀ at origin.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F = kqq₀ [1/1² + 1/2² + 1/4² + ...]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F = kqq₀ [1 + 1/4 + 1/16 + ...] = kqq₀/(1−1/4)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|F| = 4kqq₀/3     (toward −x for like charges)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04 — 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Fifth resistance when each is half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Five resistors are in series. Each resistance is half the previous. First is 10 Ω. Find the fifth.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a=10 Ω          r=1/2          T₅=ar⁴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01951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R₅ = 10(1/2)⁴ = 10/16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R₅ = 5/8 Ω = 0.625 Ω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LOCK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and G.P. are now complete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A.P.:  Tₙ=a+(n−1)d          Sₙ=n/2[2a+(n−1)d]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G.P.:  Tₙ=arⁿ⁻¹          S∞=a/(1−r), |r|&lt;1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A.P. → constant difference          G.P. → constant ratio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PW Lecture 04 question after slide 17 is now answered. Start full PW Class 05.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— a picture of relation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graph is a diagram in which a line or curve shows the relation between two physical quantities.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x-axis: horizontal          y-axis: vertical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origin: O(0,0)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387705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O(0,0)</a:t>
            </a:r>
            <a:endParaRPr sz="104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2285999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write the physical quantity and its unit on each axis.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Constant lines — do not swap them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= 2          →          horizontal line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changes but y stays 2.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x = 3          →          vertical line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 changes but x stays 3.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2889504"/>
            <a:ext cx="3383280" cy="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509760" y="2157984"/>
            <a:ext cx="0" cy="32918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21240" y="266090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8B4BE"/>
                </a:solidFill>
                <a:latin typeface="Aptos"/>
              </a:rPr>
              <a:t>y = 2</a:t>
            </a:r>
            <a:endParaRPr sz="1040" b="1">
              <a:solidFill>
                <a:srgbClr val="28B4B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0" y="512978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FFD646"/>
                </a:solidFill>
                <a:latin typeface="Aptos"/>
              </a:rPr>
              <a:t>x = 3</a:t>
            </a:r>
            <a:endParaRPr sz="1040" b="1">
              <a:solidFill>
                <a:srgbClr val="FFD64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Locate four points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Locate A(2,4), B(−2,3), C(4,−2), D(−1,−2).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2011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536192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point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06040" y="1536192"/>
            <a:ext cx="10972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153619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 sign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03320" y="1536192"/>
            <a:ext cx="10972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153619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 sign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00600" y="1536192"/>
            <a:ext cx="1371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1536192"/>
            <a:ext cx="1298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quadrant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" y="203911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039112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A(2,4)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06040" y="203911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42616" y="203911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03320" y="203911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203911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00600" y="2039112"/>
            <a:ext cx="1371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6" y="2039112"/>
            <a:ext cx="1298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254203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542032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B(−2,3)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06040" y="254203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42616" y="254203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03320" y="254203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254203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800600" y="2542032"/>
            <a:ext cx="1371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176" y="2542032"/>
            <a:ext cx="1298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II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4360" y="304495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044952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C(4,−2)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606040" y="304495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42616" y="304495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03320" y="304495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9896" y="304495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800600" y="3044952"/>
            <a:ext cx="1371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37176" y="3044952"/>
            <a:ext cx="1298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IV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4360" y="354787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547872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D(−1,−2)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06040" y="354787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42616" y="354787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703320" y="354787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9896" y="3547872"/>
            <a:ext cx="102412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800600" y="3547872"/>
            <a:ext cx="1371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7176" y="3547872"/>
            <a:ext cx="1298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III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9363456" y="246888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24140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A</a:t>
            </a:r>
            <a:endParaRPr sz="104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534656" y="274320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62672" y="26883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B</a:t>
            </a:r>
            <a:endParaRPr sz="104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9912096" y="448056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0112" y="4425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C</a:t>
            </a:r>
            <a:endParaRPr sz="104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991856" y="448056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425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D</a:t>
            </a:r>
            <a:endParaRPr sz="10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formula — two dimensions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P₁(x₁,y₁) and P₂(x₂,y₂), make a right triangle using horizontal and vertical changes.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Δx = x₂ − x₁          Δy = y₂ − y₁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40" b="1">
                <a:solidFill>
                  <a:srgbClr val="081E3F"/>
                </a:solidFill>
                <a:latin typeface="Aptos"/>
              </a:rPr>
              <a:t>P₁P₂ = √[(x₂−x₁)² + (y₂−y₁)²]</a:t>
            </a:r>
            <a:endParaRPr sz="184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Keep each difference inside a bracket before squaring.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in three dimensions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distance between P(2,−1,0) and Q(3,1,2).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PQ = √[(x₂−x₁)² + (y₂−y₁)² + (z₂−z₁)²]</a:t>
            </a:r>
            <a:endParaRPr sz="16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PQ = √[(3−2)² + (1+1)² + (2−0)²]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PQ = √(1 + 4 + 4) = √9 = 3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Distance = 3 units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Slope — rise divided by run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Slope tells how quickly y changes when x changes.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m = slope = tan θ = Δy/Δx = (y₂−y₁)/(x₂−x₁)</a:t>
            </a:r>
            <a:endParaRPr sz="16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θ is the angle made by the line with the positive x-axis, measured anticlockwise.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 straight line has the same slope everywhere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Choose any two points A and B on one straight line.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m_AB = (y_B−y_A)/(x_B−x_A)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Choose another pair C and D. The answer is unchanged.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m_AB = m_CD</a:t>
            </a:r>
            <a:endParaRPr sz="192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32320" y="2249424"/>
            <a:ext cx="3200400" cy="265176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is special to a straight line. A curve generally has changing slope.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Parallel straight lines have equal slope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Parallel lines make the same angle θ with the positive x-axis.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m₁ = tan θ          m₂ = tan θ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34009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parallel lines  →  m₁ = m₂</a:t>
            </a:r>
            <a:endParaRPr sz="1680" b="1">
              <a:solidFill>
                <a:srgbClr val="081E3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7223760" y="2432304"/>
            <a:ext cx="2743200" cy="210312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72400" y="3072384"/>
            <a:ext cx="2743200" cy="210312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Slope values you must know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7432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 θ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37560" y="1078992"/>
            <a:ext cx="3657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7899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 tan θ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95160" y="1078992"/>
            <a:ext cx="45720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107899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 feel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158191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8191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0°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37560" y="158191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58191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95160" y="158191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58191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horizontal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" y="208483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8483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30°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37560" y="208483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08483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1/√3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95160" y="208483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208483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gentle rise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" y="258775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8775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37°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337560" y="258775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58775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3/4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95160" y="258775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258775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rise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309067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09067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53°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337560" y="309067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09067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995160" y="309067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309067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steeper rise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94360" y="359359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59359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90°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337560" y="359359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359359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defined / infinite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95160" y="359359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1736" y="359359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vertical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94360" y="409651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409651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120°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337560" y="409651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74136" y="409651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−√3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995160" y="409651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409651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falls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459943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599432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150°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337560" y="459943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4136" y="4599432"/>
            <a:ext cx="3584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−1/√3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995160" y="459943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31736" y="4599432"/>
            <a:ext cx="44988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gentle fall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 of slope from the angle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534924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5020055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0° &lt; θ &lt; 90°     →     m &gt; 0</a:t>
            </a:r>
            <a:endParaRPr sz="16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72200" y="1078992"/>
            <a:ext cx="544068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25295"/>
            <a:ext cx="5111496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90° &lt; θ &lt; 180°     →     m &lt; 0</a:t>
            </a:r>
            <a:endParaRPr sz="16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θ = 0°  →  m = 0          θ = 90°  →  vertical slope is not defined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rising line has positive slope. A falling line has negative slope.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MR exam trap — slope is not the angle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“The angle made by a straight line with +x-axis is called slope.” True or false?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angle = θ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slope = tan θ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False — slope is tan θ, not θ.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Ratio of slopes — 60° line and 30° line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Line A makes 60° and line B makes 30° with +x-axis. Find m_A/m_B.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m_A/m_B = tan60°/tan30°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m_A/m_B = √3 ÷ (1/√3) = 3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m_A : m_B = 3 : 1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Ratio of slopes — 30° line and 60° line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Now line A makes 30° and line B makes 60°. Find m_A/m_B.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m_A/m_B = tan30°/tan60°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m_A/m_B = (1/√3) ÷ √3 = 1/3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m_A : m_B = 1 : 3</a:t>
            </a:r>
            <a:endParaRPr sz="176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Equation of a straight line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non-vertical straight line can be written in slope-intercept form.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81E3F"/>
                </a:solidFill>
                <a:latin typeface="Aptos"/>
              </a:rPr>
              <a:t>y = mx + c</a:t>
            </a:r>
            <a:endParaRPr sz="224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slope          c = y-intercept = value of y when x=0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1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m and c are fixed for one straight line. x and y change from point to point.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Read slope and y-intercept directly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First arrange the equation so y is alone. Then compare term by term.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(4/3)x + 4          →          m = 4/3, c = 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−√3 x − 4          →          m = −√3, c = −4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constant c is where the line cuts the y-axis, not the x-axis.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example: c = 4 and θ = 53°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 line cuts the y-axis at 4 and makes 53° with +x-axis. Write its equation and find y at x=3.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tan53° = 4/3          c = 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= (4/3)x + 4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at x=3:  y = (4/3)(3) + 4 = 8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Equation: y=(4/3)x+4          y(3)=8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example: c = −2 and θ = 30°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line cuts y-axis at −2 and makes 30°. Write its equation. Find y at x=2√3.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tan30° = 1/√3          c = −2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= x/√3 − 2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y(2√3) = 2√3/√3 − 2 = 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x/√3 − 2          y(2√3)=0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Signs of m and c — four quick pictures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93192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 behaviour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26280" y="1078992"/>
            <a:ext cx="14630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07899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89320" y="1078992"/>
            <a:ext cx="393192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5896" y="107899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y-axis crossing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921240" y="1078992"/>
            <a:ext cx="14630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57816" y="107899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rises, crosses above origin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26280" y="167335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167335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89320" y="167335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167335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above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921240" y="167335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57816" y="167335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falls, crosses above origin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26280" y="226771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6" y="226771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89320" y="226771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26771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above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921240" y="226771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7816" y="226771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286207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6207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rises, crosses below origin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26280" y="286207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286207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89320" y="286207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286207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below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21240" y="286207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7816" y="286207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4360" y="345643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45643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falls, crosses below origin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26280" y="345643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62856" y="345643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989320" y="345643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25896" y="3456432"/>
            <a:ext cx="385876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below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921240" y="345643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7816" y="3456432"/>
            <a:ext cx="13898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4360" y="4215383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use where the line cuts the x-axis to decide c.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example: c = 5, θ = 150°, x = −4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line has y-intercept 5 and angle 150°. Write its equation and find y at x=−4.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tan150° = −1/√3          c = 5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= −x/√3 + 5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y(−4) = 4/√3 + 5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−x/√3 + 5          y(−4)=5+4/√3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example: c = −4 and θ = 120°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cuts the y-axis at −4 and makes angle 120°. Write its equation.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tan120° = −√3          c = −4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mx + c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−√3 x − 4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Horizontal and vertical line equations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horizontal through (0,4):  m=0, c=4  →  y=4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vertical through (3,0):  x=3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vertical line cannot be written as y=mx+c because its slope is not defined.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intercept example: x-cut = −3, y-cut = 4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crosses the x-axis at −3 and y-axis at 4. Write its equation.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 = 4          m = rise/run = 4/3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(4/3)x + 4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intercept example: x-cut = 4, y-cut = 3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crosses the x-axis at 4 and y-axis at 3. Write its equation.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 = 3          m = (0−3)/(4−0) = −3/4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−(3/4)x + 3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√3x + 4 and y = x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114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041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07899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379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07899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4114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4041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y=√3x+4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7335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79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7335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66760" y="1673352"/>
            <a:ext cx="32004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73352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60°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4114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4041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y=x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091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26771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379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26771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66760" y="2267712"/>
            <a:ext cx="32004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67712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45°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304495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Method: mark (0,c), use the angle or rise/run, then extend the straight line.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−x and y = (4/3)x − 5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114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041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07899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379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07899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4114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4041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y=−x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7335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79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7335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66760" y="1673352"/>
            <a:ext cx="32004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73352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falls through origin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4114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4041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y=(4/3)x−5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091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26771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4/3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379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267712"/>
            <a:ext cx="17556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−5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66760" y="2267712"/>
            <a:ext cx="32004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67712"/>
            <a:ext cx="31272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rises from below origin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Negative c does not automatically mean negative slope. m and c tell different things.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Find intercepts before drawing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Draw  y=2x−1  and  y=−2x+4.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36576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81328"/>
            <a:ext cx="35844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51960" y="1481328"/>
            <a:ext cx="246888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481328"/>
            <a:ext cx="23957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y-intercept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20840" y="1481328"/>
            <a:ext cx="246888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481328"/>
            <a:ext cx="23957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x-intercept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89720" y="1481328"/>
            <a:ext cx="23774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481328"/>
            <a:ext cx="23042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" y="2075688"/>
            <a:ext cx="36576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075688"/>
            <a:ext cx="35844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y=2x−1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51960" y="2075688"/>
            <a:ext cx="246888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2075688"/>
            <a:ext cx="23957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720840" y="2075688"/>
            <a:ext cx="246888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075688"/>
            <a:ext cx="23957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89720" y="2075688"/>
            <a:ext cx="23774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2075688"/>
            <a:ext cx="23042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2670048"/>
            <a:ext cx="36576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670048"/>
            <a:ext cx="358444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y=−2x+4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51960" y="2670048"/>
            <a:ext cx="246888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6" y="2670048"/>
            <a:ext cx="23957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720840" y="2670048"/>
            <a:ext cx="246888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2670048"/>
            <a:ext cx="23957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89720" y="2670048"/>
            <a:ext cx="23774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2670048"/>
            <a:ext cx="230428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−2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x-intercept, put y=0. For y-intercept, put x=0.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to y = mx + c first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Write each in slope-intercept form.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(1)  x/3 + y/4 + 1 = 0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y/4 = −x/3 − 1          y = −(4/3)x − 4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m=−4/3, c=−4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7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(2)  (y−3)+(x−4)+5=0  →  x+y−2=0  →  y=−x+2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m=−1, c=2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Compare two lines without drawing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Two lines both rise. Line 1 crosses y-axis below origin; line 2 crosses above. State signs of m and c.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609343"/>
            <a:ext cx="27432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09343"/>
            <a:ext cx="26700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7560" y="1609343"/>
            <a:ext cx="41148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609343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 m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52360" y="1609343"/>
            <a:ext cx="41148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8936" y="1609343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intercept c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2249424"/>
            <a:ext cx="27432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249424"/>
            <a:ext cx="26700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37560" y="2249424"/>
            <a:ext cx="41148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2249424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52360" y="2249424"/>
            <a:ext cx="41148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936" y="2249424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negative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4360" y="2889504"/>
            <a:ext cx="27432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889504"/>
            <a:ext cx="26700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</a:t>
            </a:r>
            <a:endParaRPr sz="15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37560" y="2889504"/>
            <a:ext cx="41148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2889504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52360" y="2889504"/>
            <a:ext cx="41148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2889504"/>
            <a:ext cx="40416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3712463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Both m are +ve. Only line 2 has +ve c.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Y-intercept 4 and point (2,6)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a line with y-intercept 4 passing through (2,6). Find its equation.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c=4          6 = m(2)+4          2m=2          m=1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x + 4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Point (2,3) and slope 1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a line passing through (2,3) with slope 1. Find its equation.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y=mx+c          3=1(2)+c          c=1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x + 1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Line through (3,4) and (2,6)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equation of the straight line through (3,4) and (2,6).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(6−4)/(2−3) = 2/(−1) = −2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4 = −2(3)+c          c=10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−2x + 10</a:t>
            </a:r>
            <a:endParaRPr sz="19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Physics graph: v = 2t − 4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Velocity is v=2t−4. Draw the velocity–time graph.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compare v=mt+c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slope = 2          v-intercept = −4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v=0  →  2t−4=0  →  t=2 s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v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8321040" y="2157984"/>
            <a:ext cx="2011680" cy="301752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596896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The line crosses the time-axis at 2 s.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Ideal gas: P versus T at constant volume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PV=nRT and volume is constant, draw P versus T.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P = (nR/V) T</a:t>
            </a:r>
            <a:endParaRPr sz="17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nR/V &gt; 0          c=0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 it is a rising straight line through the origin.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P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8503920" y="2249424"/>
            <a:ext cx="1645920" cy="155448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Celsius and kelvin — a straight line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Given  C/100 = (K−273)/100, draw C versus K.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C = K − 273</a:t>
            </a:r>
            <a:endParaRPr sz="19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slope = 1          C-intercept = −273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157984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C=0 at K=273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K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C</a:t>
            </a:r>
            <a:endParaRPr sz="104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8321040" y="2432304"/>
            <a:ext cx="2011680" cy="274320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Class 05 homework — intercept question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65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Find the equation of the line whose x-intercept is +4 and y-intercept is +5.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" y="164591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1664207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5x + 4y + 20 = 0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4360" y="201167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8408" y="2029967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+ 5y − 20 = 0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" y="237743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7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2395727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4y − 5x = −20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8408" y="2761488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+ 5y + 20 = 0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322783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Tonight: solve by using the two points (4,0) and (0,5).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76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66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Class 05 homework — draw four graphs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67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Draw graph between y and x for each equation.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(i)   y = √3x + 4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(ii)  y = −x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(iii) y = |x|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953511"/>
            <a:ext cx="11018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(iv)  x/3 + y/4 + 1 = 0</a:t>
            </a:r>
            <a:endParaRPr sz="18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54787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every graph: first write m and c, then mark two points.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68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Copy every solved PW Class 05 question once in your notes.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Solve the intercept MCQ and four graph questions on rough pages.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Coordinates, distance and slope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69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distance₂D = √[(x₂−x₁)² + (y₂−y₁)²]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distance₃D = √[(x₂−x₁)² + (y₂−y₁)² + (z₂−z₁)²]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828799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75103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m = tanθ = Δy/Δx</a:t>
            </a:r>
            <a:endParaRPr sz="176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852928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rising → m positive       falling → m negative       horizontal → 0       vertical → undefined</a:t>
            </a:r>
            <a:endParaRPr sz="144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  <a:endParaRPr sz="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Straight-line lock-lines</a:t>
            </a:r>
            <a:endParaRPr sz="20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70</a:t>
            </a:r>
            <a:endParaRPr sz="88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81E3F"/>
                </a:solidFill>
                <a:latin typeface="Aptos"/>
              </a:rPr>
              <a:t>y = mx + c</a:t>
            </a:r>
            <a:endParaRPr sz="224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slope          c = y-intercept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x-intercept: put y=0          y-intercept: put x=0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parallel lines have equal slope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Slope is tanθ, not θ. A vertical line is x=constant.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12725</Words>
  <Application>WPS Presentation</Application>
  <PresentationFormat>On-screen Show (4:3)</PresentationFormat>
  <Paragraphs>1206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0" baseType="lpstr">
      <vt:lpstr>Arial</vt:lpstr>
      <vt:lpstr>SimSun</vt:lpstr>
      <vt:lpstr>Wingdings</vt:lpstr>
      <vt:lpstr>Arial</vt:lpstr>
      <vt:lpstr>Arial Black</vt:lpstr>
      <vt:lpstr>Aptos</vt:lpstr>
      <vt:lpstr>Segoe UI</vt:lpstr>
      <vt:lpstr>Georgia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manish jat</cp:lastModifiedBy>
  <cp:revision>2</cp:revision>
  <dcterms:created xsi:type="dcterms:W3CDTF">2013-01-27T09:14:00Z</dcterms:created>
  <dcterms:modified xsi:type="dcterms:W3CDTF">2026-09-09T12:52:22Z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</Properties>
</file>