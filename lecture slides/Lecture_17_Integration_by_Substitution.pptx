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substitution as chain rule in reverse.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every substitution short and mechanical.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Integration by Substitution and Mixed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24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87552"/>
            <a:ext cx="10195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5-minute definite-integral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9344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09344"/>
            <a:ext cx="10195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Substitution idea: chain rule backwards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3113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31136"/>
            <a:ext cx="10195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Choose u and write 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52928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52928"/>
            <a:ext cx="10195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Easy indefinite substitutions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74720"/>
            <a:ext cx="10195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Definite integrals with substitution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96512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96512"/>
            <a:ext cx="10195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Change of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18304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D646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18304"/>
            <a:ext cx="10195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Mixed board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4009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D646"/>
                </a:solidFill>
                <a:latin typeface="Aptos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340096"/>
            <a:ext cx="10195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Physics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integrals from last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∫_a^b f(x) dx = F(b) − F(a)     (no +C)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If f ≥ 0, this is the area under the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Displacement = area under the v–t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∫ xâ¿ dx = xâ¿âºÂ¹/(n+1) + C     (n ≠ −1)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Quick check: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Evaluate ∫_0Â³ 2x dx.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Quick check: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x²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F(3) − F(0) = 9 − 0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Substitution: chain rule in reverse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Chain rule: d/dx [F(u)] = F'(u) · du/dx.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So if the integrand looks like f(u) · (du/dx), integrate with respect to 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9631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64261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∫ f(u) (du/dx) dx = ∫ f(u) 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307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replace dx as well — do not leave a mixture of u and 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Four board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1. Choose u = (the inside function)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2. Differentiate: du/dx = …  →  write du = (…) 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3. Rewrite the whole integral in u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4. Integrate, then put x back (or change limits)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Simple linear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(2x + 3)³ · 2 dx.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Simple linear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Let u = 2x + 3  →  du = 2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Integral becomes ∫ u³ du = u⁴/4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(2x + 3)⁴/4 + 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Missing constant factor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(2x + 3)³ dx.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Missing constant factor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 = 2x + 3  →  du = 2 dx  →  dx = du/2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∫ u³ (du/2) = (1/2) · u⁴/4 + C = u⁴/8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(2x + 3)⁴/8 + 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93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du has a constant factor, bring 1/that factor outside.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Power of a linear expression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√(3x + 1) dx.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Power of a linear expression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 = 3x + 1  →  du = 3 dx  →  dx = du/3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∫ uÂ¹áŸÂ² (du/3) = (1/3) · uÂ³áŸÂ²/(3/2)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= (1/3)·(2/3) uÂ³áŸÂ² + C = (2/9) uÂ³áŸÂ²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(2/9)(3x + 1)Â³áŸÂ² + 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 substitution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e^(2x) · 2 dx.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Exponential substitution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2x  →  du = 2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∫ e^u du = e^u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e^(2x) + 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 without the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∫ e^(2x) dx.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Exponential without the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2x  →  dx = du/2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∫ e^u (du/2) = (1/2) e^u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(1/2) e^(2x) + 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Sine of a linear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∫ sin(3x) dx.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Sine of a linear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3x  →  dx = du/3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∫ sin u (du/3) = −(1/3) cos u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−(1/3) cos(3x) + 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Cosine of a linear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∫ cos(5x) dx.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Cosine of a linear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5x  →  dx = du/5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(1/5) sin(5x) + 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Chain-rule lookalike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2x cos(x²) dx.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Chain-rule lookalike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x²  →  du = 2x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∫ cos u du = sin u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sin(x²) + 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Reciprocal substitution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(2x)/(x² + 1) dx.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Reciprocal substitution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u = x² + 1  →  du = 2x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∫ du/u = ln|u|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ln|x² + 1| + 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integrals with substitution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Two clean options: change the limits to u, or substitute back to x then use F(b) − F(a).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9397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Preferred: change limits with u  →  no need to return to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363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you change variable, you must also change both limits.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Changing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When x = a, compute u(a)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When x = b, compute u(b)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Then evaluate ∫_{u(a)}^{u(b)} f(u) 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Do not put x-limits on a u-integral.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with linear 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∫_0^1 (2x + 1)³ · 2 dx.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with linear 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u = 2x + 1  →  du = 2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x = 0 → u = 1;   x = 1 → u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∫_1Â³ u³ du = [u⁴/4]_1Â³ = 81/4 − 1/4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20.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sine substitution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∫_0^{π/6} cos(3x) · 3 dx.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sine substitution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u = 3x  →  du = 3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x = 0 → u = 0;   x = π/6 → u = π/2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∫_0^{π/2} cos u du = [sin u]_0^{π/2}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without the factor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∫_0^1 e^(2x) dx.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without the factor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u = 2x  →  dx = du/2;   x = 0 → u = 0;   x = 1 → u =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∫_0Â² e^u (du/2) = (1/2)[e^u]_0Â² = (1/2)(e² − 1)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(e² − 1)/2.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reciprocal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∫_0^1 2x/(x² + 1) dx.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reciprocal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u = x² + 1  →  du = 2x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x = 0 → u = 1;   x = 1 → u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∫_1Â² du/u = [ln|u|]_1Â² = ln 2 − ln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ln 2.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Physics with substitution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acceleration or velocity is a composite function of time, substitute the inside.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Same four steps — then put the physical limits of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Keep units on the final number.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Velocity from a = 2t + 1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a = 2t + 1 and v = 0 at t = 0, find v at t = 2.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Velocity from a = 2t + 1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v = ∫_0Â² (2t + 1) dt = [t² + t]_0Â²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(4 + 2) − 0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 = 6 m s⁻¹.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Displacement with v = 3t²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3t² and x = 0 at t = 0, find x at t = 2.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Displacement with v = 3t²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x = ∫_0Â² 3t² dt = [t³]_0Â² =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8 m.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Composite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v = 2t cos(t²) and x = 0 at t = 0, find x at t = √(π/2).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Composite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u = t²  →  du = 2t dt;   t = 0 → u = 0;   t = √(π/2) → u = π/2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x = ∫_0^{π/2} cos u du = [sin u]_0^{π/2}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1 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Mixed: identify 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∫ 6x² (x³ + 4)⁵ dx.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Mixed: identify 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u = x³ + 4  →  du = 3x² dx  →  6x² dx = 2 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∫ 2 u⁵ du = 2 · u⁶/6 + C = u⁶/3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(x³ + 4)⁶/3 + C.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Mixed: definite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∫_0^1 4x (x² + 1)³ dx.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Mixed: definite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u = x² + 1  →  du = 2x dx  →  4x dx = 2 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x = 0 → u = 1;   x = 1 → u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∫_1Â² 2 u³ du = 2[u⁴/4]_1Â² = (1/2)(16 − 1)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15/2.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sin(2x)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∫ sin(2x) dx.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sin(2x)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2x  →  dx = du/2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−(1/2) cos(2x) + C.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definite e^(3x)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∫_0^1 e^(3x) dx.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definite e^(3x)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 = 3x  →  dx = du/3;   limits 0 →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(1/3)[e^u]_0Â³ = (e³ − 1)/3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(e³ − 1)/3.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check by differentiate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Differentiate y = (1/5) sin(5x) and confirm it matches cos(5x).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check by differentiate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dy/dx = (1/5) · cos(5x) · 5 = cos(5x)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Check successful — so ∫ cos(5x) dx = (1/5) sin(5x) + C.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Substitution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Substitution = chain rule written backwards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Choose u, write du, rewrite the whole integral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For definite integrals, change both limits with 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Always check by differentiating the answer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Redo every substitution question without looking.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For each indefinite answer, differentiate and recover the integrand.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Practise changing limits on three definite examples.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Write one physics ∫ with a composite function of 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Leaving a mix of u and x in the same integral is the classic trap.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