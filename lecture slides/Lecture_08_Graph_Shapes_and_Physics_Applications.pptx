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graph shapes and physics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reteach AP, GP, slope or line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Graph Shapes and Physics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11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Spring-force graph and perpendicular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Modulus graphs and transformations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Rectangular hyperbola and inverse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Parabola, square-root graph and transformations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Graphs used in mechanics, electricity and thermal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Circle and S.H.M. homework with guided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2-MINUTE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Only the graph tools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rising line: positive slope     falling line: negative slope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horizontal line: slope 0     vertical line: slope undefined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To draw any graph: make a small value table, mark points, join smoothly.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PHYSICS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Spring force: F = -kx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Hooke's law says the spring force is opposite to displacement.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F = -kx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graph is a straight line through the origin with negative slope -k.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0" y="2432304"/>
            <a:ext cx="2743200" cy="2743200"/>
          </a:xfrm>
          <a:prstGeom prst="line">
            <a:avLst/>
          </a:prstGeom>
          <a:ln w="3048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spring-force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1. x is displacement from the equilibrium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2. k is the spring constant. A larger k means a stiffer spring.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3. The minus sign means force acts opposite to displacement.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x&gt;0 gives F&lt;0     and     x&lt;0 gives F&gt;0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D680"/>
                </a:solidFill>
                <a:latin typeface="Aptos"/>
              </a:rPr>
              <a:t>Slope of the F-x graph = -k. Its magnitude gives the spring constant.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Perpendicular straight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Two perpendicular lines meet at 90 degrees.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1E3F"/>
                </a:solidFill>
                <a:latin typeface="Aptos"/>
              </a:rPr>
              <a:t>m1 x m2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If m1 = tan(theta), then m2 = tan(theta+90 degrees) = -1/tan(theta)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This rule is used only when both slopes are defined.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perpendicular slopes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Rotating a line by 90 degrees changes its direction completely.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m1=tan(theta)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m2=tan(theta+90 degrees)=-cot(theta)=-1/tan(theta)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Therefore m1 x m2 = tan(theta) x [-1/tan(theta)] = 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horizontal line is perpendicular to a vertical line; the product rule cannot be used because vertical slope is undefined.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Perpendicular-line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has slope 2. What is the slope of a perpendicular line?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Use m1 x m2 =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2 x m2 = 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3:  m2 = -1/2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Perpendicular slope = -1/2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Meaning of modulus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Modulus gives distance from zero, so it can never be negative.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|x| = x for x&gt;=0     and     |x| = -x for x&lt;0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97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|x|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97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85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73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61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383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49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modulus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Modulus changes every negative output into its positive magnitude.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For x&gt;=0: |x|=x, so use the line y=x.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For x&lt;0: |x|=-x, so use the line y=-x.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two straight parts meet where the expression inside the modulus becomes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For y=a|x-h|+k: vertex=(h,k); sign of a gives up/down and |a| gives steepness.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of y = |x|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graph is V-shaped, has vertex (0,0), and lies on or above the x-axis.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left branch: y=-x     right branch: y=x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0" y="2340864"/>
            <a:ext cx="1463040" cy="14630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503920" y="2340864"/>
            <a:ext cx="1463040" cy="14630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of y = -|x|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minus sign reflects y=|x| in the x-axis.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vertex stays at (0,0); the V opens downward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040880" y="3803904"/>
            <a:ext cx="1463040" cy="1463040"/>
          </a:xfrm>
          <a:prstGeom prst="line">
            <a:avLst/>
          </a:prstGeom>
          <a:ln w="3048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20" y="3803904"/>
            <a:ext cx="1463040" cy="1463040"/>
          </a:xfrm>
          <a:prstGeom prst="line">
            <a:avLst/>
          </a:prstGeom>
          <a:ln w="3048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|x-2|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Make a value table and draw y=|x-2|.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8288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078992"/>
            <a:ext cx="18288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9736" y="107899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078992"/>
            <a:ext cx="18288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07899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078992"/>
            <a:ext cx="18288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07899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078992"/>
            <a:ext cx="18288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46136" y="107899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1078992"/>
            <a:ext cx="18288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07899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18288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1645919"/>
            <a:ext cx="18288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9736" y="164591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645919"/>
            <a:ext cx="18288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8536" y="164591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645919"/>
            <a:ext cx="18288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7336" y="164591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1645919"/>
            <a:ext cx="18288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6136" y="164591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645919"/>
            <a:ext cx="18288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4936" y="164591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24963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1:  The smallest value is 0 at x=2.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29992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It is y=|x| shifted 2 units right; vertex = (2,0).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|4-2x|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vertex and draw y=|4-2x|.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Set the inside equal to zero: 4-2x=0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x=2, so the vertex is (2,0)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y=|4-2x|=2|x-2|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V-shape, vertex (2,0), steeper than y=|x-2|.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Position and steepness of modulus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200400" cy="585216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078992"/>
            <a:ext cx="2286000" cy="585216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1336" y="1078992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vertex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78992"/>
            <a:ext cx="2286000" cy="585216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1078992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opens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078992"/>
            <a:ext cx="3200400" cy="585216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078992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steepness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664207"/>
            <a:ext cx="32004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64207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y=|x|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1664207"/>
            <a:ext cx="22860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1664207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64207"/>
            <a:ext cx="22860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1664207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664207"/>
            <a:ext cx="32004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664207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normal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249424"/>
            <a:ext cx="32004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49424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y=-|x|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249424"/>
            <a:ext cx="22860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31336" y="2249424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249424"/>
            <a:ext cx="22860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7336" y="2249424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249424"/>
            <a:ext cx="32004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2249424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normal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34639"/>
            <a:ext cx="32004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34639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y=|x-2|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2834639"/>
            <a:ext cx="22860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1336" y="2834639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(2,0)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834639"/>
            <a:ext cx="22860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17336" y="2834639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834639"/>
            <a:ext cx="3200400" cy="585216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6" y="2834639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419856"/>
            <a:ext cx="32004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419856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y=2|x-2|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3419856"/>
            <a:ext cx="22860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31336" y="3419856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(2,0)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419856"/>
            <a:ext cx="22860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7336" y="3419856"/>
            <a:ext cx="22128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3419856"/>
            <a:ext cx="3200400" cy="585216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3336" y="3419856"/>
            <a:ext cx="312724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steeper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Rectangular hyperbola: y = k/x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In an inverse relation, one quantity increases while the other decreases.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y = k/x     or     xy =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curve approaches both axes but never touches them.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157984"/>
            <a:ext cx="137160" cy="54864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9680" y="2706624"/>
            <a:ext cx="274320" cy="45720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3163824"/>
            <a:ext cx="457200" cy="27432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3438144"/>
            <a:ext cx="548640" cy="13716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How to draw an inverse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1. Write the equation in the form y=k/x.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2. Make a value table. Avoid x=0 because division by zero is undefined.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3. Mark positive and negative x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4. Join smoothly; do not let the curve touch an axis.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Inverse-square 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force follows F=k/r^2. What happens when r becomes 2r?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Original force: F=k/r^2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New force: F'=k/(2r)^2=k/(4r^2)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F'=F/4. Doubling distance makes force one-fourth.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PHYSICS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De Broglie wavelength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moving particle has wavelength inversely proportional to momentum.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1E3F"/>
                </a:solidFill>
                <a:latin typeface="Aptos"/>
              </a:rPr>
              <a:t>lambda = h/p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 lambda versus p is a decreasing rectangular hyperbola.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lambda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157984"/>
            <a:ext cx="182880" cy="68580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2843784"/>
            <a:ext cx="320040" cy="41148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3255264"/>
            <a:ext cx="548640" cy="25603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4080" y="3511296"/>
            <a:ext cx="548640" cy="914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Wavelength and kinetic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K=p^2/(2m)  gives  p=sqrt(2mK)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lambda=h/p=h/sqrt(2mK)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lambda is proportional to 1/sqrt(K)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Therefore lambda decreases when kinetic energy increases.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FAMILY OF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 = k/x for different 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Every positive k gives a similar decreasing curve.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larger k places the curve farther from the origin.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0" y="2615184"/>
            <a:ext cx="274320" cy="54864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60" y="3163824"/>
            <a:ext cx="457200" cy="292608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3456432"/>
            <a:ext cx="640080" cy="146304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78240" y="2157984"/>
            <a:ext cx="274320" cy="5486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52560" y="2706624"/>
            <a:ext cx="457200" cy="47548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3182112"/>
            <a:ext cx="640080" cy="25603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THERMAL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Pressure-volume isotherm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a fixed amount of ideal gas at constant temperature: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PV=nRT  gives  P=nRT/V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 is inversely proportional to V, so the graph is a rectangular hyperbola.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157984"/>
            <a:ext cx="182880" cy="68580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2843784"/>
            <a:ext cx="320040" cy="41148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3255264"/>
            <a:ext cx="548640" cy="237744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4080" y="3493008"/>
            <a:ext cx="548640" cy="109728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an isothermal P-V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amount of gas n and temperature T stay constant, so nRT is one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PV=constant     therefore     P=constant/V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volume doubles, pressure becomes half. If volume triples, pressure becomes one-third.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Pressure becomes very large near V=0 and approaches zero for very large 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D680"/>
                </a:solidFill>
                <a:latin typeface="Aptos"/>
              </a:rPr>
              <a:t>A higher-temperature isotherm lies farther from the origin because nRT is larger.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Two gas isotherms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Two P-V curves are drawn for temperatures T1 and T2. The T2 curve is farther from the origin. Which temperature is higher?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At the same V: P=nRT/V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Higher T gives higher 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The farther curve has the higher temperature, so T2&gt;T1.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y=1/x and y=1/x^2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657600" cy="60350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78992"/>
            <a:ext cx="3657600" cy="60350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078992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y=1/x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078992"/>
            <a:ext cx="3657600" cy="60350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078992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y=1/x^2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82495"/>
            <a:ext cx="36576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82495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682495"/>
            <a:ext cx="36576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682495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same as 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682495"/>
            <a:ext cx="36576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1682495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always positive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86000"/>
            <a:ext cx="36576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86000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branches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286000"/>
            <a:ext cx="36576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286000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quadrants I and III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286000"/>
            <a:ext cx="36576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286000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quadrants I and 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89504"/>
            <a:ext cx="36576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889504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at x=0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889504"/>
            <a:ext cx="36576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2889504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undefined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2889504"/>
            <a:ext cx="36576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889504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undefined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493008"/>
            <a:ext cx="36576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493008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far from origin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493008"/>
            <a:ext cx="36576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3493008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approaches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493008"/>
            <a:ext cx="36576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3493008"/>
            <a:ext cx="35844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approaches 0 faster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ELECTRICITY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Electric field versus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6576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78992"/>
            <a:ext cx="384048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078992"/>
            <a:ext cx="376732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field relation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078992"/>
            <a:ext cx="347472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016" y="1078992"/>
            <a:ext cx="34015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graph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37360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737360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infinite line charge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737360"/>
            <a:ext cx="384048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737360"/>
            <a:ext cx="376732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 proportional to 1/r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347472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1737360"/>
            <a:ext cx="34015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rectangular hyperbola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395728"/>
            <a:ext cx="36576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395728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point charge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95728"/>
            <a:ext cx="384048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395728"/>
            <a:ext cx="376732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 proportional to 1/r^2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2395728"/>
            <a:ext cx="347472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9016" y="2395728"/>
            <a:ext cx="34015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inverse-square curve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054096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3054096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electric dipole far away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054096"/>
            <a:ext cx="384048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3054096"/>
            <a:ext cx="376732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 proportional to 1/r^3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054096"/>
            <a:ext cx="347472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9016" y="3054096"/>
            <a:ext cx="34015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steeper inverse curve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89534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Larger power of r in the denominator means faster decrease.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electric-field falloff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As distance increases, the same electric effect spreads over a larger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line charge: E is proportional to 1/r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point charge: E is proportional to 1/r^2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dipole far away: E is proportional to 1/r^3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At large r, 1/r^3 decreases fastest and 1/r decreases slowest.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Parabola: y = x^2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Squaring gives the same y-value for +x and -x.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1"/>
            <a:ext cx="146304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27631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581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39696"/>
            <a:ext cx="146304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139696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y=x^2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397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989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40880" y="2157984"/>
            <a:ext cx="457200" cy="86868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98080" y="3026664"/>
            <a:ext cx="502920" cy="57607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01000" y="3602736"/>
            <a:ext cx="502920" cy="20116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03920" y="3602736"/>
            <a:ext cx="502920" cy="20116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006840" y="3026664"/>
            <a:ext cx="502920" cy="57607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509760" y="2157984"/>
            <a:ext cx="457200" cy="86868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general vertical parabola is y=a(x-h)^2+k.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vertex=(h,k)     axis of symmetry: x=h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a&gt;0: opens upward     a&lt;0: opens downward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larger |a| makes the parabola narrower; a smaller |a| makes it wider.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Find the vertex first, then calculate symmetric points on both sides.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x^2 - 4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vertex and x-intercepts of y=x^2-4, then sketch the graph.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1:  Vertex: x=0 gives y=-4, so vertex=(0,-4)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2:  For x-intercepts put y=0: x^2-4=0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x=+2 or x=-2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The parabola opens upward and cuts x-axis at (-2,0) and (2,0).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Vertical shifts of y=x^2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6576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78992"/>
            <a:ext cx="32004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078992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vertex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078992"/>
            <a:ext cx="41148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078992"/>
            <a:ext cx="40416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direction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37360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737360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y=x^2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737360"/>
            <a:ext cx="32004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737360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737360"/>
            <a:ext cx="41148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1737360"/>
            <a:ext cx="40416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basic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395728"/>
            <a:ext cx="36576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395728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y=x^2+4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95728"/>
            <a:ext cx="32004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395728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2395728"/>
            <a:ext cx="41148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2395728"/>
            <a:ext cx="40416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 units 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054096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3054096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y=x^2-4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054096"/>
            <a:ext cx="32004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3054096"/>
            <a:ext cx="3127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(0,-4)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3054096"/>
            <a:ext cx="41148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3054096"/>
            <a:ext cx="40416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 units down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Downward parabolas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minus sign before x^2 reflects the graph in the x-axis.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9343"/>
            <a:ext cx="36576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09343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09343"/>
            <a:ext cx="36576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609343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vertex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609343"/>
            <a:ext cx="36576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1609343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opens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49424"/>
            <a:ext cx="36576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24942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y=-x^2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249424"/>
            <a:ext cx="36576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224942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249424"/>
            <a:ext cx="36576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24942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889504"/>
            <a:ext cx="36576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88950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y=-x^2+4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889504"/>
            <a:ext cx="36576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8536" y="288950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2889504"/>
            <a:ext cx="36576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46136" y="288950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529584"/>
            <a:ext cx="36576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352958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y=-x^2-4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529584"/>
            <a:ext cx="36576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8536" y="352958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(0,-4)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3529584"/>
            <a:ext cx="36576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6136" y="3529584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down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Square-root graph: y = sqrt(x)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real square root needs x&gt;=0.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9343"/>
            <a:ext cx="164592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09343"/>
            <a:ext cx="157276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139696"/>
            <a:ext cx="164592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139696"/>
            <a:ext cx="157276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sqrt(x)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269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437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503920" y="3300984"/>
            <a:ext cx="320040" cy="50292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823960" y="2980944"/>
            <a:ext cx="411480" cy="32004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235440" y="2752344"/>
            <a:ext cx="548640" cy="22860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784080" y="2569464"/>
            <a:ext cx="548640" cy="18288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square-root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y=sqrt(x) is the inverse of y=x^2 when x is restricted to x&gt;=0.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domain: x&gt;=0     range: y&gt;=0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It begins at (0,0), rises quickly, and then becomes flatter.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y=sqrt(x-h)+k starts at (h,k)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real-number graphs, the expression inside the square root cannot be negative.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y=x^2, y=x and y=sqrt(x)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All three pass through (0,0) and (1,1).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1"/>
            <a:ext cx="27432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27631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27631"/>
            <a:ext cx="27432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627631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highest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27631"/>
            <a:ext cx="27432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627631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middle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627631"/>
            <a:ext cx="27432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0536" y="1627631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lowest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286000"/>
            <a:ext cx="27432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286000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0&lt;x&lt;1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286000"/>
            <a:ext cx="27432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2286000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sqrt(x)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286000"/>
            <a:ext cx="27432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2286000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2286000"/>
            <a:ext cx="27432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0536" y="2286000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x^2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944368"/>
            <a:ext cx="27432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944368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x&gt;1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944368"/>
            <a:ext cx="27432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4136" y="2944368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x^2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944368"/>
            <a:ext cx="27432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7336" y="2944368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2944368"/>
            <a:ext cx="27432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0536" y="2944368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sqrt(x)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Kinetic energy versus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constant mass: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5778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2486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81E3F"/>
                </a:solidFill>
                <a:latin typeface="Aptos"/>
              </a:rPr>
              <a:t>K = (1/2)mv^2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K is proportional to v^2, so K versus v is an upward parabola through the origin.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K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503920" y="3666744"/>
            <a:ext cx="457200" cy="13716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961120" y="3300984"/>
            <a:ext cx="457200" cy="36576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418320" y="2660904"/>
            <a:ext cx="457200" cy="64008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875520" y="2066544"/>
            <a:ext cx="365760" cy="59436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kinetic-energy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Mass is constant, so K depends on the square of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 becomes 2v  -&gt;  K becomes 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 becomes 3v  -&gt;  K becomes 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Speed cannot be negative, so the physical K-v graph uses only v&gt;=0.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The curve starts at the origin and becomes steeper as speed increases.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OSCILLATIONS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pendulum: T versus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small oscillations: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5778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2486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T = 2pi sqrt(L/g)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 is proportional to sqrt(L): it rises, but its slope gradually decreases.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503920" y="3209544"/>
            <a:ext cx="320040" cy="59436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823960" y="2889504"/>
            <a:ext cx="411480" cy="32004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235440" y="2660904"/>
            <a:ext cx="502920" cy="22860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738360" y="2478024"/>
            <a:ext cx="594360" cy="18288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pendulum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one place, g is constant. The period depends on the square root of length.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T is proportional to sqrt(L)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L becomes 4L  -&gt;  T becomes 2T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L becomes 9L  -&gt;  T becomes 3T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T^2 versus L is a straight line through the origin.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Kepler's third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planets orbiting the same central body: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81E3F"/>
                </a:solidFill>
                <a:latin typeface="Aptos"/>
              </a:rPr>
              <a:t>T^2 is proportional to R^3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98063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T is proportional to R^(3/2)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5526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T^2 versus R^3 is a straight line through the origin.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Kepler's third-law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 is orbital period and R is the orbital radius or semi-major 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T^2/R^3 = constant for bodies orbiting the same central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Therefore T^2 plotted against R^3 gives a straight line through the origin.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But T plotted directly against R is a curved graph because T is proportional to R^(3/2).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constant changes if the central mass changes.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Kinetic energy versus mass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Momentum p is constant. Draw the relation between kinetic energy K and mass 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K=p^2/(2m)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With p constant, K is proportional to 1/m.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K versus m is a decreasing rectangular hyperbola.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Homework: draw x^2 + y^2 =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Identify the curve, its centre and its radius.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Compare with x^2+y^2=R^2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R^2=9, so R=3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Circle with centre (0,0) and radius 3.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Homework: S.H.M. velocity-position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For v=omega sqrt(A^2-x^2), draw the graph between v and x.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1:  Square both sides: v^2=omega^2(A^2-x^2)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2:  x^2/A^2 + v^2/(omega A)^2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This is the upper half of an ellipse because speed v is non-negative.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v is maximum omega A at x=0 and zero at x=+A or -A.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Graph-shape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|x| -&gt; V shape     1/x -&gt; rectangular hyperbola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x^2 -&gt; parabola     sqrt(x) -&gt; rising curve for x&gt;=0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inverse power: larger denominator power -&gt; faster decrease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m1 x m2 = -1 for perpendicular non-vertical lines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Draw every graph once using a small value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Label both axes and mark important points or intercepts.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Complete the circle and S.H.M. questions without looking at the answer slide.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