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Merged PW Units 01 + 02. Vectors and Basic Maths already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508" y="516636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D2D2DC"/>
                </a:solidFill>
                <a:latin typeface="Arial Black"/>
              </a:rPr>
              <a:t>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D646"/>
                </a:solidFill>
                <a:latin typeface="Arial Black"/>
              </a:rPr>
              <a:t>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" y="1540763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A5A64"/>
                </a:solidFill>
                <a:latin typeface="Aptos"/>
              </a:rPr>
              <a:t>CLASS 11   -   2026-27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99616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CLASS 11   -   2026-27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760" y="2084831"/>
            <a:ext cx="4572000" cy="25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4519" y="2468880"/>
            <a:ext cx="84124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19" y="3127248"/>
            <a:ext cx="8412480" cy="1490472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2615184"/>
            <a:ext cx="16459" cy="38404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596896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Physics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259689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Units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01568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Units and Measurement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950208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D646"/>
                </a:solidFill>
                <a:latin typeface="Aptos"/>
              </a:rPr>
              <a:t>Physical Quantities, Dimensions and Conversion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280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By - Excellence Programme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3035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0B6C0"/>
                </a:solidFill>
                <a:latin typeface="Aptos"/>
              </a:rPr>
              <a:t>6 October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185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D646"/>
                </a:solidFill>
                <a:latin typeface="Aptos"/>
              </a:rPr>
              <a:t>Topics to be covered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3108960" cy="32004"/>
          </a:xfrm>
          <a:prstGeom prst="rect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" y="1143000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8872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ptos"/>
              </a:rPr>
              <a:t>Physical quantity and why we measure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1673352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71907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ptos"/>
              </a:rPr>
              <a:t>Fundamental, derived, supplementary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2203704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49424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249424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ptos"/>
              </a:rPr>
              <a:t>SI units and how to write them (CBSE)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2734056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779775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779775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ptos"/>
              </a:rPr>
              <a:t>Dimension — simple meaning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3264408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310127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310127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ptos"/>
              </a:rPr>
              <a:t>Must-know dimensions (v, a, F, W, P)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" y="3794760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840480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84048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ptos"/>
              </a:rPr>
              <a:t>Unit conversion method</a:t>
            </a:r>
          </a:p>
        </p:txBody>
      </p:sp>
      <p:sp>
        <p:nvSpPr>
          <p:cNvPr id="22" name="Oval 21"/>
          <p:cNvSpPr/>
          <p:nvPr/>
        </p:nvSpPr>
        <p:spPr>
          <a:xfrm>
            <a:off x="594360" y="4325112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370831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370831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ptos"/>
              </a:rPr>
              <a:t>New-system of units</a:t>
            </a:r>
          </a:p>
        </p:txBody>
      </p:sp>
      <p:sp>
        <p:nvSpPr>
          <p:cNvPr id="25" name="Oval 24"/>
          <p:cNvSpPr/>
          <p:nvPr/>
        </p:nvSpPr>
        <p:spPr>
          <a:xfrm>
            <a:off x="594360" y="4855464"/>
            <a:ext cx="384048" cy="384048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901183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901183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ptos"/>
              </a:rPr>
              <a:t>Board practice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CLASS 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Where we are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Basic Maths and Vectors are complete. First NCERT physics chapter starts now.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This class merges PW Units 01 and Units 02 into one teaching hour.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50591"/>
            <a:ext cx="11018520" cy="10058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596896"/>
            <a:ext cx="1068933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Physical quantity  →  dimension  →  unit conversion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3075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Do not memorise later-chapter formulas today. Learn the method.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CHAPTER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Units and Measurement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1. Type of physical quantity and unit conversion   (today)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2. Dimensional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3055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3. Significant figures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3347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4. Errors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36391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5. Measuring instruments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6791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If a later chapter formula appears, do not panic. The method is the same.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Physical quantity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Physical quantity = a quantity that can be measured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21991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Examples: mass, length, time, force, energy.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706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measurement is written as  n u   (number × unit).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5643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Beauty, intelligence, honesty are not physical quantities.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CBSE 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Need for measurement (2 marks)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Write this in simple English. Do not make it long.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1. Physics is the study of nature using numbers.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2. To compare two things, we must measure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3. Measurement = how many × a standard unit fits into the quantity.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090672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236976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Physical quantity = numerical value  x  unit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793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Always write the unit. A number without a unit is incomplete.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CBSE 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How to write any 3-mark theory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Step 1: Definition in one line (easy words).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Step 2: Formula or symbol, if any.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483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Step 3: One example.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877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Step 4: One extra point (use / difference / trap).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227832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374136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Definition  +  formula  +  example = full marks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4165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Do not copy hard English. Examiner wants clear points, not big words.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Three types of physical quantity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78992"/>
            <a:ext cx="3474720" cy="155448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5AD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88719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D680"/>
                </a:solidFill>
                <a:latin typeface="Aptos"/>
              </a:rPr>
              <a:t>Fundamental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17904"/>
            <a:ext cx="32004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Independent. All other quantities are built from these.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078992"/>
            <a:ext cx="3474720" cy="155448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188719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8B4BE"/>
                </a:solidFill>
                <a:latin typeface="Aptos"/>
              </a:rPr>
              <a:t>Derived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517904"/>
            <a:ext cx="32004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Made from fundamentals: v = s/t, F = m 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078992"/>
            <a:ext cx="3474720" cy="155448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FF9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188719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9E40"/>
                </a:solidFill>
                <a:latin typeface="Aptos"/>
              </a:rPr>
              <a:t>Supplementary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517904"/>
            <a:ext cx="32004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Angle (rad) and solid angle (sr). Have a unit, no dimension.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907791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Fundamental means: you cannot derive one of them from the others.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5478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Two quantities can share a unit and still be different (work and torque).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CBSE 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Fundamental vs derived (3 marks)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2377440" cy="43891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23042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1078992"/>
            <a:ext cx="4297680" cy="43891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08376" y="1078992"/>
            <a:ext cx="42245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Fundamental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69480" y="1078992"/>
            <a:ext cx="4297680" cy="43891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06056" y="1078992"/>
            <a:ext cx="42245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Derived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517904"/>
            <a:ext cx="237744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517904"/>
            <a:ext cx="23042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Meaning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71800" y="1517904"/>
            <a:ext cx="429768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08376" y="1517904"/>
            <a:ext cx="42245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Independent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1517904"/>
            <a:ext cx="429768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06056" y="1517904"/>
            <a:ext cx="42245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Made from fundamentals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1956815"/>
            <a:ext cx="237744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1956815"/>
            <a:ext cx="23042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Count in SI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71800" y="1956815"/>
            <a:ext cx="429768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08376" y="1956815"/>
            <a:ext cx="42245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Seven only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80" y="1956815"/>
            <a:ext cx="429768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06056" y="1956815"/>
            <a:ext cx="42245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Many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395728"/>
            <a:ext cx="237744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2395728"/>
            <a:ext cx="23042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Example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71800" y="2395728"/>
            <a:ext cx="429768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08376" y="2395728"/>
            <a:ext cx="42245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mass, time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69480" y="2395728"/>
            <a:ext cx="429768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06056" y="2395728"/>
            <a:ext cx="42245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speed, force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2834639"/>
            <a:ext cx="237744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2834639"/>
            <a:ext cx="23042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Unit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71800" y="2834639"/>
            <a:ext cx="429768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08376" y="2834639"/>
            <a:ext cx="42245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kg, s, m ...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69480" y="2834639"/>
            <a:ext cx="429768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06056" y="2834639"/>
            <a:ext cx="42245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m/s, N, J ...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3273552"/>
            <a:ext cx="237744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" y="3273552"/>
            <a:ext cx="23042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Can we skip one?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71800" y="3273552"/>
            <a:ext cx="429768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08376" y="3273552"/>
            <a:ext cx="42245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69480" y="3273552"/>
            <a:ext cx="429768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06056" y="3273552"/>
            <a:ext cx="42245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Yes, if defined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391363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End the answer with: All derived quantities are built from the seven base ones.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Seven SI base quantities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4023360" cy="43891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39502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Quantity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078992"/>
            <a:ext cx="3474720" cy="43891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078992"/>
            <a:ext cx="34015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SI unit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078992"/>
            <a:ext cx="3474720" cy="43891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9016" y="1078992"/>
            <a:ext cx="34015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Symbol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517904"/>
            <a:ext cx="402336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517904"/>
            <a:ext cx="39502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Mass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1517904"/>
            <a:ext cx="347472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54296" y="1517904"/>
            <a:ext cx="34015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kilogram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517904"/>
            <a:ext cx="347472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9016" y="1517904"/>
            <a:ext cx="34015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kg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1956815"/>
            <a:ext cx="402336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1956815"/>
            <a:ext cx="39502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Length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7720" y="1956815"/>
            <a:ext cx="347472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54296" y="1956815"/>
            <a:ext cx="34015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metre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1956815"/>
            <a:ext cx="347472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29016" y="1956815"/>
            <a:ext cx="34015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395728"/>
            <a:ext cx="402336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2395728"/>
            <a:ext cx="39502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7720" y="2395728"/>
            <a:ext cx="347472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54296" y="2395728"/>
            <a:ext cx="34015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second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2395728"/>
            <a:ext cx="347472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9016" y="2395728"/>
            <a:ext cx="34015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2834639"/>
            <a:ext cx="402336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2834639"/>
            <a:ext cx="39502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Temperature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17720" y="2834639"/>
            <a:ext cx="347472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54296" y="2834639"/>
            <a:ext cx="34015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kelvin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92440" y="2834639"/>
            <a:ext cx="347472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29016" y="2834639"/>
            <a:ext cx="34015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3273552"/>
            <a:ext cx="402336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" y="3273552"/>
            <a:ext cx="39502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Current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17720" y="3273552"/>
            <a:ext cx="347472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54296" y="3273552"/>
            <a:ext cx="34015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ampere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92440" y="3273552"/>
            <a:ext cx="347472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29016" y="3273552"/>
            <a:ext cx="34015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3712463"/>
            <a:ext cx="402336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" y="3712463"/>
            <a:ext cx="39502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Amount of substance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17720" y="3712463"/>
            <a:ext cx="347472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54296" y="3712463"/>
            <a:ext cx="34015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mole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92440" y="3712463"/>
            <a:ext cx="347472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29016" y="3712463"/>
            <a:ext cx="34015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mol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" y="4151376"/>
            <a:ext cx="402336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" y="4151376"/>
            <a:ext cx="395020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Luminous intensity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17720" y="4151376"/>
            <a:ext cx="347472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54296" y="4151376"/>
            <a:ext cx="34015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candela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92440" y="4151376"/>
            <a:ext cx="347472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29016" y="4151376"/>
            <a:ext cx="34015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cd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CBSE 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Systems of units (2–3 marks)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CGS: centimetre, gram, second.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FPS: foot, pound, second.   MKS: metre, kilogram, second.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SI: international system. It starts from MKS and adds A, K, mol, cd.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679191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825496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081E3F"/>
                </a:solidFill>
                <a:latin typeface="Aptos"/>
              </a:rPr>
              <a:t>We use SI because it is one system for the whole world.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764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Advantage: same unit everywhere, easy to convert, coherent (no extra numbers).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4165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Write SI, not S.I. in running text. Say 'SI unit of force is newton (N)'.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CBSE 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Rules for writing units (copy this)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1. Unit name is not capital: metre, newton, joule.  (Exception: Celsius.)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2. Symbol may be capital if named after a person: N, J, W, 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48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3. Never write plural: 10 kg, not 10 kgs. Do not put a full stop after the symbol.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877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4. Leave a gap: 5 m, 10 N. Write m/s or m s⁻¹, not mps.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906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5. Quantity, unit and symbol are three different things.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685032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831336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Quantity: force     Unit: newton     Symbol: 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28031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Wrong: 10 Newton / 10 n / 10 nts.  Right: 10 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Derived quantities from definition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Velocity = displacement / time   →   m/s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Acceleration = change in velocity / time   →   m/s²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Force = mass x acceleration   →   kg m/s² = 1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Momentum = mass x velocity   →   kg m/s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1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Energy = (1/2) m v²   →   kg m²/s² = 1 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364991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Power = energy / time   →   J/s = 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9593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Same unit does not prove same physical quantity.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Which group can be fundamental?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Which of the following groups may be treated as a set of fundamental quantities?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25856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7685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276856"/>
            <a:ext cx="9491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mass, momentum, velocity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624327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642615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642615"/>
            <a:ext cx="9491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force, acceleration, mass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90087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08375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3008375"/>
            <a:ext cx="9491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force, time, velocity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3558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3741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374136"/>
            <a:ext cx="9491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none of these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Which group can be fundamental?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1:  Fundamental means independent: none can be written using only the others.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2:  (a) p = m v, so momentum is derived. (b) F = m a, so they are linked.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3:  (c) F, t, v cannot make each other. They can form a valid base 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Answer: force, time, velocity.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Characteristic of a unit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Which of the following is a characteristic of a unit?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1671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854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185416"/>
            <a:ext cx="9491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universally accepted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53288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5117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551176"/>
            <a:ext cx="9491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invariable and well defined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8986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169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916936"/>
            <a:ext cx="9491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suitable size and easily available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2644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2826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282696"/>
            <a:ext cx="9491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all of the above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Characteristic of a unit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Answer: all of the above.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CBSE 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 good unit — 3 points to remember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Write these three lines. That is the full 3-mark answer.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1. It must be the same for everyone (universally accepted).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48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2. It must not change with time or place (invariable, well defined).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877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3. It should be of handy size and easy to copy (easily available).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227832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374136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Accepted  +  does not change  +  easy to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3708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Hand-span and foot-step failed because they change from person to person.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What is a dimension?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10058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Dimension = power of a base quantity in the expression of a P.Q.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134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Mass → M¹     Length → L¹     Time → T¹     Current → A¹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620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Temperature → K¹ (or θ¹)     Amount → mol     Luminous intensity → 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0215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The letter M is mass, not metre. Metre is the unit of length 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CBSE 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Dimensional formula — how to say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Dimensional formula: the expression that shows powers of M, L, 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Example: [F] = M L T⁻². This is the dimensional formula of force.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48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Dimensional equation: quantity = its dimensional formula.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8775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Example: [force] = [M L T⁻²].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182111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328415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081E3F"/>
                </a:solidFill>
                <a:latin typeface="Aptos"/>
              </a:rPr>
              <a:t>Write [ ] around the quantity. Then write M, L, T with powers.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32511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CBSE likes the word 'dimensional formula'. Use it, not only 'dimension'.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CBSE 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Unit vs dimension (2 marks)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2926080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28529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078992"/>
            <a:ext cx="4023360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7016" y="1078992"/>
            <a:ext cx="39502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Unit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1078992"/>
            <a:ext cx="4023360" cy="47548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0375" y="1078992"/>
            <a:ext cx="39502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Dimension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554480"/>
            <a:ext cx="292608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554480"/>
            <a:ext cx="28529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Meaning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1554480"/>
            <a:ext cx="402336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7016" y="1554480"/>
            <a:ext cx="39502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standard used to measure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1554480"/>
            <a:ext cx="402336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0375" y="1554480"/>
            <a:ext cx="39502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powers of base quantities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029967"/>
            <a:ext cx="292608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2029967"/>
            <a:ext cx="28529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Can change?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2029967"/>
            <a:ext cx="402336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57016" y="2029967"/>
            <a:ext cx="39502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yes (m or cm)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43800" y="2029967"/>
            <a:ext cx="402336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0375" y="2029967"/>
            <a:ext cx="39502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no (length is always 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505456"/>
            <a:ext cx="292608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2505456"/>
            <a:ext cx="28529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Example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2505456"/>
            <a:ext cx="402336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57016" y="2505456"/>
            <a:ext cx="39502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newton, joule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43800" y="2505456"/>
            <a:ext cx="4023360" cy="47548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0375" y="2505456"/>
            <a:ext cx="39502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M L T⁻²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2980944"/>
            <a:ext cx="292608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2980944"/>
            <a:ext cx="285292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Depends on system?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980944"/>
            <a:ext cx="402336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57016" y="2980944"/>
            <a:ext cx="39502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yes (SI / CGS)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43800" y="2980944"/>
            <a:ext cx="4023360" cy="47548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80375" y="2980944"/>
            <a:ext cx="39502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no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0050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Force in SI is N, in CGS is dyne. Dimension is M L T⁻² in both.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CBSE 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Dimensionless quantities (2 marks)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quantity with all powers zero is dimensionless: M⁰ L⁰ T⁰.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It may still have a unit. Angle has unit radian, but no dimension.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48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Examples: angle, solid angle, strain, refractive index, relative density.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770632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916936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No dimension  does not always mean  no unit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593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Strain = change in length / original length = L/L = 1. Pure number.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Anything that is a length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Displacement, distance, height, width, diameter, amplitude,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wavelength, radius of curvature, range of projectile, mean free path,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48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focal length, circumference, fringe width, position, elongation.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770632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916936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All of these have dimension L¹ M⁰ T⁰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5935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If it is a measured length, write [L]. Do not overthink the name.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Velocity family vs angular velocity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28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[velocity] = L T⁻¹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Same dimension: speed, average / orbital / escape / terminal / drift velocity.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862072"/>
            <a:ext cx="11018520" cy="10058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3008376"/>
            <a:ext cx="1068933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[angular velocity ω] = T⁻¹   because ω = θ / 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09651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ω is not a velocity. v = r ω mixes L into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Mechanics dimensions you must 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29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3840480" cy="43891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37673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Quantity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078992"/>
            <a:ext cx="2377440" cy="43891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1416" y="1078992"/>
            <a:ext cx="23042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From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2280" y="1078992"/>
            <a:ext cx="4754880" cy="43891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8856" y="1078992"/>
            <a:ext cx="46817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Dimension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517904"/>
            <a:ext cx="384048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517904"/>
            <a:ext cx="37673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Acceleration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517904"/>
            <a:ext cx="237744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1416" y="1517904"/>
            <a:ext cx="23042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v / 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1517904"/>
            <a:ext cx="475488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48856" y="1517904"/>
            <a:ext cx="46817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L T⁻²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1956815"/>
            <a:ext cx="384048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1956815"/>
            <a:ext cx="37673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Force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1956815"/>
            <a:ext cx="237744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71416" y="1956815"/>
            <a:ext cx="23042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m 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12280" y="1956815"/>
            <a:ext cx="475488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48856" y="1956815"/>
            <a:ext cx="46817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M L T⁻²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395728"/>
            <a:ext cx="384048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2395728"/>
            <a:ext cx="37673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Momentum / impulse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2395728"/>
            <a:ext cx="237744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71416" y="2395728"/>
            <a:ext cx="23042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m 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80" y="2395728"/>
            <a:ext cx="475488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48856" y="2395728"/>
            <a:ext cx="46817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M L T⁻¹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2834639"/>
            <a:ext cx="384048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2834639"/>
            <a:ext cx="37673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Work / energy / torque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34840" y="2834639"/>
            <a:ext cx="237744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71416" y="2834639"/>
            <a:ext cx="23042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F 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12280" y="2834639"/>
            <a:ext cx="475488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48856" y="2834639"/>
            <a:ext cx="46817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M L² T⁻²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3273552"/>
            <a:ext cx="384048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" y="3273552"/>
            <a:ext cx="37673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Power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34840" y="3273552"/>
            <a:ext cx="237744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71416" y="3273552"/>
            <a:ext cx="23042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W / 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12280" y="3273552"/>
            <a:ext cx="475488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48856" y="3273552"/>
            <a:ext cx="46817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M L² T^(-3)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3712463"/>
            <a:ext cx="384048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" y="3712463"/>
            <a:ext cx="37673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Pressure / stress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34840" y="3712463"/>
            <a:ext cx="237744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71416" y="3712463"/>
            <a:ext cx="23042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F / 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12280" y="3712463"/>
            <a:ext cx="475488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48856" y="3712463"/>
            <a:ext cx="46817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M L⁻¹ T⁻²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" y="4151376"/>
            <a:ext cx="384048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" y="4151376"/>
            <a:ext cx="37673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Density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34840" y="4151376"/>
            <a:ext cx="237744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71416" y="4151376"/>
            <a:ext cx="23042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m / V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12280" y="4151376"/>
            <a:ext cx="475488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48856" y="4151376"/>
            <a:ext cx="46817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M L^(-3)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51480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Work and torque share dimension. They are still different quantities.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Angular set and moment of inertia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Angle θ has no dimension: M⁰ L⁰ T⁰. Unit is radian.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Angular velocity ω = θ / t  →  T⁻¹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483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Angular acceleration = ω / t  →  T⁻²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8775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Moment of inertia I = m r²  →  M L²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182111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328415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Angular momentum L = r x p  →  M L² T⁻¹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32511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Torque = r x F has the same dimension as energy.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Gradients and frequency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Gradient means change per unit length.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Velocity gradient = v / L  →  T⁻¹   (same as frequency)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48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Temperature gradient = K / L  →  K L⁻¹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877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Frequency = 1/T  →  T⁻¹     Charge = I t  →  A 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227832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374136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Area = L²     Volume = L³     Density = M L^(-3)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3708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Same dimension (T⁻¹) does not mean same quantity.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Every force is still a force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Friction, tension, spring force, weight, buoyancy, electrostatic force,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magnetic force, nuclear force, gravitational force: all [F] = M L T⁻².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13432"/>
            <a:ext cx="11018520" cy="10058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459736"/>
            <a:ext cx="1068933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EMF is not a force. Volt = J/C = M L² T^(-3) A⁻¹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478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Every energy (KE, PE, heat, work function) has [E] = M L² T⁻².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336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Name can trick you. Dimension follows the definition.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What a unit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34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Unit = a reference value. Measurement = n 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6771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Example: 5 m means 5 × the reference 1 m. Also 500 cm.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953511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3099815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n u = constant, so  n1 u1 = n2 u2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1422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If the unit becomes larger, the number becomes smaller.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CBSE 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How to convert units (write these steps)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In a numerical, write these four lines. Examiner ticks each 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1. Write the given value with its unit.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48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2. Replace each unit by the new unit (1 m = 100 cm, 1 kg = 1000 g).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877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3. Keep the power on the unit: m² becomes (100 cm)².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906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4. Multiply and write the final number with the new unit.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730752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877056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n1 u1 = n2 u2     (the actual amount does not change)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7375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Bigger unit → smaller number. If your number grew with a bigger unit, check again.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SI vs CGS you will convert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37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2743200" cy="43891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26700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Quantity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078992"/>
            <a:ext cx="4114800" cy="43891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4136" y="1078992"/>
            <a:ext cx="40416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SI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1078992"/>
            <a:ext cx="4114800" cy="43891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88936" y="1078992"/>
            <a:ext cx="40416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517904"/>
            <a:ext cx="274320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517904"/>
            <a:ext cx="26700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Mass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1517904"/>
            <a:ext cx="411480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4136" y="1517904"/>
            <a:ext cx="40416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kg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1517904"/>
            <a:ext cx="411480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88936" y="1517904"/>
            <a:ext cx="40416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1956815"/>
            <a:ext cx="274320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1956815"/>
            <a:ext cx="26700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Length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1956815"/>
            <a:ext cx="411480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74136" y="1956815"/>
            <a:ext cx="40416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60" y="1956815"/>
            <a:ext cx="411480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88936" y="1956815"/>
            <a:ext cx="40416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cm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395728"/>
            <a:ext cx="274320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2395728"/>
            <a:ext cx="26700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37560" y="2395728"/>
            <a:ext cx="411480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74136" y="2395728"/>
            <a:ext cx="40416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52360" y="2395728"/>
            <a:ext cx="411480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8936" y="2395728"/>
            <a:ext cx="40416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2834639"/>
            <a:ext cx="274320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2834639"/>
            <a:ext cx="26700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Force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37560" y="2834639"/>
            <a:ext cx="411480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74136" y="2834639"/>
            <a:ext cx="40416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N = kg m/s²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52360" y="2834639"/>
            <a:ext cx="411480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88936" y="2834639"/>
            <a:ext cx="40416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dyne = g cm/s²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3273552"/>
            <a:ext cx="274320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" y="3273552"/>
            <a:ext cx="26700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Energy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37560" y="3273552"/>
            <a:ext cx="411480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74136" y="3273552"/>
            <a:ext cx="40416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J = kg m²/s²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52360" y="3273552"/>
            <a:ext cx="411480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88936" y="3273552"/>
            <a:ext cx="40416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erg = g cm²/s²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3712463"/>
            <a:ext cx="274320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" y="3712463"/>
            <a:ext cx="26700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Power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37560" y="3712463"/>
            <a:ext cx="411480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74136" y="3712463"/>
            <a:ext cx="40416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W = J/s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52360" y="3712463"/>
            <a:ext cx="4114800" cy="438912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88936" y="3712463"/>
            <a:ext cx="40416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erg/s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" y="4151376"/>
            <a:ext cx="274320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" y="4151376"/>
            <a:ext cx="26700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C8FF"/>
                </a:solidFill>
                <a:latin typeface="Aptos"/>
              </a:rPr>
              <a:t>Momentum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37560" y="4151376"/>
            <a:ext cx="411480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74136" y="4151376"/>
            <a:ext cx="40416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kg m/s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52360" y="4151376"/>
            <a:ext cx="4114800" cy="43891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88936" y="4151376"/>
            <a:ext cx="40416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g cm/s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51480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1 N = 10⁵ dyne.   1 J = 10^7 erg.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Conversion 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Write the quantity with its SI unit, then replace each unit.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 m = 100 cm, 1 kg = 1000 g, time unit is the same second.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267712"/>
            <a:ext cx="11018520" cy="10058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414016"/>
            <a:ext cx="1068933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Area 5 m² = 5 (100 cm)² = 5 x 10⁴ cm²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0215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Powers travel with the unit: m² becomes (100 cm)², not 100 cm².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1879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Do not convert 5 and then forget the power on the unit.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Area 5 m² in CGS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If area of an object is 5 m², find its value in CGS unit.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Area 5 m² in CGS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5 m² = 5 (1 m)² = 5 (100 cm)²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= 5 x 10⁴ cm²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5 x 10⁴ cm².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25 m/s in CGS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Convert 25 m/s into CGS unit.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25 m/s in CGS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25 m/s = 25 (100 cm / s) = 2500 cm/s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2500 cm/s.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36 km/h into m/s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Convert 36 km/h into m/s.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36 km/h into m/s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 36 km/h = 36 x (1000 m) / (3600 s) = 10 m/s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Shortcut: x km/h = x x (5/18) m/s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10 m/s.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1 newton into dyne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Convert 1 N into dyne.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1 newton into dyne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1 N = 1 kg m / s² = (10³ g)(10² cm) / s²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= 10⁵ g cm / s² = 10⁵ dyne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1 N = 10⁵ dyne.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10 J in CGS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Convert 10 J into CGS unit.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10 J in CGS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1:  10 J = 10 kg m² / s² = 10 (10³ g)(10² cm)² / s²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= 10 x 10^7 erg = 10^8 erg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10^8 erg.  (1 J = 10^7 erg)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KE in SI and CGS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Mass m = 10 kg, velocity 4 m/s. Find KE in SI and in CGS.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KE in SI and CGS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KE = (1/2) m v² = (1/2)(10)(16) = 80 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80 J = 80 x 10^7 erg = 8 x 10^8 erg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80 J  or  8 x 10^8 erg.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If the length unit is doubled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If the unit of length becomes double the SI metre, the area 5 m² in the new unit is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If the length unit is doubled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1:  n u = constant. New length unit L' = 2 m, so 1 m = (1/2) L'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5 m² = 5 (1/2 L')² = 5/4 = 1.25 new area units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1.25 (because area scales as L²).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New unit of force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New system: 1 unit of length = 2 m, mass = 10 kg, time = 4 s. Find the unit of force.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New unit of force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1:  [F] = M L T⁻², so 1 new force unit = 10 kg x 2 m / (4 s)²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= 20 / 16 = 1.25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1 new force unit = 1.25 N.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10 J in a new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New units: length 10 m, mass 5 kg, time 2 s. Value of 10 J in this system?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10 J in a new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1:  1 new energy unit = M L² T⁻² = 5 x (10)² / (2)² = 125 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n_new = 10 / 125 = 0.08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0.08 new energy units.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Density 5 kg/m³ in a new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New system: 1 length unit = x m, 1 mass unit = y kg. Value of density 5 kg/m³?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Density 5 kg/m³ in a new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1:  1 m = 1/x of the new length, 1 kg = 1/y of the new mass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2:  5 kg/m³ = 5 (1/y) / (1/x)³ = (5 x³ / y) new density units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(5 x³ / y) new units.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Match the dimensions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Match: A angular momentum, B torque, C stress, D pressure gradient.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2128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311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231136"/>
            <a:ext cx="9491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A-I, B-IV, C-III, D-II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5786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968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596896"/>
            <a:ext cx="9491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A-III, B-I, C-IV, D-II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4436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6265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962656"/>
            <a:ext cx="9491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A-II, B-III, C-IV, D-I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3101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3284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328416"/>
            <a:ext cx="9491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A-IV, B-II, C-I, D-III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82219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I [M L² T⁻²]   II [M L⁻² T⁻²]   III [M L² T⁻¹]   IV [M L⁻¹ T⁻²]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Match the dimensions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Step 1:  L = r p → M L² T⁻¹ = III.   Torque = r F → M L² T⁻² = 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Step 2:  Stress = F/A → M L⁻¹ T⁻² = IV.   Pressure gradient = P/L → II.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Answer: A-III, B-I, C-IV, D-II.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Density in a new CGS-like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Density is 4 g/cm³. New units: length 10 cm, mass 100 g. New density value is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30428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32257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322576"/>
            <a:ext cx="9491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0.04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6700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6883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688336"/>
            <a:ext cx="9491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0.4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30358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540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3054096"/>
            <a:ext cx="9491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40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40156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41985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419856"/>
            <a:ext cx="9491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400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Density in a new CGS-like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5AC8FF"/>
                </a:solidFill>
                <a:latin typeface="Aptos"/>
              </a:rPr>
              <a:t>Step 1:  4 g/cm³ = 4 (100 g / 100) / (10 cm / 10)³ wait: 1 new mass = 100 g, 1 new length = 10 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n' = 4 x (1/100) / (1/10)³ = 4 x 0.01 x 1000 =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Answer: 40.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CLASS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Units 01 lock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Seven base quantities. Derived = built from these.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Dimension = powers of M, L, T, ... in the formula.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[F] = M L T⁻².  [W] = [torque] = M L² T⁻².  [P] = M L² T^(-3).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n u = constant. Larger unit → smaller number. Powers travel with units.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7355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1 N = 10⁵ dyne.  1 J = 10^7 erg.  x km/h = x x (5/18) m/s.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CBSE 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Theory lines to copy in the paper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1. Physical quantity = numerical value x unit.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2. A unit must be accepted, unchanging, and of suitable size.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3. SI has seven base units. All other units are derived.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4. Dimension does not change with the system of units. Unit does.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1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5. Angle is dimensionless but has a unit (radian).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364991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6. Work and torque have the same dimension, not the same meaning.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0050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For 3 marks: definition + formula/example + one extra line.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1. Write dimensions of velocity, acceleration, force, energy, power, pressure.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2. Convert 2 N into dyne and 5 J into erg.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483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3. Convert 72 km/h into m/s.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877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4. New units: L = 2 m, M = 2 kg, T = 2 s. Find 1 new unit of energy in joule.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906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5. Why can work and torque have the same dimension but remain different?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93591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6. Density 8 g/cm³. New mass unit 200 g, new length unit 5 cm. Find new density.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1879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Next class: uses of dimensional analysis (checking, converting, guessing formulas).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