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Lean merge: V02 from s91 + unique V04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Repeats from Vector 01 and Vector 02 before slide 91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Vector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Components, Dot Product and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3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0584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Adding by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Change in velocity and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Dot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79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26079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Unit vector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6616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Angle and direction from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0624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Fresh JEE-style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46319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46319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Cross product (added)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What we are skipping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Already done in Vector 01 and Vector 02 before slide 91: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· scalar multiply, compass language, reverse/scale 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· rectangular components and magnitude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· triangle law, resultant formula, range, equal-magnitude tricks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· subtraction idea, and the repeated resultant drills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Today starts at adding by components, then moves into dot product and new practice. Cross product is added at the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Adding by components is adding columns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x-parts combine with x-parts. The y-parts combine with y-parts. This is the cleanest method for many vectors.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3836822"/>
            <a:ext cx="42976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24912" y="1874519"/>
            <a:ext cx="0" cy="3383281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57800" y="389168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87451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24912" y="2785262"/>
            <a:ext cx="1645920" cy="105156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21024" y="305501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785262"/>
            <a:ext cx="0" cy="105156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24912" y="3836822"/>
            <a:ext cx="1645920" cy="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24912" y="3836822"/>
            <a:ext cx="1143000" cy="13258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69564" y="424373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67912" y="3836822"/>
            <a:ext cx="0" cy="1325880"/>
          </a:xfrm>
          <a:prstGeom prst="line">
            <a:avLst/>
          </a:prstGeom>
          <a:ln w="152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24912" y="3836822"/>
            <a:ext cx="1143000" cy="0"/>
          </a:xfrm>
          <a:prstGeom prst="line">
            <a:avLst/>
          </a:prstGeom>
          <a:ln w="152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35040" y="1920240"/>
            <a:ext cx="49834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066544"/>
            <a:ext cx="46542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A + B = (Aₓ + Bₓ) î + (Aᵧ + Bᵧ) 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246120"/>
            <a:ext cx="49834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35584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Column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685031"/>
            <a:ext cx="47091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x-column decides left-right. y-column decides up-down.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572000"/>
            <a:ext cx="49834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6817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3D same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010912"/>
            <a:ext cx="47091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A + B = (Aₓ+Bₓ)î + (Aᵧ+Bᵧ)ĵ + (A_z+B_z)k̂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Add by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4 î + 3 ĵ and B = 3 î - 4 ĵ. Find A + B, A - B, and |A| + |B|.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Add by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7 î - 1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- B = 1 î + 7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|A| = 5 and |B| = 5, so |A| + |B|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Sum of magnitudes is 10. Magnitude of the sum is √50.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4326940"/>
            <a:ext cx="329184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60536" y="2788920"/>
            <a:ext cx="0" cy="265175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89919" y="43818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7889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860536" y="3366820"/>
            <a:ext cx="1325879" cy="96012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96628" y="35908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0536" y="4326940"/>
            <a:ext cx="1005840" cy="123444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436607" y="46881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0536" y="4326940"/>
            <a:ext cx="1874519" cy="2743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870948" y="42080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A+B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Change in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Velocity changes from 10 m/s east to 10 m/s north. Find the change in velocity.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Change in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Change = final - initial = 10 ĵ - 10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Magnitude = √(100 + 100) = 10 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10 √2 m/s, pointing north of west.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4365345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24544" y="2880360"/>
            <a:ext cx="0" cy="256031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2020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28803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24544" y="4365345"/>
            <a:ext cx="14173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06356" y="410931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vᵢ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24544" y="2948025"/>
            <a:ext cx="0" cy="14173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97696" y="340065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vᶠ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8924544" y="2948025"/>
            <a:ext cx="1417320" cy="14173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06356" y="340065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Δv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Rotate 2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is rotated by 90°, 180°, 270° and 360° anticlockwise. Write each new vector.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Rotate 2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90°: 2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180°: -2 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270°: -2 ĵ.   360°: 2 î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Rotation keeps the magnitude and changes only the direction.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4326940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924544" y="2788920"/>
            <a:ext cx="0" cy="265175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44200" y="43818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27889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24544" y="4326940"/>
            <a:ext cx="11430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69196" y="40709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0°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924544" y="3183940"/>
            <a:ext cx="0" cy="114300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97696" y="3499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90°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781544" y="4326940"/>
            <a:ext cx="1143000" cy="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26196" y="40709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180°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24544" y="4326940"/>
            <a:ext cx="0" cy="114300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97696" y="4642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270°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A · B = A B cos θ = Aₓ Bₓ + Aᵧ Bᵧ + A_z B_z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dot product is 0, the vectors are perpendicular.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cos θ = (A · B) / (A B). That is how the angle is found from components.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Component of B along A = (A · B) / 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· î = 1. î · ĵ = 0. The same rule holds for ĵ and k̂.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537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unit vector dotted with itself is 1.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4663440"/>
            <a:ext cx="21488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9932" y="44074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452360" y="3383280"/>
            <a:ext cx="1371600" cy="12801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11312" y="37673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23960" y="3383280"/>
            <a:ext cx="0" cy="128016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4663440"/>
            <a:ext cx="1371600" cy="0"/>
          </a:xfrm>
          <a:prstGeom prst="line">
            <a:avLst/>
          </a:prstGeom>
          <a:ln w="2540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47731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B cos 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956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projection of B along 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 tells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Dot product is positive when vectors face mostly the same way, zero at 90°, and negative when they face opposite way.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2743200"/>
            <a:ext cx="16916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61972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2057400"/>
            <a:ext cx="1463040" cy="68580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47672" y="21442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691478" y="2729901"/>
            <a:ext cx="162" cy="1329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690995" y="2716611"/>
            <a:ext cx="483" cy="132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690189" y="2703336"/>
            <a:ext cx="806" cy="1327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689062" y="2690085"/>
            <a:ext cx="1127" cy="1325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687615" y="2676865"/>
            <a:ext cx="1447" cy="132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685847" y="2663684"/>
            <a:ext cx="1768" cy="1318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683760" y="2650550"/>
            <a:ext cx="2087" cy="1313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681355" y="2637470"/>
            <a:ext cx="2405" cy="1308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678635" y="2624452"/>
            <a:ext cx="2720" cy="130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675599" y="2611504"/>
            <a:ext cx="3036" cy="1294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672250" y="2598633"/>
            <a:ext cx="3349" cy="128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668591" y="2585848"/>
            <a:ext cx="3659" cy="1278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664623" y="2573155"/>
            <a:ext cx="3968" cy="126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660348" y="2560561"/>
            <a:ext cx="4275" cy="125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655769" y="2548075"/>
            <a:ext cx="4579" cy="1248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650889" y="2535704"/>
            <a:ext cx="4880" cy="123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645710" y="2523455"/>
            <a:ext cx="5179" cy="1224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640236" y="2511334"/>
            <a:ext cx="5474" cy="1212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0053" y="2608619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 &lt; 90°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D680"/>
                </a:solidFill>
                <a:latin typeface="Aptos"/>
              </a:rPr>
              <a:t>A · B &gt; 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92040" y="297180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42431" y="27157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4892040" y="1463040"/>
            <a:ext cx="0" cy="15087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65192" y="19613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5438592" y="2923982"/>
            <a:ext cx="2087" cy="478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5432344" y="2876529"/>
            <a:ext cx="6248" cy="4745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5421985" y="2829801"/>
            <a:ext cx="10359" cy="467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5407592" y="2784154"/>
            <a:ext cx="14393" cy="456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5389276" y="2739934"/>
            <a:ext cx="18316" cy="442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5367176" y="2697480"/>
            <a:ext cx="22100" cy="4245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5341459" y="2657113"/>
            <a:ext cx="25717" cy="4036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5312322" y="2619141"/>
            <a:ext cx="29137" cy="379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5279987" y="2583852"/>
            <a:ext cx="32335" cy="3528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5244698" y="2551517"/>
            <a:ext cx="35289" cy="3233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5206726" y="2522380"/>
            <a:ext cx="37972" cy="2913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5166359" y="2496663"/>
            <a:ext cx="40367" cy="2571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5123905" y="2474563"/>
            <a:ext cx="42454" cy="221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5079685" y="2456247"/>
            <a:ext cx="44220" cy="1831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5034038" y="2441854"/>
            <a:ext cx="45647" cy="143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4987310" y="2431495"/>
            <a:ext cx="46728" cy="1035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939857" y="2425247"/>
            <a:ext cx="47453" cy="624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4892040" y="2423160"/>
            <a:ext cx="47817" cy="208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331713" y="253212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90°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3429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C8FF"/>
                </a:solidFill>
                <a:latin typeface="Aptos"/>
              </a:rPr>
              <a:t>A · B = 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66760" y="274320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262872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7178040" y="2011680"/>
            <a:ext cx="1188720" cy="7315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45552" y="2121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7896982" y="2361152"/>
            <a:ext cx="14471" cy="179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883217" y="2379094"/>
            <a:ext cx="13765" cy="184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870179" y="2397584"/>
            <a:ext cx="13038" cy="1900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857888" y="2416593"/>
            <a:ext cx="12291" cy="195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846363" y="2436094"/>
            <a:ext cx="11525" cy="1996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835620" y="2456057"/>
            <a:ext cx="10743" cy="203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7825676" y="2476451"/>
            <a:ext cx="9944" cy="2079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7816546" y="2497247"/>
            <a:ext cx="9130" cy="2116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7808244" y="2518413"/>
            <a:ext cx="8302" cy="2150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7800781" y="2539916"/>
            <a:ext cx="7463" cy="2181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7794170" y="2561726"/>
            <a:ext cx="6611" cy="2208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7788421" y="2583808"/>
            <a:ext cx="5749" cy="2232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7783541" y="2606131"/>
            <a:ext cx="4880" cy="225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779538" y="2628659"/>
            <a:ext cx="4003" cy="227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7776418" y="2651360"/>
            <a:ext cx="3120" cy="2283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7774187" y="2674199"/>
            <a:ext cx="2231" cy="229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772846" y="2697141"/>
            <a:ext cx="1341" cy="2301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7772400" y="2720153"/>
            <a:ext cx="446" cy="230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739503" y="2514897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 &gt; 90°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7532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· B &lt; 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66160" y="4754880"/>
            <a:ext cx="5029200" cy="9144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03320" y="48646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Why this matters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519379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It quickly tests perpendicular vectors and helps find the angle between two vectors.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 these two vectors perpendicular?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3 î + 4 ĵ + 5 k̂ and B = 3 î + 4 ĵ - 5 k̂. What is the angle between them?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 these two vectors perpendicular?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9 + 16 - 25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The angle is 90°.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with 4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+ 6 ĵ + 3 k̂ and B = 4 î. Find cos 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with 4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|A| = √(4 + 36 + 9) = 7 and |B|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cos θ = 8 / 28 = 2/7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θ = cos⁻¹ of 2/7.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vectors from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itself is already a unit vector.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is (î + ĵ) / √2.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- k̂ is (î + ĵ - k̂) / √3.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sin θ î - cos θ ĵ already has magnitude 1, because sin² + cos² =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3 î + 4 ĵ is (3 î + 4 ĵ) / 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 keeps direction and removes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unit vector is only the direction of a vector. It has length 1 and no physical unit.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867912"/>
            <a:ext cx="438912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52928" y="2011680"/>
            <a:ext cx="0" cy="320040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40680" y="392277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52928" y="2404872"/>
            <a:ext cx="2194560" cy="1463040"/>
          </a:xfrm>
          <a:prstGeom prst="line">
            <a:avLst/>
          </a:prstGeom>
          <a:ln w="3810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23360" y="2880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852928" y="3136392"/>
            <a:ext cx="1097280" cy="73152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4720" y="3246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Â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50208" y="2404872"/>
            <a:ext cx="1097280" cy="731520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2200" y="2103120"/>
            <a:ext cx="42062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49424"/>
            <a:ext cx="38770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081E3F"/>
                </a:solidFill>
                <a:latin typeface="Aptos"/>
              </a:rPr>
              <a:t>Â = A / |A|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74720"/>
            <a:ext cx="4206240" cy="11430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844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13631"/>
            <a:ext cx="393192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For A = 3î + 4ĵ, |A| = 5, so Â = (3î + 4ĵ)/5.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89204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attach N, m/s or kg to a unit vector.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Perpendicular forces A and A/2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Two forces of magnitudes A and A/2 are perpendicular. Find the magnitude of their resultant.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Perpendicular forces A and A/2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cos 90° = 0, so R = √(A² + A²/4)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R = √(5 A² / 4) = (A/2) √5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(√5 / 2) × 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Resultant is half the larger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resultant of two vectors is half the larger one, and it is perpendicular to the smaller one. Find the angle between the vectors.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Resultant is half the larger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 perpendicular to the smaller vector means (A + B) · B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cos θ = -B/A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R = A/2 then gives B = (√3/2)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cos θ = -√3/2, so θ = 150°.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Acceleration of a 4 kg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F₁ = 5 î + 8 ĵ + 7 k̂ and F₂ = 3 î - 4 ĵ - 3 k̂ act on 4 kg. Find the acceleration.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Acceleration of a 4 kg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Net force = 8 î + 4 ĵ + 4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= net force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= 2 î + 1 ĵ + 1 k̂.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conditions to 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65836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078992"/>
            <a:ext cx="438912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14616" y="107899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Angle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58191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8191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|A| = |B| = |A + B|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58191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6" y="158191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120°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84832"/>
            <a:ext cx="6583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8483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|A| = |B| = |A - B|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084832"/>
            <a:ext cx="43891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208483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60°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8775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58775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+ B| = |A - B|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258775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6" y="258775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090672"/>
            <a:ext cx="6583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09067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+ B| = |A| + |B|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3090672"/>
            <a:ext cx="43891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14616" y="309067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59359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59359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- B| = |A| + |B|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59359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6" y="359359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096512"/>
            <a:ext cx="6583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09651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+ B| = |A| - |B|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4096512"/>
            <a:ext cx="43891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14616" y="409651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59943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4599432"/>
            <a:ext cx="6510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- B| = |A| - |B|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459943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6" y="4599432"/>
            <a:ext cx="43159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= 6 î and B = 8 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A + B, A - B, |A| + |B|, and |A + B|.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 = 6 î and B = 8 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6 î + 8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- B = 6 î - 8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|A| + |B| = 6 + 8 = 14, and |A + B| = √(36 + 64)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Sum of lengths is 14. Length of the sum is 10.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Direction of A + B from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6 î and B = 8 ĵ. Find the direction of A + B from 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Direction of A + B from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6 î + 8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tan α = 8 / 6 = 4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α = tan⁻¹ of 4/3 from 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4411065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24544" y="292608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6592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29260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24544" y="4411065"/>
            <a:ext cx="13716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83496" y="415503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24544" y="2856585"/>
            <a:ext cx="0" cy="15544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97696" y="337779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924544" y="2856585"/>
            <a:ext cx="1371600" cy="15544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83496" y="337779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4136745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itself is already a unit vector.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is (î + ĵ) / √2.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- k̂ is (î + ĵ - k̂) / √3.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sin θ î - cos θ ĵ already has magnitude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3î + 4ĵ is (3î + 4ĵ) / 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096511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242816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Â = A / |A|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β for a unit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0.4 î + 0.3 ĵ + β k̂ is a unit vector. Find β.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β for a unit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For a unit vector, |A|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√(0.16 + 0.09 + β²)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0.25 + β² = 1, so β² = 0.75, β = ±√3 /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β = ± (√3)/2.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α if A is perpendicular to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+ 3 ĵ + α k̂ and B = î - 2 ĵ + 4 k̂. If A is perpendicular to B, find α.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α if A is perpendicular to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2 - 6 + 4 α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4 α = 4, so α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α = 1.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of a vector from the x-axis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5 î + 5 √3 ĵ. Find the angle of A from the x-axis.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of a vector from the x-axis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tan α = Aᵧ / Aₓ = 5√3 / 5 = √3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α = 60°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60° from the +x axis.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4411065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24544" y="292608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6592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29260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924544" y="2536545"/>
            <a:ext cx="1097280" cy="187452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46336" y="321777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4091025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60°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the smaller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Resultant is perpendicular to the smaller vector and half the larger vector. Find the smaller magnitude in terms of the larger B.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the smaller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Right triangle: A² + (B/2)² = B²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A² = B² - B²/4 = 3B²/4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= (√3 / 2) B.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0" y="4358030"/>
            <a:ext cx="301752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79408" y="2926080"/>
            <a:ext cx="0" cy="246888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1289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9260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79408" y="4358030"/>
            <a:ext cx="14630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84080" y="410199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79408" y="3260750"/>
            <a:ext cx="0" cy="10972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52560" y="355335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8979408" y="3260750"/>
            <a:ext cx="1463040" cy="10972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84080" y="355335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equal vectors OP, OQ, 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Three vectors each of magnitude A act as OP along +x, OQ along +y, and OR 45° below +x. The resultant is A √(x). Find x.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 equal vectors OP, OQ, 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OP + OQ = A√2 at 45° above +x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OR is 45° below +x, so that intermediate resultant and OR are at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R = √((A√2)² + A²) = A√3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3.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at 30° from the y-axis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vector in the x-y plane makes 30° with the y-axis. Its y-component is 2 √3. Find the x-component.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Vector at 30° from the y-axis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Aᵧ = A cos 30° = 2 √3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(√3 / 2) = 2 √3, so A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Aₓ = A sin 30° = 4 × 1/2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x-component = 2.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ADDED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Cross product — the easy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Dot product gave a number. Cross product gives a new vector.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733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965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× B is perpendicular to both A and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Think: A and B lie on a table. A × B stands straight up from the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A and B are parallel, A × B = 0. There is no unique upright direction.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first: A B sin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Only the turning part of B counts. That part is B sin 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7335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965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|A × B| = A B sin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This is also the area of the parallelogram made by A and B.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4754880"/>
            <a:ext cx="29260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82112" y="44988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645920" y="3108960"/>
            <a:ext cx="1463040" cy="16459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50592" y="3675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572000" y="3108960"/>
            <a:ext cx="1463040" cy="1645920"/>
          </a:xfrm>
          <a:prstGeom prst="line">
            <a:avLst/>
          </a:prstGeom>
          <a:ln w="3556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76672" y="3675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B6C0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3108960"/>
            <a:ext cx="2926080" cy="0"/>
          </a:xfrm>
          <a:prstGeom prst="line">
            <a:avLst/>
          </a:prstGeom>
          <a:ln w="3556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45152" y="28529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B6C0"/>
                </a:solidFill>
                <a:latin typeface="Aptos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2285247" y="4723860"/>
            <a:ext cx="753" cy="310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282993" y="4692913"/>
            <a:ext cx="2254" cy="309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279241" y="4662112"/>
            <a:ext cx="3752" cy="308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274001" y="4631528"/>
            <a:ext cx="5240" cy="3058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267286" y="4601235"/>
            <a:ext cx="6715" cy="302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259109" y="4571302"/>
            <a:ext cx="8177" cy="2993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249492" y="4541802"/>
            <a:ext cx="9617" cy="295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238457" y="4512801"/>
            <a:ext cx="11035" cy="290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226029" y="4484370"/>
            <a:ext cx="12428" cy="2843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212238" y="4456574"/>
            <a:ext cx="13791" cy="2779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197116" y="4429480"/>
            <a:ext cx="15122" cy="270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180699" y="4403150"/>
            <a:ext cx="16417" cy="2633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163025" y="4377646"/>
            <a:ext cx="17674" cy="2550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144135" y="4353030"/>
            <a:ext cx="18890" cy="2461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124075" y="4329357"/>
            <a:ext cx="20060" cy="2367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102892" y="4306684"/>
            <a:ext cx="21183" cy="2267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080634" y="4285065"/>
            <a:ext cx="22258" cy="2161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057355" y="4264550"/>
            <a:ext cx="23279" cy="2051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92327" y="4453455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2926080"/>
            <a:ext cx="4297680" cy="10972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30358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Memory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364992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sin for cross, cos for dot.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4297680"/>
            <a:ext cx="4297680" cy="10972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44074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Max / zero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736592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Max at 90°. Zero at 0° or 180°.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Direction: right-hand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Point fingers along A. Curl them toward B through the smaller angle. Thumb shows A × B.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4389120"/>
            <a:ext cx="27432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39312" y="41330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94560" y="2651760"/>
            <a:ext cx="1280160" cy="17373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07791" y="32644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194560" y="2194560"/>
            <a:ext cx="0" cy="2194560"/>
          </a:xfrm>
          <a:prstGeom prst="line">
            <a:avLst/>
          </a:prstGeom>
          <a:ln w="4064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17320" y="2331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A × B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879385" y="4352563"/>
            <a:ext cx="975" cy="3655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876462" y="4316111"/>
            <a:ext cx="2923" cy="364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871601" y="4279867"/>
            <a:ext cx="4861" cy="3624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864815" y="4243933"/>
            <a:ext cx="6786" cy="3593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856123" y="4208412"/>
            <a:ext cx="8692" cy="3552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845550" y="4173405"/>
            <a:ext cx="10573" cy="3500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833126" y="4139011"/>
            <a:ext cx="12424" cy="343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818886" y="4105328"/>
            <a:ext cx="14240" cy="3368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802872" y="4072452"/>
            <a:ext cx="16014" cy="3287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785127" y="4040477"/>
            <a:ext cx="17745" cy="3197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765703" y="4009493"/>
            <a:ext cx="19424" cy="3098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744656" y="3979588"/>
            <a:ext cx="21047" cy="2990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722044" y="3950848"/>
            <a:ext cx="22612" cy="2874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697932" y="3923354"/>
            <a:ext cx="24112" cy="274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72389" y="3897184"/>
            <a:ext cx="25543" cy="2617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645488" y="3872413"/>
            <a:ext cx="26901" cy="247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617304" y="3849111"/>
            <a:ext cx="28184" cy="233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587918" y="3827345"/>
            <a:ext cx="29386" cy="2176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67758" y="403867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194560"/>
            <a:ext cx="47548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2340864"/>
            <a:ext cx="44256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× B = − (B × A)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383280"/>
            <a:ext cx="47548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4930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Order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822191"/>
            <a:ext cx="44805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Swap the two arrows and the result flips.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0916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Curl through the smaller angle between A and B.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vs cross — one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0116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078992"/>
            <a:ext cx="42976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2616" y="1078992"/>
            <a:ext cx="4224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Dot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78992"/>
            <a:ext cx="466344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0296" y="1078992"/>
            <a:ext cx="45902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Cross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8191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8191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581912"/>
            <a:ext cx="4297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2616" y="1581912"/>
            <a:ext cx="4224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number (scalar)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581912"/>
            <a:ext cx="466344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296" y="1581912"/>
            <a:ext cx="45902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vector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08483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08483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Formula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084832"/>
            <a:ext cx="4297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2616" y="2084832"/>
            <a:ext cx="4224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B cos 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084832"/>
            <a:ext cx="466344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0296" y="2084832"/>
            <a:ext cx="45902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B sin 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58775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58775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Zero when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2587752"/>
            <a:ext cx="4297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42616" y="2587752"/>
            <a:ext cx="4224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perpendicular (90°)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2587752"/>
            <a:ext cx="466344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6" y="2587752"/>
            <a:ext cx="45902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parallel (0° or 180°)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09067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09067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Order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3090672"/>
            <a:ext cx="4297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2616" y="3090672"/>
            <a:ext cx="4224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· B = B ·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3090672"/>
            <a:ext cx="466344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0296" y="3090672"/>
            <a:ext cx="45902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× B = − B ×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3251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Same pair of arrows. Cos asks 'how parallel?'. Sin asks 'how perpendicular?'.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Unit-vector cycle (easy)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î × ĵ = k̂ , ĵ × k̂ = î , k̂ × î =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Go forward in the cycle i → j → k → i: answer is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Go backward: answer gets a minus 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3649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5112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î × î = 0 , ĵ × ĵ = 0 , k̂ × k̂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07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Same letter crossed with itself is always zero.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Component formula without fear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Write the 3 × 3 pattern once. Read the three rows for î, ĵ, k̂.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73352"/>
            <a:ext cx="11018520" cy="10515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9656"/>
            <a:ext cx="10689336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A × B = (Ay Bz − Az By) î − (Ax Bz − Az Bx) ĵ + (Ax By − Ay Bx) k̂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Shortcut for xy-plane: if A = Ax î + Ay ĵ and B = Bx î + By ĵ,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478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6941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× B = (Ax By − Ay Bx) k̂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90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In the plane, the cross product points along ± k̂ only.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|A × B|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3 and B = 4. Angle between them is 30°. Find |A × B|.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|A × B|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|A × B| = A B sin θ = 3 × 4 × sin 30°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sin 30° = 1/2, so |A × B|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|A × B| = 6.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î × ĵ and ĵ ×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î × ĵ and ĵ × î.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î × ĵ and ĵ ×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î × ĵ =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ĵ × î = − (î × ĵ) = − k̂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k̂ and −k̂. Order flips the sign.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Cross product in the xy-plane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+ 3 ĵ and B = 4 î − ĵ. Find A × B.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Cross product in the xy-plane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× B = (Ax By − Ay Bx)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(2)(-1) − (3)(4) = −2 − 12 = −14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× B = −14 k̂.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When is A × B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+ 4 ĵ and B = î + 2 ĵ. Find A × B. What does the answer mean?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When is A × B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A × B = (2×2 − 4×1) k̂ = (4 − 4) k̂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B = (1/2) A, so the arrows are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× B = 0. Parallel vectors give zero cross product.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 along A ×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î + ĵ and B = î − ĵ. Find a unit vector along A × B.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Unit vector along A ×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A × B = (1×(-1) − 1×1) k̂ = −2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|A × B| = 2, so unit vector = (−2 k̂)/2 = − k̂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Unit vector = − k̂.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04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Add by columns: (Ax + Bx) î + (Ay + By)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Delta v = v_f - v_i. Same speed can still give large Delta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A · B = A B cos θ. Unit vector = vector / magnitude.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|A × B| = A B sin θ. Right-hand rule. A × B = − B × 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In the xy-plane: A × B = (Ax By − Ay Bx) k̂.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A = 4 î + 3 ĵ and B = 3 î - 4 ĵ for sum and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East→north at 10 m/s: write Delta v and |Delta v|.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Find β if 0.4î + 0.3ĵ + β k̂ is a unit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Redo the OP, OQ, OR resultant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Find A × B for A = 3 î + ĵ and B = 2 î + 4 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6. Write î × ĵ, ĵ × k̂, and ĵ × î.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422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Dot uses cos. Cross uses sin. Do not mix them.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