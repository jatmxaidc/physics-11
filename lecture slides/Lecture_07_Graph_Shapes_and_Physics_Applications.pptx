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graph shapes and physics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reteach AP, GP, slope or line equations.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44068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18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22476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81328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61518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615184"/>
            <a:ext cx="4206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2900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D646"/>
                </a:solidFill>
                <a:latin typeface="Aptos"/>
              </a:rPr>
              <a:t>Graph Shapes and Physics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11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Spring-force graph and perpendicular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Modulus graphs and transformations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05456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Rectangular hyperbola and inverse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18687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Parabola, square-root graph and transformations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Graphs used in mechanics, electricity and thermal 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451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4515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Circle and S.H.M. homework with guided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2-MINUTE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Only the graph tools we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rising line: positive slope     falling line: negative slope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horizontal line: slope 0     vertical line: slope undefined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To draw any graph: make a small value table, mark points, join smoothly.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PHYSICS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Spring force: F = -kx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Hooke's law says the spring force is opposite to displacement.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5AC8FF"/>
                </a:solidFill>
                <a:latin typeface="Aptos"/>
              </a:rPr>
              <a:t>F = -kx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graph is a straight line through the origin with negative slope -k.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3474720"/>
            <a:ext cx="42062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61120" y="132588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99648" y="352044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5128" y="13258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0" y="1325880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84289" y="1352740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10578" y="1379601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36867" y="1406461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63156" y="1433322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89445" y="1460182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15734" y="1487042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42023" y="1513903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68312" y="1540764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94601" y="1567624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20890" y="1594485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47179" y="1621345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73468" y="1648206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99757" y="1675066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26046" y="1701927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252335" y="1728787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278624" y="1755648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04913" y="1782508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31202" y="1809369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357491" y="1836229"/>
            <a:ext cx="26288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83779" y="1863090"/>
            <a:ext cx="26290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10069" y="1889950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36358" y="1916811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62647" y="1943671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488936" y="1970532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15225" y="1997392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41514" y="2024253"/>
            <a:ext cx="26288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567802" y="2051113"/>
            <a:ext cx="26290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94092" y="2077974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620381" y="2104834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46670" y="2131695"/>
            <a:ext cx="26288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72958" y="2158555"/>
            <a:ext cx="26290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99248" y="2185416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25537" y="2212276"/>
            <a:ext cx="26288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751825" y="2239137"/>
            <a:ext cx="26290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778115" y="2265997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04404" y="2292858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30693" y="2319718"/>
            <a:ext cx="26288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56981" y="2346579"/>
            <a:ext cx="26290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883271" y="2373439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09560" y="2400300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935849" y="2427160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962138" y="2454021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988427" y="2480881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014716" y="2507742"/>
            <a:ext cx="26288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041004" y="2534602"/>
            <a:ext cx="26290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067294" y="2561463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093583" y="2588323"/>
            <a:ext cx="26288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119871" y="2615184"/>
            <a:ext cx="26290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146161" y="2642044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172450" y="2668905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198739" y="2695765"/>
            <a:ext cx="26288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225027" y="2722626"/>
            <a:ext cx="26290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251317" y="2749486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277606" y="2776347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303895" y="2803207"/>
            <a:ext cx="26288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330183" y="2830068"/>
            <a:ext cx="26290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356473" y="2856928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382762" y="2883789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409051" y="2910649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435340" y="2937510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461629" y="2964370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487918" y="2991231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514207" y="3018091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540496" y="3044952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566785" y="3071812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593074" y="3098673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619363" y="3125533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645652" y="3152394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671941" y="3179254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698230" y="3206115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724519" y="3232975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750808" y="3259836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777097" y="3286696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803386" y="3313557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29675" y="3340417"/>
            <a:ext cx="26288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855963" y="3367278"/>
            <a:ext cx="26290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882253" y="3394138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908542" y="3420999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34831" y="3447859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61120" y="3474720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87409" y="3501580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13698" y="3528441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39987" y="3555301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066276" y="3582162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092565" y="3609022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18854" y="3635883"/>
            <a:ext cx="26288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45142" y="3662743"/>
            <a:ext cx="26290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171432" y="3689604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197721" y="3716464"/>
            <a:ext cx="26288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224009" y="3743325"/>
            <a:ext cx="26290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250299" y="3770185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276588" y="3797046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302877" y="3823906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329166" y="3850767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355455" y="3877627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381744" y="3904488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408033" y="3931348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434322" y="3958209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460611" y="3985069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486900" y="4011930"/>
            <a:ext cx="26288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513188" y="4038790"/>
            <a:ext cx="26290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539478" y="4065651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565767" y="4092511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592056" y="4119372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618345" y="4146232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644634" y="4173093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670923" y="4199953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697212" y="4226814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723501" y="4253674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749790" y="4280535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776079" y="4307395"/>
            <a:ext cx="26288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802367" y="4334256"/>
            <a:ext cx="26290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828657" y="4361116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854946" y="4387977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881235" y="4414837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907524" y="4441698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933813" y="4468558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960102" y="4495419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9986391" y="4522279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012680" y="4549140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038969" y="4576000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065258" y="4602861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091547" y="4629721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117836" y="4656582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144125" y="4683442"/>
            <a:ext cx="26288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170413" y="4710303"/>
            <a:ext cx="26290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196703" y="4737163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222992" y="4764024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249281" y="4790884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0275570" y="4817745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301859" y="4844605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328148" y="4871466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354437" y="4898326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380726" y="4925187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407015" y="4952047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433304" y="4978908"/>
            <a:ext cx="26288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459592" y="5005768"/>
            <a:ext cx="26290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485882" y="5032629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512171" y="5059489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538460" y="5086350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564749" y="5113210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591038" y="5140071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617327" y="5166931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643616" y="5193792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669905" y="5220652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696194" y="5247513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722483" y="5274373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748772" y="5301234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775061" y="5328094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801350" y="5354955"/>
            <a:ext cx="26288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827638" y="5381815"/>
            <a:ext cx="26290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853928" y="5408676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880217" y="5435536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906506" y="5462397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932795" y="5489257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959084" y="5516118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985373" y="5542978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1011662" y="5569839"/>
            <a:ext cx="26289" cy="268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1037951" y="5596699"/>
            <a:ext cx="26289" cy="268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the spring-force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1. x is displacement from the equilibrium position.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2. k is the spring constant. A larger k means a stiffer spring.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3. The minus sign means force acts opposite to displacement.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x&gt;0 gives F&lt;0     and     x&lt;0 gives F&gt;0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D680"/>
                </a:solidFill>
                <a:latin typeface="Aptos"/>
              </a:rPr>
              <a:t>Slope of the F-x graph = -k. Its magnitude gives the spring constant.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Perpendicular straight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Two perpendicular lines meet at 90 degrees.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1E3F"/>
                </a:solidFill>
                <a:latin typeface="Aptos"/>
              </a:rPr>
              <a:t>m1 x m2 = 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>
                <a:solidFill>
                  <a:srgbClr val="5AC8FF"/>
                </a:solidFill>
                <a:latin typeface="Aptos"/>
              </a:rPr>
              <a:t>If m1 = tan(theta), then m2 = tan(theta+90 degrees) = -1/tan(theta)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2783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This rule is used only when both slopes are defined.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perpendicular slopes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Rotating a line by 90 degrees changes its direction completely.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m1=tan(theta)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m2=tan(theta+90 degrees)=-cot(theta)=-1/tan(theta)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Therefore m1 x m2 = tan(theta) x [-1/tan(theta)] = 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horizontal line is perpendicular to a vertical line; the product rule cannot be used because vertical slope is undefined.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Perpendicular-line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line has slope 2. What is the slope of a perpendicular line?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Use m1 x m2 = 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2 x m2 = 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C8FF"/>
                </a:solidFill>
                <a:latin typeface="Aptos"/>
              </a:rPr>
              <a:t>Step 3:  m2 = -1/2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5AD680"/>
                </a:solidFill>
                <a:latin typeface="Aptos"/>
              </a:rPr>
              <a:t>Perpendicular slope = -1/2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Meaning of modulus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Modulus gives distance from zero, so it can never be negative.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|x| = x for x&gt;=0     and     |x| = -x for x&lt;0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07791"/>
            <a:ext cx="1828800" cy="54864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907791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907791"/>
            <a:ext cx="1828800" cy="54864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9736" y="2907791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907791"/>
            <a:ext cx="1828800" cy="54864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2907791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907791"/>
            <a:ext cx="1828800" cy="54864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2907791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2907791"/>
            <a:ext cx="1828800" cy="54864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2907791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60" y="2907791"/>
            <a:ext cx="1828800" cy="54864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6" y="2907791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456432"/>
            <a:ext cx="1828800" cy="54864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456432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|x|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3456432"/>
            <a:ext cx="1828800" cy="54864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9736" y="3456432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3456432"/>
            <a:ext cx="1828800" cy="54864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8536" y="3456432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3456432"/>
            <a:ext cx="1828800" cy="54864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17336" y="3456432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3456432"/>
            <a:ext cx="1828800" cy="54864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46136" y="3456432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38360" y="3456432"/>
            <a:ext cx="1828800" cy="54864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74936" y="3456432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modulus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Modulus changes every negative output into its positive magnitude.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For x&gt;=0: |x|=x, so use the line y=x.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For x&lt;0: |x|=-x, so use the line y=-x.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two straight parts meet where the expression inside the modulus becomes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For y=a|x-h|+k: vertex=(h,k); sign of a gives up/down and |a| gives steepness.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 of y = |x|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graph is V-shaped, has vertex (0,0), and lies on or above the x-axis.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left branch: y=-x     right branch: y=x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5086350"/>
            <a:ext cx="42062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61120" y="132588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99648" y="513207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5128" y="13258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0" y="1863090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84289" y="1903380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10578" y="1943671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36867" y="1983962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63156" y="2024253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89445" y="2064543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15734" y="2104834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42023" y="2145125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068312" y="2185416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94601" y="2225706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120890" y="2265997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47179" y="2306288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73468" y="2346579"/>
            <a:ext cx="26288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99756" y="2386869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226046" y="2427160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52335" y="2467451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278624" y="2507742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04913" y="2548032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31202" y="2588323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57491" y="2628614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383779" y="2668905"/>
            <a:ext cx="26290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10069" y="2709195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436358" y="2749486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62646" y="2789777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88936" y="2830068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15225" y="2870358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41514" y="2910649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67802" y="2950940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594092" y="2991231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620381" y="3031521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646670" y="3071812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72958" y="3112103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99248" y="3152394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25537" y="3192684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51825" y="3232975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778115" y="3273266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804404" y="3313557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30693" y="3353847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56981" y="3394138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83271" y="3434429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909560" y="3474720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35849" y="3515010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962138" y="3555301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988427" y="3595592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014716" y="3635883"/>
            <a:ext cx="26288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041004" y="3676173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067294" y="3716464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093583" y="3756755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119871" y="3797046"/>
            <a:ext cx="26290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146161" y="3837336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172450" y="3877627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198739" y="3917918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225027" y="3958209"/>
            <a:ext cx="26290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251317" y="3998499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277606" y="4038790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303895" y="4079081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330183" y="4119372"/>
            <a:ext cx="26290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356473" y="4159662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382762" y="4199953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409051" y="4240244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435340" y="4280535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461629" y="4320825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487918" y="4361116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514207" y="4401407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540496" y="4441698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566785" y="4481988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593074" y="4522279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619363" y="4562570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645652" y="4602861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671941" y="4643151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698230" y="4683442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724519" y="4723733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750808" y="4764024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777097" y="4804314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803386" y="4844605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829675" y="4884896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55964" y="4925187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882253" y="4965477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908542" y="5005768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934831" y="5046059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961120" y="5046059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987409" y="5005768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9013698" y="4965477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39987" y="4925187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66276" y="4884896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092565" y="4844605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118854" y="4804314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145143" y="4764024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171432" y="4723733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197721" y="4683442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224010" y="4643151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250299" y="4602861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276588" y="4562570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302877" y="4522279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329166" y="4481988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355455" y="4441698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381744" y="4401407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408033" y="4361116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434322" y="4320825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460611" y="4280535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486900" y="4240244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513189" y="4199953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539478" y="4159662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565767" y="4119372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592056" y="4079081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618344" y="4038790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644634" y="3998499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670923" y="3958209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697212" y="3917918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723501" y="3877627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749790" y="3837336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776079" y="3797046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802368" y="3756755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828657" y="3716464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854946" y="3676173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881235" y="3635883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907524" y="3595592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933813" y="3555301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960102" y="3515010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986391" y="3474720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0012680" y="3434429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0038969" y="3394138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0065258" y="3353847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0091547" y="3313557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0117836" y="3273266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144125" y="3232975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170413" y="3192684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196703" y="3152394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222992" y="3112103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249281" y="3071812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275569" y="3031521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301859" y="2991231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328148" y="2950940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354437" y="2910649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380726" y="2870358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407015" y="2830068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433304" y="2789777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459593" y="2749486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0485882" y="2709195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0512171" y="2668905"/>
            <a:ext cx="26288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538459" y="2628614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564749" y="2588323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591038" y="2548032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617326" y="2507741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643616" y="2467451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669905" y="2427160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696193" y="2386869"/>
            <a:ext cx="26290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722483" y="2346579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748772" y="2306288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775061" y="2265997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801350" y="2225706"/>
            <a:ext cx="26288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827638" y="2185416"/>
            <a:ext cx="26290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853928" y="2145125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880217" y="2104834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906506" y="2064543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932795" y="2024253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959084" y="1983962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985373" y="1943671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1011662" y="1903380"/>
            <a:ext cx="26289" cy="40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1037951" y="1863090"/>
            <a:ext cx="26289" cy="40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 of y = -|x|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minus sign reflects y=|x| in the x-axis.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vertex stays at (0,0); the V opens downward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1863090"/>
            <a:ext cx="42062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61120" y="132588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99648" y="190881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5128" y="13258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858000" y="5046059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884289" y="5005768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910578" y="4965477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936867" y="4925187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963156" y="4884896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989445" y="4844605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015734" y="4804314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042023" y="4764024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068312" y="4723733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094601" y="4683442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120890" y="4643151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147179" y="4602861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73468" y="4562570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199756" y="4522279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226046" y="4481988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252335" y="4441698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278624" y="4401407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304913" y="4361116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31202" y="4320825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57491" y="4280535"/>
            <a:ext cx="26288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383779" y="4240244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410069" y="4199953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436358" y="4159662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462646" y="4119372"/>
            <a:ext cx="26290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488936" y="4079081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515225" y="4038790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541514" y="3998499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567802" y="3958209"/>
            <a:ext cx="26290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594092" y="3917918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620381" y="3877627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646670" y="3837336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672958" y="3797046"/>
            <a:ext cx="26290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699248" y="3756755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725537" y="3716464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751825" y="3676173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778115" y="3635883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804404" y="3595592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830693" y="3555301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856981" y="3515010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883271" y="3474720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909560" y="3434429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935849" y="3394138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962138" y="3353847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988427" y="3313557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014716" y="3273266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041004" y="3232975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067294" y="3192684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093583" y="3152394"/>
            <a:ext cx="26288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119871" y="3112103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146161" y="3071812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172450" y="3031521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198739" y="2991231"/>
            <a:ext cx="26288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225027" y="2950940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251317" y="2910649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277606" y="2870358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303895" y="2830068"/>
            <a:ext cx="26288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330183" y="2789777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356473" y="2749486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382762" y="2709195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409051" y="2668905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435340" y="2628614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461629" y="2588323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487918" y="2548032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514207" y="2507742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540496" y="2467451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566785" y="2427160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593074" y="2386869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619363" y="2346579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645652" y="2306288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671941" y="2265997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698230" y="2225706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724519" y="2185416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750808" y="2145125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777097" y="2104834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803386" y="2064543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829675" y="2024253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855964" y="1983962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882253" y="1943671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908542" y="1903380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934831" y="1863090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61120" y="1863090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87409" y="1903380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13698" y="1943671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39987" y="1983962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66276" y="2024253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092565" y="2064543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118854" y="2104834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45143" y="2145125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71432" y="2185416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197721" y="2225706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224010" y="2265997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250299" y="2306288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276588" y="2346579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302877" y="2386869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329166" y="2427160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355455" y="2467451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381744" y="2507742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408033" y="2548032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434322" y="2588323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460611" y="2628614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486900" y="2668905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513189" y="2709195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539478" y="2749486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565767" y="2789777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592056" y="2830068"/>
            <a:ext cx="26288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618344" y="2870358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644634" y="2910649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670923" y="2950940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697212" y="2991231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723501" y="3031521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749790" y="3071812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776079" y="3112103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802368" y="3152394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828657" y="3192684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854946" y="3232975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881235" y="3273266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907524" y="3313557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933813" y="3353847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960102" y="3394138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986391" y="3434429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012680" y="3474720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038969" y="3515010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065258" y="3555301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091547" y="3595592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117836" y="3635883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144125" y="3676173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170413" y="3716464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196703" y="3756755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222992" y="3797046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249281" y="3837336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275569" y="3877627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0301859" y="3917918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328148" y="3958209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354437" y="3998499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380726" y="4038790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407015" y="4079081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433304" y="4119372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459593" y="4159662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485882" y="4199953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512171" y="4240244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538459" y="4280535"/>
            <a:ext cx="26290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564749" y="4320825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591038" y="4361116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617326" y="4401407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643616" y="4441698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669905" y="4481988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696193" y="4522279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722483" y="4562570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748772" y="4602861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775061" y="4643151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801350" y="4683442"/>
            <a:ext cx="26288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827638" y="4723733"/>
            <a:ext cx="26290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853928" y="4764024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880217" y="4804314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906506" y="4844605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932795" y="4884896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959084" y="4925187"/>
            <a:ext cx="26289" cy="402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985373" y="4965477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1011662" y="5005768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1037951" y="5046059"/>
            <a:ext cx="26289" cy="402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y = |x-2|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Make a value table and draw y=|x-2|.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91440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8412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078992"/>
            <a:ext cx="73152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45336" y="1078992"/>
            <a:ext cx="658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078992"/>
            <a:ext cx="73152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76856" y="1078992"/>
            <a:ext cx="658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1078992"/>
            <a:ext cx="73152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1078992"/>
            <a:ext cx="658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1078992"/>
            <a:ext cx="73152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1078992"/>
            <a:ext cx="658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078992"/>
            <a:ext cx="731520" cy="56692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1416" y="1078992"/>
            <a:ext cx="658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1645919"/>
            <a:ext cx="91440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1645919"/>
            <a:ext cx="8412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1645919"/>
            <a:ext cx="73152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45336" y="1645919"/>
            <a:ext cx="658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1645919"/>
            <a:ext cx="73152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76856" y="1645919"/>
            <a:ext cx="658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1645919"/>
            <a:ext cx="73152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08376" y="1645919"/>
            <a:ext cx="658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1645919"/>
            <a:ext cx="73152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39896" y="1645919"/>
            <a:ext cx="658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1645919"/>
            <a:ext cx="731520" cy="56692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1416" y="1645919"/>
            <a:ext cx="658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249631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Step 1:  The smallest value is 0 at x=2.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299923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Shifted 2 units right; vertex=(2,0).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0" y="5230367"/>
            <a:ext cx="46634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6666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899648" y="5276087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0668" y="12801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0" y="1719072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29946" y="1762963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59093" y="1806854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488239" y="1850745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517386" y="1894636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546532" y="1938527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575679" y="1982419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604825" y="2026310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633972" y="2070201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663118" y="2114092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692265" y="2157983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721411" y="2201875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750558" y="2245766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779704" y="2289657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808851" y="2333548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837997" y="2377439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867144" y="2421331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896290" y="2465222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925437" y="2509113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954583" y="2553004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983730" y="2596895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012876" y="2640787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042023" y="2684678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71169" y="2728569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100316" y="2772460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129462" y="2816351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158609" y="2860243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187755" y="2904134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216902" y="2948025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246048" y="2991916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275195" y="3035807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304341" y="3079699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333488" y="3123590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362634" y="3167481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391781" y="3211372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420927" y="3255263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450074" y="3299155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479220" y="3343046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508367" y="3386937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37513" y="3430828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566660" y="3474719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95806" y="3518611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24952" y="3562502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654099" y="3606393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83246" y="3650284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12392" y="3694175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41539" y="3738067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770685" y="3781958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99831" y="3825849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828978" y="3869740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858125" y="3913631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887271" y="3957523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916418" y="4001414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945564" y="4045305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974711" y="4089196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003857" y="4133087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033004" y="4176979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062150" y="4220870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091296" y="4264761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120443" y="4308652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149590" y="4352544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178736" y="4396435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207883" y="4440326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237029" y="4484217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266175" y="4528108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295322" y="4571999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324469" y="4615891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353615" y="4659782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382762" y="4703673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411908" y="4747564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441055" y="4791455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470201" y="4835347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499348" y="4879238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528494" y="4923129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557641" y="4967020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8586787" y="5010912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615934" y="5054803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8645080" y="5098694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674227" y="5142585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703373" y="5186476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732520" y="5186476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761666" y="5142585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790813" y="5098694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819959" y="5054803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849106" y="5010912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8878252" y="4967020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907399" y="4923129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8936545" y="4879238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8965692" y="4835347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994838" y="4791455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023985" y="4747564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053131" y="4703673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082278" y="4659782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111424" y="4615891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140571" y="4571999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169717" y="4528108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198863" y="4484217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228010" y="4440326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257157" y="4396435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286303" y="4352544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315450" y="4308652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344596" y="4264761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373742" y="4220870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402889" y="4176979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432036" y="4133087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461182" y="4089196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490329" y="4045305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519475" y="4001414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548622" y="3957523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577768" y="3913631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606915" y="3869740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636061" y="3825849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665208" y="3781958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694354" y="3738067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723501" y="3694175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752647" y="3650284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781794" y="3606393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810940" y="3562502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840087" y="3518611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69233" y="3474719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98380" y="3430828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27526" y="3386937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56673" y="3343046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85819" y="3299155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014966" y="3255263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112" y="3211372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73259" y="3167481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02405" y="3123590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131552" y="3079699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160698" y="3035807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189845" y="2991916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218991" y="2948025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248138" y="2904134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277284" y="2860243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306431" y="2816351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335577" y="2772460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364724" y="2728569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393870" y="2684678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0423017" y="2640787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0452163" y="2596895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0481309" y="2553004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0510456" y="2509113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0539603" y="2465222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0568749" y="2421331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0597896" y="2377439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627042" y="2333548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0656188" y="2289657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0685335" y="2245766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0714482" y="2201875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743628" y="2157983"/>
            <a:ext cx="29147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772775" y="2114092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0801921" y="2070201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0831067" y="2026310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0860214" y="1982419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0889361" y="1938527"/>
            <a:ext cx="29146" cy="438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918507" y="1894636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947654" y="1850745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976800" y="1806854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1005947" y="1762963"/>
            <a:ext cx="29146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1035093" y="1719072"/>
            <a:ext cx="29147" cy="43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y = |4-2x|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vertex and draw y=|4-2x|.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Set the inside equal to zero: 4-2x=0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x=2, so the vertex is (2,0)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y=|4-2x|=2|x-2|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V-shape, vertex (2,0), steeper.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5331655"/>
            <a:ext cx="46634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7804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99648" y="5377375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12801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0" y="1280159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29946" y="1330803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59093" y="1381447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88239" y="1432091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17386" y="1482734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46532" y="1533378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75679" y="1584022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04825" y="1634665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33972" y="1685309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63118" y="1735953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692265" y="1786596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21411" y="1837240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750558" y="1887884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779704" y="1938527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08851" y="1989171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37997" y="2039815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67144" y="2090459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96290" y="2141102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25437" y="2191746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54583" y="2242390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983730" y="2293033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12876" y="2343677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42023" y="2394321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071169" y="2444964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00316" y="2495608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129462" y="2546252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58608" y="2596895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187755" y="2647539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16902" y="2698183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46048" y="2748827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275195" y="2799470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304341" y="2850114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333488" y="2900758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362634" y="2951401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391781" y="3002045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20927" y="3052689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450074" y="3103332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479220" y="3153976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08367" y="3204620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37513" y="3255263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566660" y="3305907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595806" y="3356551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624952" y="3407195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654099" y="3457838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683246" y="3508482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712392" y="3559126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741539" y="3609769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770685" y="3660413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799831" y="3711057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828978" y="3761700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858125" y="3812344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887271" y="3862988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916417" y="3913631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945564" y="3964275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974711" y="4014919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003857" y="4065563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033004" y="4116206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062150" y="4166850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091296" y="4217494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120443" y="4268137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149590" y="4318781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178736" y="4369425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207883" y="4420068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237029" y="4470712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266175" y="4521356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295322" y="4571999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324469" y="4622643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353615" y="4673287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382762" y="4723931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411908" y="4774574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41055" y="4825218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470201" y="4875862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499348" y="4926505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528494" y="4977149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7641" y="5027793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86787" y="5078436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15934" y="5129080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5080" y="5179724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74227" y="5230367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03373" y="5281011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732520" y="5281011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761666" y="5230367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790813" y="5179724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819959" y="5129080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849106" y="5078436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878252" y="5027793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907399" y="4977149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936545" y="4926505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965692" y="4875862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994838" y="4825218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023985" y="4774574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053131" y="4723931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082278" y="4673287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111424" y="4622643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140571" y="4571999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169717" y="4521356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198864" y="4470712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228010" y="4420068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257157" y="4369425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286303" y="4318781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315450" y="4268137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344596" y="4217494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373743" y="4166850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402889" y="4116206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432036" y="4065563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461182" y="4014919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490329" y="3964275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519475" y="3913631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548622" y="3862988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577768" y="3812344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606915" y="3761700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636061" y="3711057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665208" y="3660413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694354" y="3609769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723501" y="3559126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752647" y="3508482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781794" y="3457838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810940" y="3407195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840087" y="3356551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869233" y="3305907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898380" y="3255263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927526" y="3204620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956673" y="3153976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985819" y="3103332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014966" y="3052689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044112" y="3002045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073259" y="2951401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102405" y="2900758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131551" y="2850114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160698" y="2799470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189845" y="2748827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218991" y="2698183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248138" y="2647539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277284" y="2596895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306431" y="2546252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335577" y="2495608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0364724" y="2444964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0393870" y="2394321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423017" y="2343677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452163" y="2293033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481309" y="2242390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510456" y="2191746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539603" y="2141102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568749" y="2090459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597896" y="2039815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627042" y="1989171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656188" y="1938527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685335" y="1887884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714482" y="1837240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743628" y="1786596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772775" y="1735953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801921" y="1685309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831067" y="1634665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860214" y="1584022"/>
            <a:ext cx="29147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889361" y="1533378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918507" y="1482734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947654" y="1432091"/>
            <a:ext cx="29146" cy="506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976800" y="1381447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1005947" y="1330803"/>
            <a:ext cx="29146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1035093" y="1280159"/>
            <a:ext cx="29147" cy="506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Position and steepness of modulus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Gold: |x|     Red: -|x|     Teal: |x-2|     Green: 2|x-2|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944389"/>
            <a:ext cx="98755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47488" y="160020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8208" y="3990109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1496" y="160020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2381596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9002" y="2406015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20724" y="2430433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82446" y="2454852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44168" y="247927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05890" y="2503689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67612" y="2528108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29334" y="2552526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91056" y="257694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52778" y="2601364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2625782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76222" y="2650201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37944" y="2674620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99666" y="2699038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61388" y="2723457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23110" y="274787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84832" y="2772294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146554" y="2796713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208276" y="2821131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69998" y="284555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31720" y="2869969"/>
            <a:ext cx="61721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93441" y="2894387"/>
            <a:ext cx="61723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455164" y="2918806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16886" y="2943225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578608" y="2967643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640330" y="2992062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02052" y="301648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763774" y="3040899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825496" y="3065318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887218" y="3089736"/>
            <a:ext cx="61721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948939" y="3114155"/>
            <a:ext cx="61723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010662" y="3138574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072384" y="3162992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134106" y="3187411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195828" y="3211830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257550" y="3236248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319272" y="3260667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380994" y="328508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442716" y="3309504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504438" y="3333923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566160" y="3358341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627882" y="338276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689604" y="3407179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751326" y="3431597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813048" y="3456016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874770" y="3480435"/>
            <a:ext cx="61721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936491" y="3504853"/>
            <a:ext cx="61723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998214" y="3529272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059936" y="355369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121658" y="3578109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183380" y="3602528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45102" y="3626946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306824" y="365136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68546" y="3675784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430268" y="3700202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491990" y="3724621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53712" y="3749039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15434" y="3773458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77156" y="3797877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738878" y="382229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800600" y="3846714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862322" y="3871133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924044" y="3895551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985766" y="391997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047488" y="391997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109210" y="3895551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170932" y="3871133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232654" y="3846714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294376" y="382229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356098" y="3797877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417820" y="3773458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479542" y="3749039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5541264" y="3724621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602986" y="3700202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664708" y="3675784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726430" y="365136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788152" y="3626946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849874" y="3602528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5911596" y="3578109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973318" y="355369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035040" y="3529272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096762" y="3504853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158484" y="3480435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220206" y="3456016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281928" y="3431597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343650" y="3407179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405372" y="338276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467094" y="3358341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528816" y="3333923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590538" y="3309504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52260" y="328508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713982" y="3260667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775704" y="3236248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837426" y="3211830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899148" y="3187411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960870" y="3162992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022592" y="3138574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084314" y="311415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46036" y="3089736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207758" y="3065318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7269480" y="3040899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7331202" y="301648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392924" y="2992062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454646" y="2967643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7516368" y="2943225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7578090" y="2918806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639812" y="2894387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701534" y="2869969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7763256" y="2845550"/>
            <a:ext cx="61721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824977" y="2821131"/>
            <a:ext cx="61723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86700" y="2796713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948422" y="2772294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8010144" y="274787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8071866" y="2723457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133588" y="2699038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8195310" y="2674620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257032" y="2650201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8318754" y="2625782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380476" y="2601364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8442198" y="2576945"/>
            <a:ext cx="61721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8503919" y="2552526"/>
            <a:ext cx="61723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565642" y="2528108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627364" y="2503689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89086" y="247927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50808" y="2454852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812530" y="2430433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74252" y="2406015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935974" y="2381596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97696" y="2357177"/>
            <a:ext cx="61721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059417" y="2332759"/>
            <a:ext cx="61723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121140" y="230834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82862" y="2283921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244584" y="2259503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306306" y="2235084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368028" y="221066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429750" y="2186247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491472" y="2161828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553194" y="2137409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614916" y="2112991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676638" y="2088572"/>
            <a:ext cx="61721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738359" y="2064154"/>
            <a:ext cx="61723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800082" y="203973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861804" y="2015316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923526" y="1990898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985248" y="1966479"/>
            <a:ext cx="61721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046969" y="1942060"/>
            <a:ext cx="61723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108692" y="1917642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170414" y="1893223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232136" y="1868805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293858" y="1844386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355580" y="1819967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417302" y="1795549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479024" y="1771130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540746" y="1746711"/>
            <a:ext cx="61721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602467" y="1722293"/>
            <a:ext cx="61723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664190" y="1697874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725912" y="1673455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787634" y="1649037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849356" y="1624618"/>
            <a:ext cx="61722" cy="24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911078" y="1600200"/>
            <a:ext cx="61722" cy="24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97280" y="5482763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159002" y="5458344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220724" y="5433925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282446" y="5409507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344168" y="5385088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405890" y="5360670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467612" y="5336251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529334" y="5311832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591056" y="5287414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652778" y="5262995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714500" y="523857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776222" y="5214158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837944" y="5189739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899666" y="5165320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961388" y="5140902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023110" y="5116483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2084832" y="5092065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2146554" y="506764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2208276" y="5043227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2269998" y="5018809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331720" y="4994390"/>
            <a:ext cx="61721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2393441" y="4969971"/>
            <a:ext cx="61723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455164" y="4945553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2516886" y="4921134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2578608" y="4896715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2640330" y="4872297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702052" y="4847878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2763774" y="4823460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2825496" y="4799041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2887218" y="4774622"/>
            <a:ext cx="61721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2948939" y="4750204"/>
            <a:ext cx="61723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3010662" y="4725785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072384" y="470136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3134106" y="4676948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3195828" y="4652529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257550" y="4628110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3319272" y="4603692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3380994" y="4579273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3442716" y="4554855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3504438" y="453043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3566160" y="4506017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3627882" y="4481599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3689604" y="4457180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3751326" y="4432761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3813048" y="4408343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3874770" y="4383924"/>
            <a:ext cx="61721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3936491" y="4359505"/>
            <a:ext cx="61723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3998214" y="4335087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4059936" y="4310668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4121658" y="4286250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4183380" y="4261831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4245102" y="4237412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4306824" y="4212994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4368546" y="4188575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4430268" y="416415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4491990" y="4139738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4553712" y="4115319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4615434" y="4090900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4677156" y="4066482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4738878" y="4042063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4800600" y="4017645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4862322" y="399322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4924044" y="3968807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4985766" y="3944389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5047488" y="3944389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5109210" y="3968807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5170932" y="399322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5232654" y="4017645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5294376" y="4042063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5356098" y="4066482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5417820" y="4090900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5479542" y="4115319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5541264" y="4139738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5602986" y="416415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5664708" y="4188575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5726430" y="4212994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5788152" y="4237412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5849874" y="4261831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5911596" y="4286250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5973318" y="4310668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6035040" y="4335087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6096762" y="4359505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6158484" y="4383924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6220206" y="4408343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6281928" y="4432761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6343650" y="4457180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6405372" y="4481599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6467094" y="4506017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6528816" y="453043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6590538" y="4554855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6652260" y="4579273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6713982" y="4603692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6775704" y="4628110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6837426" y="4652529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6899148" y="4676948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6960870" y="470136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7022592" y="4725785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7084314" y="4750204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7146036" y="4774622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7207758" y="4799041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7269480" y="4823460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7331202" y="4847878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7392924" y="4872297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7454646" y="4896715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7516368" y="4921134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7578090" y="4945553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7639812" y="4969971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7701534" y="4994390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7763256" y="5018809"/>
            <a:ext cx="61721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7824977" y="5043227"/>
            <a:ext cx="61723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7886700" y="506764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7948422" y="5092065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010144" y="5116483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8071866" y="5140902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133588" y="5165320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8195310" y="5189739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257032" y="5214158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8318754" y="523857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8380476" y="5262995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8442198" y="5287414"/>
            <a:ext cx="61721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8503919" y="5311832"/>
            <a:ext cx="61723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8565642" y="5336251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8627364" y="5360670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8689086" y="5385088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8750808" y="5409507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8812530" y="5433925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8874252" y="5458344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8935974" y="5482763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8997696" y="5507181"/>
            <a:ext cx="61721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059417" y="5531600"/>
            <a:ext cx="61723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121140" y="5556019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182862" y="5580437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9244584" y="5604856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9306306" y="5629275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9368028" y="5653693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9429750" y="5678112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9491472" y="5702530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9553194" y="5726949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9614916" y="5751368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9676638" y="5775786"/>
            <a:ext cx="61721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9738359" y="5800205"/>
            <a:ext cx="61723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9800082" y="5824624"/>
            <a:ext cx="61722" cy="24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9861804" y="5849042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9923526" y="5873461"/>
            <a:ext cx="61722" cy="244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1097280" y="1600200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1159002" y="1624618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1220724" y="1649037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1282446" y="167345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1344168" y="1697874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1405890" y="1722293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1467612" y="1746711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1529334" y="177113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1591056" y="1795549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652778" y="1819967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1714500" y="184438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776222" y="1868805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837944" y="1893223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899666" y="1917642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961388" y="194206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2023110" y="1966479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2084832" y="1990898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2146554" y="201531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2208276" y="203973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2269998" y="2064154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2331720" y="2088572"/>
            <a:ext cx="61721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2393441" y="2112991"/>
            <a:ext cx="61723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2455164" y="2137409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2516886" y="2161828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2578608" y="2186247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2640330" y="221066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2702052" y="2235084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2763774" y="2259503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2825496" y="2283921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2887218" y="2308340"/>
            <a:ext cx="61721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2948939" y="2332759"/>
            <a:ext cx="61723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3010662" y="2357177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3072384" y="238159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3134106" y="2406015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3195828" y="2430433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3257550" y="2454852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3319272" y="247927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3380994" y="2503689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3442716" y="2528108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3504438" y="255252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3566160" y="257694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3627882" y="2601364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3689604" y="2625782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3751326" y="2650201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3813048" y="2674620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3874770" y="2699038"/>
            <a:ext cx="61721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3936491" y="2723457"/>
            <a:ext cx="61723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3998214" y="274787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4059936" y="2772294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4121658" y="2796713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4183380" y="2821131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4245102" y="284555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4306824" y="2869969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4368546" y="2894387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4430268" y="291880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4491990" y="2943225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4553712" y="2967643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4615434" y="2992062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4677156" y="301648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4738878" y="3040899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4800600" y="3065318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4862322" y="308973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4924044" y="311415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4985766" y="3138574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5047488" y="3162992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5109210" y="3187411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5170932" y="3211830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5232654" y="3236248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5294376" y="3260667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5356098" y="328508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5417820" y="3309504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5479542" y="3333923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5541264" y="3358341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5602986" y="338276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5664708" y="3407179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5726430" y="3431597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5788152" y="345601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5849874" y="3480435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5911596" y="3504853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5973318" y="3529272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6035040" y="355369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6096762" y="3578109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6158484" y="3602528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6220206" y="362694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6281928" y="365136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6343650" y="3675784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6405372" y="3700202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6467094" y="3724621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6528816" y="3749039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6590538" y="3773458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6652260" y="3797877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6713982" y="382229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6775704" y="3846714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6837426" y="3871133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6899148" y="3895551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6960870" y="391997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7022592" y="391997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7084314" y="3895551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7146036" y="3871133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7207758" y="3846714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7269480" y="382229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7331202" y="3797877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7392924" y="3773458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7454646" y="3749039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7516368" y="3724621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7578090" y="3700202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7639812" y="3675784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7701534" y="365136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7763256" y="3626946"/>
            <a:ext cx="61721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7824977" y="3602528"/>
            <a:ext cx="61723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7886700" y="3578109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7948422" y="355369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8010144" y="3529272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8071866" y="3504853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8133588" y="3480435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8195310" y="345601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8257032" y="3431597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8318754" y="3407179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8380476" y="338276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8442198" y="3358341"/>
            <a:ext cx="61721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8503919" y="3333923"/>
            <a:ext cx="61723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8565642" y="3309504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8627364" y="328508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8689086" y="3260667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8750808" y="3236248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8812530" y="3211830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8874252" y="3187411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8935974" y="3162992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8997696" y="3138574"/>
            <a:ext cx="61721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9059417" y="3114155"/>
            <a:ext cx="61723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9121140" y="308973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9182862" y="3065318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9244584" y="3040899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9306306" y="301648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9368028" y="2992062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9429750" y="2967643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9491472" y="2943225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9553194" y="291880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9614916" y="2894387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9676638" y="2869969"/>
            <a:ext cx="61721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9738359" y="2845550"/>
            <a:ext cx="61723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9800082" y="2821131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9861804" y="2796713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9923526" y="2772294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9985248" y="2747875"/>
            <a:ext cx="61721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10046969" y="2723457"/>
            <a:ext cx="61723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10108692" y="2699038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10170414" y="2674620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10232136" y="2650201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10293858" y="2625782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0355580" y="2601364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10417302" y="2576945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10479024" y="255252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10540746" y="2528108"/>
            <a:ext cx="61721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10602467" y="2503689"/>
            <a:ext cx="61723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10664190" y="2479270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V="1">
            <a:off x="10725912" y="2454852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10787634" y="2430433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10849356" y="2406015"/>
            <a:ext cx="61722" cy="24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10911078" y="2381596"/>
            <a:ext cx="61722" cy="24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4059936" y="1600200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4121658" y="1649037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4183380" y="1697874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4245102" y="1746711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4306824" y="1795549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4368546" y="1844386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4430268" y="1893223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4491990" y="1942060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4553712" y="1990898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4615434" y="2039735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4677156" y="2088572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4738878" y="2137409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4800600" y="2186247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4862322" y="2235084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4924044" y="2283921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4985766" y="2332759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5047488" y="2381596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5109210" y="2430433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5170932" y="2479270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5232654" y="2528108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5294376" y="2576945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5356098" y="2625782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5417820" y="2674620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479542" y="2723457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5541264" y="2772294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5602986" y="2821131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5664708" y="2869969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5726430" y="2918806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5788152" y="2967643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849874" y="3016480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5911596" y="3065318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5973318" y="3114155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6035040" y="3162992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6096762" y="3211830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6158484" y="3260667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6220206" y="3309504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6281928" y="3358341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6343650" y="3407179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6405372" y="3456016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6467094" y="3504853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6528816" y="3553690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6590538" y="3602528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6652260" y="3651365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6713982" y="3700202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6775704" y="3749039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6837426" y="3797877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6899148" y="3846714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6960870" y="3895551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7022592" y="3895551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V="1">
            <a:off x="7084314" y="3846714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V="1">
            <a:off x="7146036" y="3797877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V="1">
            <a:off x="7207758" y="3749039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7269480" y="3700202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 flipV="1">
            <a:off x="7331202" y="3651365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 flipV="1">
            <a:off x="7392924" y="3602528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 flipV="1">
            <a:off x="7454646" y="3553690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7516368" y="3504853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V="1">
            <a:off x="7578090" y="3456016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V="1">
            <a:off x="7639812" y="3407179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V="1">
            <a:off x="7701534" y="3358341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7763256" y="3309504"/>
            <a:ext cx="61721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7824977" y="3260667"/>
            <a:ext cx="61723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7886700" y="3211830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 flipV="1">
            <a:off x="7948422" y="3162992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8010144" y="3114155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V="1">
            <a:off x="8071866" y="3065318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V="1">
            <a:off x="8133588" y="3016480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8195310" y="2967643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V="1">
            <a:off x="8257032" y="2918806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V="1">
            <a:off x="8318754" y="2869969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 flipV="1">
            <a:off x="8380476" y="2821131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V="1">
            <a:off x="8442198" y="2772294"/>
            <a:ext cx="61721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V="1">
            <a:off x="8503919" y="2723457"/>
            <a:ext cx="61723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V="1">
            <a:off x="8565642" y="2674620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 flipV="1">
            <a:off x="8627364" y="2625782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V="1">
            <a:off x="8689086" y="2576945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V="1">
            <a:off x="8750808" y="2528108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V="1">
            <a:off x="8812530" y="2479270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V="1">
            <a:off x="8874252" y="2430433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8935974" y="2381596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V="1">
            <a:off x="8997696" y="2332759"/>
            <a:ext cx="61721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V="1">
            <a:off x="9059417" y="2283921"/>
            <a:ext cx="61723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9121140" y="2235084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V="1">
            <a:off x="9182862" y="2186247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V="1">
            <a:off x="9244584" y="2137409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V="1">
            <a:off x="9306306" y="2088572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9368028" y="2039735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9429750" y="1990898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9491472" y="1942060"/>
            <a:ext cx="61722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V="1">
            <a:off x="9553194" y="1893223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9614916" y="1844386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V="1">
            <a:off x="9676638" y="1795549"/>
            <a:ext cx="61721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9738359" y="1746711"/>
            <a:ext cx="61723" cy="488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9800082" y="1697874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9861804" y="1649037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V="1">
            <a:off x="9923526" y="1600200"/>
            <a:ext cx="61722" cy="488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Rectangular hyperbola: y = k/x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In an inverse relation, one quantity increases while the other decreases.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6692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53400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y = k/x     or     xy =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199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curve approaches both axes but never touches them.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3474720"/>
            <a:ext cx="42062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961120" y="132588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99648" y="352044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13258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0" y="3609022"/>
            <a:ext cx="12881" cy="8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70881" y="3609850"/>
            <a:ext cx="12882" cy="8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83763" y="3610688"/>
            <a:ext cx="12881" cy="8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96644" y="3611536"/>
            <a:ext cx="12882" cy="8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09526" y="3612395"/>
            <a:ext cx="12882" cy="8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22408" y="3613265"/>
            <a:ext cx="12881" cy="8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35289" y="3614146"/>
            <a:ext cx="12882" cy="8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48171" y="3615038"/>
            <a:ext cx="12881" cy="9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61052" y="3615942"/>
            <a:ext cx="12882" cy="9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73934" y="3616857"/>
            <a:ext cx="12882" cy="9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86816" y="3617785"/>
            <a:ext cx="12881" cy="9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99697" y="3618724"/>
            <a:ext cx="12882" cy="9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12579" y="3619676"/>
            <a:ext cx="12881" cy="9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25460" y="3620641"/>
            <a:ext cx="12882" cy="9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38342" y="3621619"/>
            <a:ext cx="12882" cy="9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51224" y="3622609"/>
            <a:ext cx="12881" cy="10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64105" y="3623614"/>
            <a:ext cx="12882" cy="10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076987" y="3624632"/>
            <a:ext cx="12881" cy="10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89868" y="3625664"/>
            <a:ext cx="12882" cy="10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02750" y="3626710"/>
            <a:ext cx="12882" cy="10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15632" y="3627771"/>
            <a:ext cx="12881" cy="10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128513" y="3628847"/>
            <a:ext cx="12882" cy="10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141395" y="3629938"/>
            <a:ext cx="12882" cy="11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54277" y="3631044"/>
            <a:ext cx="12881" cy="11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67158" y="3632167"/>
            <a:ext cx="12882" cy="11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180040" y="3633305"/>
            <a:ext cx="12881" cy="11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92921" y="3634461"/>
            <a:ext cx="12882" cy="11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05803" y="3635633"/>
            <a:ext cx="12882" cy="11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18685" y="3636823"/>
            <a:ext cx="12881" cy="120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31566" y="3638030"/>
            <a:ext cx="12882" cy="12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244448" y="3639255"/>
            <a:ext cx="12881" cy="12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257329" y="3640499"/>
            <a:ext cx="12882" cy="12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270211" y="3641762"/>
            <a:ext cx="12882" cy="12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283093" y="3643045"/>
            <a:ext cx="12881" cy="13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295974" y="3644347"/>
            <a:ext cx="12882" cy="13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308856" y="3645669"/>
            <a:ext cx="12881" cy="13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21737" y="3647013"/>
            <a:ext cx="12882" cy="13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334619" y="3648377"/>
            <a:ext cx="12882" cy="13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47501" y="3649763"/>
            <a:ext cx="12881" cy="14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60382" y="3651172"/>
            <a:ext cx="12882" cy="14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373264" y="3652604"/>
            <a:ext cx="12882" cy="14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386146" y="3654059"/>
            <a:ext cx="12881" cy="14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99027" y="3655537"/>
            <a:ext cx="12882" cy="15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411909" y="3657041"/>
            <a:ext cx="12881" cy="15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424790" y="3658570"/>
            <a:ext cx="12882" cy="15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437672" y="3660124"/>
            <a:ext cx="12882" cy="15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450554" y="3661705"/>
            <a:ext cx="12881" cy="16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463435" y="3663313"/>
            <a:ext cx="12882" cy="163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476317" y="3664950"/>
            <a:ext cx="12881" cy="16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489198" y="3666614"/>
            <a:ext cx="12882" cy="16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502080" y="3668309"/>
            <a:ext cx="12882" cy="17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514962" y="3670033"/>
            <a:ext cx="12881" cy="17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527843" y="3671788"/>
            <a:ext cx="12882" cy="17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540725" y="3673576"/>
            <a:ext cx="12881" cy="18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553606" y="3675396"/>
            <a:ext cx="12882" cy="18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566488" y="3677249"/>
            <a:ext cx="12882" cy="18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579370" y="3679137"/>
            <a:ext cx="12881" cy="19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592251" y="3681061"/>
            <a:ext cx="12882" cy="19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605133" y="3683021"/>
            <a:ext cx="12881" cy="19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618014" y="3685019"/>
            <a:ext cx="12882" cy="20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630896" y="3687055"/>
            <a:ext cx="12882" cy="20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643778" y="3689132"/>
            <a:ext cx="12881" cy="21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56659" y="3691249"/>
            <a:ext cx="12882" cy="21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669541" y="3693409"/>
            <a:ext cx="12882" cy="22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82423" y="3695612"/>
            <a:ext cx="12881" cy="22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695304" y="3697860"/>
            <a:ext cx="12882" cy="22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708186" y="3700154"/>
            <a:ext cx="12881" cy="23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1067" y="3702496"/>
            <a:ext cx="12882" cy="23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33949" y="3704887"/>
            <a:ext cx="12882" cy="24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746831" y="3707328"/>
            <a:ext cx="12881" cy="24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759712" y="3709822"/>
            <a:ext cx="12882" cy="25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772594" y="3712370"/>
            <a:ext cx="12881" cy="26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785475" y="3714974"/>
            <a:ext cx="12882" cy="26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798357" y="3717636"/>
            <a:ext cx="12882" cy="27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811239" y="3720357"/>
            <a:ext cx="12881" cy="27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824120" y="3723140"/>
            <a:ext cx="12882" cy="28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837002" y="3725987"/>
            <a:ext cx="12881" cy="29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849883" y="3728900"/>
            <a:ext cx="12882" cy="29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862765" y="3731881"/>
            <a:ext cx="12882" cy="30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875647" y="3734933"/>
            <a:ext cx="12881" cy="31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888528" y="3738058"/>
            <a:ext cx="12882" cy="32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901410" y="3741259"/>
            <a:ext cx="12882" cy="32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914292" y="3744539"/>
            <a:ext cx="12881" cy="33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927173" y="3747900"/>
            <a:ext cx="12882" cy="34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940055" y="3751347"/>
            <a:ext cx="12881" cy="35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952936" y="3754881"/>
            <a:ext cx="12882" cy="36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965818" y="3758507"/>
            <a:ext cx="12882" cy="37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978700" y="3762228"/>
            <a:ext cx="12881" cy="38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991581" y="3766048"/>
            <a:ext cx="12882" cy="39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004463" y="3769971"/>
            <a:ext cx="12881" cy="40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017344" y="3774001"/>
            <a:ext cx="12882" cy="41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030226" y="3778142"/>
            <a:ext cx="12882" cy="42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043108" y="3782400"/>
            <a:ext cx="12881" cy="43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055989" y="3786779"/>
            <a:ext cx="12882" cy="45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068871" y="3791284"/>
            <a:ext cx="12881" cy="463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081752" y="3795921"/>
            <a:ext cx="12882" cy="47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094634" y="3800696"/>
            <a:ext cx="12882" cy="49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8107516" y="3805616"/>
            <a:ext cx="12881" cy="50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120397" y="3810686"/>
            <a:ext cx="12882" cy="52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8133279" y="3815914"/>
            <a:ext cx="12882" cy="53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146161" y="3821307"/>
            <a:ext cx="12881" cy="55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159042" y="3826873"/>
            <a:ext cx="12882" cy="57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171924" y="3832621"/>
            <a:ext cx="12881" cy="59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184805" y="3838560"/>
            <a:ext cx="12882" cy="61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197687" y="3844699"/>
            <a:ext cx="12882" cy="63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8210569" y="3851049"/>
            <a:ext cx="12881" cy="65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8223450" y="3857620"/>
            <a:ext cx="12882" cy="68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236332" y="3864426"/>
            <a:ext cx="12881" cy="70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249213" y="3871477"/>
            <a:ext cx="12882" cy="73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262095" y="3878789"/>
            <a:ext cx="12882" cy="75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274977" y="3886375"/>
            <a:ext cx="12881" cy="78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287858" y="3894251"/>
            <a:ext cx="12882" cy="81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300740" y="3902434"/>
            <a:ext cx="12881" cy="85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313621" y="3910944"/>
            <a:ext cx="12882" cy="88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26503" y="3919798"/>
            <a:ext cx="12882" cy="92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39385" y="3929020"/>
            <a:ext cx="12881" cy="96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352266" y="3938631"/>
            <a:ext cx="12882" cy="100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365148" y="3948659"/>
            <a:ext cx="12881" cy="104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378029" y="3959129"/>
            <a:ext cx="12882" cy="109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390911" y="3970072"/>
            <a:ext cx="12882" cy="114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403793" y="3981521"/>
            <a:ext cx="12881" cy="119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416674" y="3993512"/>
            <a:ext cx="12882" cy="125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429556" y="4006084"/>
            <a:ext cx="12882" cy="131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442438" y="4019281"/>
            <a:ext cx="12881" cy="1386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455319" y="4033150"/>
            <a:ext cx="12882" cy="145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468201" y="4047744"/>
            <a:ext cx="12881" cy="153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481082" y="4063120"/>
            <a:ext cx="12882" cy="162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493964" y="4079345"/>
            <a:ext cx="12882" cy="171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506846" y="4096490"/>
            <a:ext cx="12881" cy="181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519727" y="4114636"/>
            <a:ext cx="12882" cy="1923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8532609" y="4133873"/>
            <a:ext cx="12881" cy="204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8545490" y="4154302"/>
            <a:ext cx="12882" cy="217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558372" y="4176038"/>
            <a:ext cx="12882" cy="231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571254" y="4199210"/>
            <a:ext cx="12881" cy="247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584135" y="4223966"/>
            <a:ext cx="12882" cy="265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597017" y="4250474"/>
            <a:ext cx="12881" cy="284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609898" y="4278926"/>
            <a:ext cx="12882" cy="306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622780" y="4309545"/>
            <a:ext cx="12882" cy="330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635662" y="4342587"/>
            <a:ext cx="12881" cy="357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648543" y="4378353"/>
            <a:ext cx="12882" cy="388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661425" y="4417193"/>
            <a:ext cx="12882" cy="423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674307" y="4459522"/>
            <a:ext cx="12881" cy="463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687188" y="4505833"/>
            <a:ext cx="12882" cy="508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700070" y="4556713"/>
            <a:ext cx="12881" cy="561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712951" y="4612876"/>
            <a:ext cx="12882" cy="623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725833" y="4675189"/>
            <a:ext cx="12882" cy="695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738715" y="4744719"/>
            <a:ext cx="12881" cy="780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751596" y="4822800"/>
            <a:ext cx="12882" cy="883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764478" y="4911110"/>
            <a:ext cx="12881" cy="1006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77359" y="5011801"/>
            <a:ext cx="12882" cy="1158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90241" y="5127673"/>
            <a:ext cx="12882" cy="1347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03123" y="5262440"/>
            <a:ext cx="12881" cy="1586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16004" y="5421133"/>
            <a:ext cx="12882" cy="1896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9093353" y="1338696"/>
            <a:ext cx="12882" cy="1896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9106235" y="1528306"/>
            <a:ext cx="12881" cy="1586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9119116" y="1686999"/>
            <a:ext cx="12882" cy="1347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9131998" y="1821766"/>
            <a:ext cx="12882" cy="1158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9144880" y="1937638"/>
            <a:ext cx="12881" cy="1006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9157761" y="2038329"/>
            <a:ext cx="12882" cy="883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9170643" y="2126639"/>
            <a:ext cx="12881" cy="780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9183524" y="2204720"/>
            <a:ext cx="12882" cy="695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9196406" y="2274250"/>
            <a:ext cx="12882" cy="623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9209288" y="2336563"/>
            <a:ext cx="12881" cy="561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9222169" y="2392726"/>
            <a:ext cx="12882" cy="508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9235051" y="2443606"/>
            <a:ext cx="12881" cy="463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9247932" y="2489917"/>
            <a:ext cx="12882" cy="423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9260814" y="2532246"/>
            <a:ext cx="12882" cy="388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9273696" y="2571086"/>
            <a:ext cx="12881" cy="357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9286577" y="2606852"/>
            <a:ext cx="12882" cy="330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9299459" y="2639894"/>
            <a:ext cx="12882" cy="306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9312341" y="2670513"/>
            <a:ext cx="12881" cy="284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9325222" y="2698965"/>
            <a:ext cx="12882" cy="265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9338104" y="2725473"/>
            <a:ext cx="12881" cy="247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9350985" y="2750229"/>
            <a:ext cx="12882" cy="231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9363867" y="2773401"/>
            <a:ext cx="12882" cy="217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9376749" y="2795137"/>
            <a:ext cx="12881" cy="204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9389630" y="2815566"/>
            <a:ext cx="12882" cy="1923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9402512" y="2834803"/>
            <a:ext cx="12881" cy="181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9415393" y="2852949"/>
            <a:ext cx="12882" cy="171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9428275" y="2870094"/>
            <a:ext cx="12882" cy="162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9441157" y="2886319"/>
            <a:ext cx="12881" cy="153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9454038" y="2901696"/>
            <a:ext cx="12882" cy="145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9466920" y="2916289"/>
            <a:ext cx="12881" cy="1386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9479801" y="2930158"/>
            <a:ext cx="12882" cy="131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9492683" y="2943355"/>
            <a:ext cx="12882" cy="125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9505565" y="2955927"/>
            <a:ext cx="12881" cy="119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9518446" y="2967918"/>
            <a:ext cx="12882" cy="114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9531328" y="2979367"/>
            <a:ext cx="12882" cy="109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9544210" y="2990310"/>
            <a:ext cx="12881" cy="104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9557091" y="3000780"/>
            <a:ext cx="12882" cy="100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9569973" y="3010808"/>
            <a:ext cx="12881" cy="96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9582854" y="3020419"/>
            <a:ext cx="12882" cy="92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595736" y="3029641"/>
            <a:ext cx="12882" cy="88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608618" y="3038495"/>
            <a:ext cx="12881" cy="85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621499" y="3047005"/>
            <a:ext cx="12882" cy="81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634381" y="3055188"/>
            <a:ext cx="12881" cy="78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647262" y="3063064"/>
            <a:ext cx="12882" cy="75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60144" y="3070650"/>
            <a:ext cx="12882" cy="73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673026" y="3077962"/>
            <a:ext cx="12881" cy="70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685907" y="3085013"/>
            <a:ext cx="12882" cy="68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698789" y="3091819"/>
            <a:ext cx="12881" cy="65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711670" y="3098390"/>
            <a:ext cx="12882" cy="63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724552" y="3104740"/>
            <a:ext cx="12882" cy="61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37434" y="3110879"/>
            <a:ext cx="12881" cy="59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750315" y="3116818"/>
            <a:ext cx="12882" cy="57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9763197" y="3122566"/>
            <a:ext cx="12882" cy="55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9776079" y="3128132"/>
            <a:ext cx="12881" cy="53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9788960" y="3133525"/>
            <a:ext cx="12882" cy="52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9801842" y="3138753"/>
            <a:ext cx="12881" cy="50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9814723" y="3143823"/>
            <a:ext cx="12882" cy="49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9827605" y="3148743"/>
            <a:ext cx="12882" cy="47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9840487" y="3153518"/>
            <a:ext cx="12881" cy="463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9853368" y="3158155"/>
            <a:ext cx="12882" cy="45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9866250" y="3162660"/>
            <a:ext cx="12881" cy="43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9879131" y="3167039"/>
            <a:ext cx="12882" cy="42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9892013" y="3171297"/>
            <a:ext cx="12882" cy="41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9904895" y="3175438"/>
            <a:ext cx="12881" cy="40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9917776" y="3179468"/>
            <a:ext cx="12882" cy="39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9930658" y="3183391"/>
            <a:ext cx="12881" cy="38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9943539" y="3187211"/>
            <a:ext cx="12882" cy="37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9956421" y="3190932"/>
            <a:ext cx="12882" cy="36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9969303" y="3194558"/>
            <a:ext cx="12881" cy="35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9982184" y="3198092"/>
            <a:ext cx="12882" cy="34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9995066" y="3201539"/>
            <a:ext cx="12881" cy="33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0007947" y="3204900"/>
            <a:ext cx="12882" cy="32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0020829" y="3208180"/>
            <a:ext cx="12882" cy="32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10033711" y="3211381"/>
            <a:ext cx="12881" cy="31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0046592" y="3214506"/>
            <a:ext cx="12882" cy="30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0059474" y="3217558"/>
            <a:ext cx="12882" cy="29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072356" y="3220539"/>
            <a:ext cx="12881" cy="29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085237" y="3223452"/>
            <a:ext cx="12882" cy="28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098119" y="3226299"/>
            <a:ext cx="12881" cy="27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111000" y="3229082"/>
            <a:ext cx="12882" cy="27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123882" y="3231803"/>
            <a:ext cx="12882" cy="26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136764" y="3234465"/>
            <a:ext cx="12881" cy="26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149645" y="3237069"/>
            <a:ext cx="12882" cy="25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162527" y="3239617"/>
            <a:ext cx="12881" cy="24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175408" y="3242111"/>
            <a:ext cx="12882" cy="24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188290" y="3244552"/>
            <a:ext cx="12882" cy="23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201172" y="3246943"/>
            <a:ext cx="12881" cy="23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214053" y="3249285"/>
            <a:ext cx="12882" cy="22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226935" y="3251579"/>
            <a:ext cx="12881" cy="22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239816" y="3253827"/>
            <a:ext cx="12882" cy="22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252698" y="3256030"/>
            <a:ext cx="12882" cy="21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265580" y="3258190"/>
            <a:ext cx="12881" cy="21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278461" y="3260307"/>
            <a:ext cx="12882" cy="20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291343" y="3262384"/>
            <a:ext cx="12882" cy="20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304225" y="3264420"/>
            <a:ext cx="12881" cy="19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317106" y="3266418"/>
            <a:ext cx="12882" cy="19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329988" y="3268378"/>
            <a:ext cx="12881" cy="19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342869" y="3270302"/>
            <a:ext cx="12882" cy="18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355751" y="3272190"/>
            <a:ext cx="12882" cy="18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368633" y="3274043"/>
            <a:ext cx="12881" cy="18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0381514" y="3275863"/>
            <a:ext cx="12882" cy="17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0394396" y="3277651"/>
            <a:ext cx="12881" cy="17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10407277" y="3279406"/>
            <a:ext cx="12882" cy="17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10420159" y="3281130"/>
            <a:ext cx="12882" cy="16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0433041" y="3282825"/>
            <a:ext cx="12881" cy="16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0445922" y="3284489"/>
            <a:ext cx="12882" cy="163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0458804" y="3286126"/>
            <a:ext cx="12881" cy="16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10471685" y="3287734"/>
            <a:ext cx="12882" cy="15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0484567" y="3289315"/>
            <a:ext cx="12882" cy="15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497449" y="3290869"/>
            <a:ext cx="12881" cy="15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10510330" y="3292398"/>
            <a:ext cx="12882" cy="15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10523212" y="3293902"/>
            <a:ext cx="12881" cy="14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0536093" y="3295380"/>
            <a:ext cx="12882" cy="14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0548975" y="3296835"/>
            <a:ext cx="12882" cy="14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10561857" y="3298267"/>
            <a:ext cx="12881" cy="14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10574738" y="3299676"/>
            <a:ext cx="12882" cy="13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10587620" y="3301062"/>
            <a:ext cx="12882" cy="13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10600502" y="3302426"/>
            <a:ext cx="12881" cy="13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10613383" y="3303770"/>
            <a:ext cx="12882" cy="13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10626265" y="3305092"/>
            <a:ext cx="12881" cy="13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10639146" y="3306394"/>
            <a:ext cx="12882" cy="12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10652028" y="3307677"/>
            <a:ext cx="12882" cy="12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0664910" y="3308940"/>
            <a:ext cx="12881" cy="12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10677791" y="3310184"/>
            <a:ext cx="12882" cy="12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10690673" y="3311409"/>
            <a:ext cx="12881" cy="120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10703554" y="3312616"/>
            <a:ext cx="12882" cy="11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10716436" y="3313806"/>
            <a:ext cx="12882" cy="11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10729318" y="3314978"/>
            <a:ext cx="12881" cy="11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10742199" y="3316134"/>
            <a:ext cx="12882" cy="11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10755081" y="3317272"/>
            <a:ext cx="12881" cy="11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10767962" y="3318395"/>
            <a:ext cx="12882" cy="11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10780844" y="3319501"/>
            <a:ext cx="12882" cy="10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0793726" y="3320592"/>
            <a:ext cx="12881" cy="10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0806607" y="3321668"/>
            <a:ext cx="12882" cy="10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0819489" y="3322729"/>
            <a:ext cx="12882" cy="10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10832371" y="3323775"/>
            <a:ext cx="12881" cy="10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10845252" y="3324807"/>
            <a:ext cx="12882" cy="10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10858134" y="3325825"/>
            <a:ext cx="12881" cy="10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10871015" y="3326830"/>
            <a:ext cx="12882" cy="9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10883897" y="3327820"/>
            <a:ext cx="12882" cy="9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10896779" y="3328798"/>
            <a:ext cx="12881" cy="9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0909660" y="3329763"/>
            <a:ext cx="12882" cy="9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0922542" y="3330715"/>
            <a:ext cx="12881" cy="9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0935423" y="3331654"/>
            <a:ext cx="12882" cy="9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0948305" y="3332582"/>
            <a:ext cx="12882" cy="9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0961187" y="3333497"/>
            <a:ext cx="12881" cy="9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0974068" y="3334401"/>
            <a:ext cx="12882" cy="8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10986950" y="3335293"/>
            <a:ext cx="12881" cy="8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10999831" y="3336174"/>
            <a:ext cx="12882" cy="8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11012713" y="3337044"/>
            <a:ext cx="12882" cy="8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11025595" y="3337903"/>
            <a:ext cx="12881" cy="8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11038476" y="3338751"/>
            <a:ext cx="12882" cy="8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11051358" y="3339589"/>
            <a:ext cx="12882" cy="8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GRAPH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How to draw an inverse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1. Write the equation in the form y=k/x.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2. Make a value table. Avoid x=0 because division by zero is undefined.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3. Mark positive and negative x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4. Join smoothly; do not let the curve touch an axis.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Inverse-square relation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A force follows F=k/r^2. What happens when r becomes 2r?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Original force: F=k/r^2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2:  New force: F'=k/(2r)^2=k/(4r^2)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D680"/>
                </a:solidFill>
                <a:latin typeface="Aptos"/>
              </a:rPr>
              <a:t>F'=F/4. Doubling distance makes force one-fourth.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PHYSICS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De Broglie wavelength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moving particle has wavelength inversely proportional to momentum.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6692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53400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1E3F"/>
                </a:solidFill>
                <a:latin typeface="Aptos"/>
              </a:rPr>
              <a:t>lambda = h/p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199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So lambda versus p is a decreasing rectangular hyperbola.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5623560"/>
            <a:ext cx="42062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132588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99648" y="56692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8" y="13258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lambda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30192" y="1424300"/>
            <a:ext cx="26027" cy="5513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56219" y="1975661"/>
            <a:ext cx="26026" cy="4233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82245" y="2399040"/>
            <a:ext cx="26026" cy="3353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08271" y="2734363"/>
            <a:ext cx="26026" cy="2721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34297" y="3006514"/>
            <a:ext cx="26026" cy="2252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60323" y="3231807"/>
            <a:ext cx="26026" cy="1895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86349" y="3421386"/>
            <a:ext cx="26026" cy="1617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12375" y="3583118"/>
            <a:ext cx="26026" cy="1396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38401" y="3722720"/>
            <a:ext cx="26026" cy="1217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64427" y="3844442"/>
            <a:ext cx="26027" cy="1070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290454" y="3951514"/>
            <a:ext cx="26026" cy="949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16480" y="4046429"/>
            <a:ext cx="26026" cy="847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42506" y="4131148"/>
            <a:ext cx="26026" cy="760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68532" y="4207228"/>
            <a:ext cx="26026" cy="687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94558" y="4275928"/>
            <a:ext cx="26026" cy="623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20584" y="4338272"/>
            <a:ext cx="26026" cy="568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46610" y="4395103"/>
            <a:ext cx="26026" cy="52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72636" y="4447120"/>
            <a:ext cx="26026" cy="477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98662" y="4494911"/>
            <a:ext cx="26027" cy="440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24689" y="4538971"/>
            <a:ext cx="26026" cy="407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50715" y="4579721"/>
            <a:ext cx="26026" cy="377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576741" y="4617519"/>
            <a:ext cx="26026" cy="351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02767" y="4652675"/>
            <a:ext cx="26026" cy="327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28793" y="4685457"/>
            <a:ext cx="26026" cy="306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54819" y="4716098"/>
            <a:ext cx="26026" cy="287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680845" y="4744801"/>
            <a:ext cx="26026" cy="269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706871" y="4771743"/>
            <a:ext cx="26026" cy="253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732897" y="4797083"/>
            <a:ext cx="26027" cy="238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58924" y="4820958"/>
            <a:ext cx="26026" cy="225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784950" y="4843493"/>
            <a:ext cx="26026" cy="213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810976" y="4864797"/>
            <a:ext cx="26026" cy="201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837002" y="4884968"/>
            <a:ext cx="26026" cy="191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863028" y="4904094"/>
            <a:ext cx="26026" cy="181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89054" y="4922255"/>
            <a:ext cx="26026" cy="172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15080" y="4939522"/>
            <a:ext cx="26026" cy="164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941106" y="4955959"/>
            <a:ext cx="26026" cy="156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967132" y="4971624"/>
            <a:ext cx="26027" cy="149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93159" y="4986571"/>
            <a:ext cx="26026" cy="142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019185" y="5000848"/>
            <a:ext cx="26026" cy="136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045211" y="5014499"/>
            <a:ext cx="26026" cy="130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071237" y="5027565"/>
            <a:ext cx="26026" cy="125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097263" y="5040082"/>
            <a:ext cx="26026" cy="120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123289" y="5052083"/>
            <a:ext cx="26026" cy="115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149315" y="5063601"/>
            <a:ext cx="26026" cy="110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175341" y="5074664"/>
            <a:ext cx="26026" cy="106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201367" y="5085298"/>
            <a:ext cx="26027" cy="102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227394" y="5095528"/>
            <a:ext cx="26026" cy="98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253420" y="5105377"/>
            <a:ext cx="26026" cy="94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79446" y="5114864"/>
            <a:ext cx="26026" cy="91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305472" y="5124011"/>
            <a:ext cx="26026" cy="88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331498" y="5132834"/>
            <a:ext cx="26026" cy="85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357524" y="5141351"/>
            <a:ext cx="26026" cy="82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383550" y="5149578"/>
            <a:ext cx="26026" cy="79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409576" y="5157528"/>
            <a:ext cx="26026" cy="76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435602" y="5165217"/>
            <a:ext cx="26027" cy="74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461629" y="5172655"/>
            <a:ext cx="26026" cy="72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487655" y="5179856"/>
            <a:ext cx="26026" cy="69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513681" y="5186831"/>
            <a:ext cx="26026" cy="67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539707" y="5193590"/>
            <a:ext cx="26026" cy="6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565733" y="5200143"/>
            <a:ext cx="26026" cy="63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591759" y="5206499"/>
            <a:ext cx="26026" cy="61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17785" y="5212667"/>
            <a:ext cx="26026" cy="59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643811" y="5218655"/>
            <a:ext cx="26026" cy="58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669837" y="5224471"/>
            <a:ext cx="26026" cy="56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695863" y="5230123"/>
            <a:ext cx="26027" cy="54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721890" y="5235617"/>
            <a:ext cx="26026" cy="53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747916" y="5240959"/>
            <a:ext cx="26026" cy="51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773942" y="5246156"/>
            <a:ext cx="26026" cy="50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799968" y="5251214"/>
            <a:ext cx="26026" cy="49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825994" y="5256138"/>
            <a:ext cx="26026" cy="47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852020" y="5260934"/>
            <a:ext cx="26026" cy="46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878046" y="5265606"/>
            <a:ext cx="26026" cy="4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904072" y="5270159"/>
            <a:ext cx="26026" cy="44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930098" y="5274598"/>
            <a:ext cx="26027" cy="43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956125" y="5278927"/>
            <a:ext cx="26026" cy="42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82151" y="5283149"/>
            <a:ext cx="26026" cy="41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08177" y="5287270"/>
            <a:ext cx="26026" cy="40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034203" y="5291291"/>
            <a:ext cx="26026" cy="39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060229" y="5295218"/>
            <a:ext cx="26026" cy="38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86255" y="5299053"/>
            <a:ext cx="26026" cy="37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2281" y="5302800"/>
            <a:ext cx="26026" cy="36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8307" y="5306461"/>
            <a:ext cx="26026" cy="35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64333" y="5310039"/>
            <a:ext cx="26027" cy="34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90360" y="5313537"/>
            <a:ext cx="26026" cy="34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16386" y="5316959"/>
            <a:ext cx="26026" cy="33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242412" y="5320305"/>
            <a:ext cx="26026" cy="32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268438" y="5323580"/>
            <a:ext cx="26026" cy="32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94464" y="5326784"/>
            <a:ext cx="26026" cy="31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20490" y="5329921"/>
            <a:ext cx="26026" cy="30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46516" y="5332992"/>
            <a:ext cx="26026" cy="30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372542" y="5335999"/>
            <a:ext cx="26026" cy="29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398568" y="5338945"/>
            <a:ext cx="26027" cy="28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424595" y="5341831"/>
            <a:ext cx="26026" cy="28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450621" y="5344659"/>
            <a:ext cx="26026" cy="27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476647" y="5347431"/>
            <a:ext cx="26026" cy="27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502673" y="5350148"/>
            <a:ext cx="26026" cy="26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528699" y="5352813"/>
            <a:ext cx="26026" cy="26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554725" y="5355426"/>
            <a:ext cx="26026" cy="25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580751" y="5357989"/>
            <a:ext cx="26026" cy="25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606777" y="5360503"/>
            <a:ext cx="26026" cy="24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632803" y="5362971"/>
            <a:ext cx="26027" cy="24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658830" y="5365392"/>
            <a:ext cx="26026" cy="23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684856" y="5367769"/>
            <a:ext cx="26026" cy="23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710882" y="5370103"/>
            <a:ext cx="26026" cy="2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736908" y="5372394"/>
            <a:ext cx="26026" cy="22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762934" y="5374644"/>
            <a:ext cx="26026" cy="22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788960" y="5376854"/>
            <a:ext cx="26026" cy="21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814986" y="5379026"/>
            <a:ext cx="26026" cy="21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841012" y="5381159"/>
            <a:ext cx="26026" cy="20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867038" y="5383256"/>
            <a:ext cx="26027" cy="20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893065" y="5385317"/>
            <a:ext cx="26026" cy="20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919091" y="5387342"/>
            <a:ext cx="26026" cy="19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945117" y="5389334"/>
            <a:ext cx="26026" cy="19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971143" y="5391292"/>
            <a:ext cx="26026" cy="19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997169" y="5393217"/>
            <a:ext cx="26026" cy="18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023195" y="5395111"/>
            <a:ext cx="26026" cy="18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0049221" y="5396975"/>
            <a:ext cx="26026" cy="18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075247" y="5398807"/>
            <a:ext cx="26026" cy="18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101273" y="5400611"/>
            <a:ext cx="26027" cy="17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127300" y="5402386"/>
            <a:ext cx="26026" cy="17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153326" y="5404133"/>
            <a:ext cx="26026" cy="17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179352" y="5405852"/>
            <a:ext cx="26026" cy="16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205378" y="5407545"/>
            <a:ext cx="26026" cy="16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231404" y="5409211"/>
            <a:ext cx="26026" cy="16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257430" y="5410852"/>
            <a:ext cx="26026" cy="16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283456" y="5412469"/>
            <a:ext cx="26026" cy="15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309482" y="5414060"/>
            <a:ext cx="26026" cy="15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335508" y="5415628"/>
            <a:ext cx="26027" cy="15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361535" y="5417173"/>
            <a:ext cx="26026" cy="15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0387561" y="5418695"/>
            <a:ext cx="26026" cy="14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413587" y="5420194"/>
            <a:ext cx="26026" cy="14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439613" y="5421672"/>
            <a:ext cx="26026" cy="14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465639" y="5423128"/>
            <a:ext cx="26026" cy="14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491665" y="5424564"/>
            <a:ext cx="26026" cy="14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517691" y="5425979"/>
            <a:ext cx="26026" cy="13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543717" y="5427374"/>
            <a:ext cx="26026" cy="13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569743" y="5428750"/>
            <a:ext cx="26027" cy="13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595770" y="5430106"/>
            <a:ext cx="26026" cy="13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621796" y="5431444"/>
            <a:ext cx="26026" cy="13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647822" y="5432763"/>
            <a:ext cx="26026" cy="13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673848" y="5434065"/>
            <a:ext cx="26026" cy="12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699874" y="5435349"/>
            <a:ext cx="26026" cy="12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725900" y="5436615"/>
            <a:ext cx="26026" cy="12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751926" y="5437864"/>
            <a:ext cx="26026" cy="12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777952" y="5439097"/>
            <a:ext cx="26026" cy="12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803978" y="5440314"/>
            <a:ext cx="26027" cy="12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830005" y="5441515"/>
            <a:ext cx="26026" cy="11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856031" y="5442700"/>
            <a:ext cx="26026" cy="11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882057" y="5443869"/>
            <a:ext cx="26026" cy="11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908083" y="5445024"/>
            <a:ext cx="26026" cy="11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934109" y="5446164"/>
            <a:ext cx="26026" cy="11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960135" y="5447290"/>
            <a:ext cx="26026" cy="11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986161" y="5448401"/>
            <a:ext cx="26026" cy="10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1012187" y="5449498"/>
            <a:ext cx="26026" cy="10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1038213" y="5450582"/>
            <a:ext cx="26027" cy="10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Wavelength and kinetic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K=p^2/(2m)  gives  p=sqrt(2mK)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lambda=h/p=h/sqrt(2mK)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1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lambda is proportional to 1/sqrt(K)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Therefore lambda decreases when kinetic energy increases.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FAMILY OF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 = k/x for different 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Every positive k gives a similar decreasing curve.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larger k places the curve farther from the origin.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5623560"/>
            <a:ext cx="42062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32588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99648" y="56692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8" y="13258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30192" y="1424300"/>
            <a:ext cx="26027" cy="5513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56219" y="1975661"/>
            <a:ext cx="26026" cy="4233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82245" y="2399040"/>
            <a:ext cx="26026" cy="3353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08271" y="2734363"/>
            <a:ext cx="26026" cy="2721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34297" y="3006514"/>
            <a:ext cx="26026" cy="2252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60323" y="3231807"/>
            <a:ext cx="26026" cy="1895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86349" y="3421386"/>
            <a:ext cx="26026" cy="1617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12375" y="3583118"/>
            <a:ext cx="26026" cy="1396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38401" y="3722720"/>
            <a:ext cx="26026" cy="1217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64427" y="3844442"/>
            <a:ext cx="26027" cy="1070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90454" y="3951514"/>
            <a:ext cx="26026" cy="949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6480" y="4046429"/>
            <a:ext cx="26026" cy="847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42506" y="4131148"/>
            <a:ext cx="26026" cy="760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68532" y="4207228"/>
            <a:ext cx="26026" cy="687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94558" y="4275928"/>
            <a:ext cx="26026" cy="623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20584" y="4338272"/>
            <a:ext cx="26026" cy="568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46610" y="4395103"/>
            <a:ext cx="26026" cy="520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72636" y="4447120"/>
            <a:ext cx="26026" cy="477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98662" y="4494911"/>
            <a:ext cx="26027" cy="440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24689" y="4538971"/>
            <a:ext cx="26026" cy="407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550715" y="4579721"/>
            <a:ext cx="26026" cy="377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76741" y="4617519"/>
            <a:ext cx="26026" cy="351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02767" y="4652675"/>
            <a:ext cx="26026" cy="327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628793" y="4685457"/>
            <a:ext cx="26026" cy="306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54819" y="4716098"/>
            <a:ext cx="26026" cy="287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845" y="4744801"/>
            <a:ext cx="26026" cy="269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06871" y="4771743"/>
            <a:ext cx="26026" cy="253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732897" y="4797083"/>
            <a:ext cx="26027" cy="238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758924" y="4820958"/>
            <a:ext cx="26026" cy="225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784950" y="4843493"/>
            <a:ext cx="26026" cy="213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810976" y="4864797"/>
            <a:ext cx="26026" cy="201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837002" y="4884968"/>
            <a:ext cx="26026" cy="191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863028" y="4904094"/>
            <a:ext cx="26026" cy="181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889054" y="4922255"/>
            <a:ext cx="26026" cy="172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915080" y="4939522"/>
            <a:ext cx="26026" cy="1643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941106" y="4955959"/>
            <a:ext cx="26026" cy="156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967132" y="4971624"/>
            <a:ext cx="26027" cy="149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993159" y="4986571"/>
            <a:ext cx="26026" cy="142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019185" y="5000848"/>
            <a:ext cx="26026" cy="136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045211" y="5014499"/>
            <a:ext cx="26026" cy="130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071237" y="5027565"/>
            <a:ext cx="26026" cy="125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097263" y="5040082"/>
            <a:ext cx="26026" cy="120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123289" y="5052083"/>
            <a:ext cx="26026" cy="115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149315" y="5063601"/>
            <a:ext cx="26026" cy="110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175341" y="5074664"/>
            <a:ext cx="26026" cy="106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201367" y="5085298"/>
            <a:ext cx="26027" cy="102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227394" y="5095528"/>
            <a:ext cx="26026" cy="98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253420" y="5105377"/>
            <a:ext cx="26026" cy="94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279446" y="5114864"/>
            <a:ext cx="26026" cy="91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305472" y="5124011"/>
            <a:ext cx="26026" cy="88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331498" y="5132834"/>
            <a:ext cx="26026" cy="85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357524" y="5141351"/>
            <a:ext cx="26026" cy="82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383550" y="5149578"/>
            <a:ext cx="26026" cy="79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409576" y="5157528"/>
            <a:ext cx="26026" cy="76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435602" y="5165217"/>
            <a:ext cx="26027" cy="74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461629" y="5172655"/>
            <a:ext cx="26026" cy="72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487655" y="5179856"/>
            <a:ext cx="26026" cy="69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513681" y="5186831"/>
            <a:ext cx="26026" cy="67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539707" y="5193590"/>
            <a:ext cx="26026" cy="65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565733" y="5200143"/>
            <a:ext cx="26026" cy="63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591759" y="5206499"/>
            <a:ext cx="26026" cy="61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617785" y="5212667"/>
            <a:ext cx="26026" cy="59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643811" y="5218655"/>
            <a:ext cx="26026" cy="58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69837" y="5224471"/>
            <a:ext cx="26026" cy="56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695863" y="5230123"/>
            <a:ext cx="26027" cy="54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21890" y="5235617"/>
            <a:ext cx="26026" cy="53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747916" y="5240959"/>
            <a:ext cx="26026" cy="51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773942" y="5246156"/>
            <a:ext cx="26026" cy="50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799968" y="5251214"/>
            <a:ext cx="26026" cy="49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825994" y="5256138"/>
            <a:ext cx="26026" cy="47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852020" y="5260934"/>
            <a:ext cx="26026" cy="46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878046" y="5265606"/>
            <a:ext cx="26026" cy="45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904072" y="5270159"/>
            <a:ext cx="26026" cy="44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930098" y="5274598"/>
            <a:ext cx="26027" cy="43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956125" y="5278927"/>
            <a:ext cx="26026" cy="42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982151" y="5283149"/>
            <a:ext cx="26026" cy="41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008177" y="5287270"/>
            <a:ext cx="26026" cy="40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034203" y="5291291"/>
            <a:ext cx="26026" cy="39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60229" y="5295218"/>
            <a:ext cx="26026" cy="38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086255" y="5299053"/>
            <a:ext cx="26026" cy="37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112281" y="5302800"/>
            <a:ext cx="26026" cy="36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138307" y="5306461"/>
            <a:ext cx="26026" cy="35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64333" y="5310039"/>
            <a:ext cx="26027" cy="34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90360" y="5313537"/>
            <a:ext cx="26026" cy="34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16386" y="5316959"/>
            <a:ext cx="26026" cy="33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2412" y="5320305"/>
            <a:ext cx="26026" cy="32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68438" y="5323580"/>
            <a:ext cx="26026" cy="32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294464" y="5326784"/>
            <a:ext cx="26026" cy="313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320490" y="5329921"/>
            <a:ext cx="26026" cy="30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346516" y="5332992"/>
            <a:ext cx="26026" cy="300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72542" y="5335999"/>
            <a:ext cx="26026" cy="29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8568" y="5338945"/>
            <a:ext cx="26027" cy="28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24595" y="5341831"/>
            <a:ext cx="26026" cy="28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450621" y="5344659"/>
            <a:ext cx="26026" cy="27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476647" y="5347431"/>
            <a:ext cx="26026" cy="27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502673" y="5350148"/>
            <a:ext cx="26026" cy="26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528699" y="5352813"/>
            <a:ext cx="26026" cy="26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554725" y="5355426"/>
            <a:ext cx="26026" cy="25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580751" y="5357989"/>
            <a:ext cx="26026" cy="251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606777" y="5360503"/>
            <a:ext cx="26026" cy="24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632803" y="5362971"/>
            <a:ext cx="26027" cy="24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658830" y="5365392"/>
            <a:ext cx="26026" cy="23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684856" y="5367769"/>
            <a:ext cx="26026" cy="23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710882" y="5370103"/>
            <a:ext cx="26026" cy="22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736908" y="5372394"/>
            <a:ext cx="26026" cy="22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762934" y="5374644"/>
            <a:ext cx="26026" cy="22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788960" y="5376854"/>
            <a:ext cx="26026" cy="21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814986" y="5379026"/>
            <a:ext cx="26026" cy="21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841012" y="5381159"/>
            <a:ext cx="26026" cy="20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867038" y="5383256"/>
            <a:ext cx="26027" cy="20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893065" y="5385317"/>
            <a:ext cx="26026" cy="20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919091" y="5387342"/>
            <a:ext cx="26026" cy="19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945117" y="5389334"/>
            <a:ext cx="26026" cy="19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971143" y="5391292"/>
            <a:ext cx="26026" cy="19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997169" y="5393217"/>
            <a:ext cx="26026" cy="18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023195" y="5395111"/>
            <a:ext cx="26026" cy="18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049221" y="5396975"/>
            <a:ext cx="26026" cy="18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075247" y="5398807"/>
            <a:ext cx="26026" cy="18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0101273" y="5400611"/>
            <a:ext cx="26027" cy="17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127300" y="5402386"/>
            <a:ext cx="26026" cy="17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153326" y="5404133"/>
            <a:ext cx="26026" cy="17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179352" y="5405852"/>
            <a:ext cx="26026" cy="16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205378" y="5407545"/>
            <a:ext cx="26026" cy="16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231404" y="5409211"/>
            <a:ext cx="26026" cy="16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257430" y="5410852"/>
            <a:ext cx="26026" cy="16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283456" y="5412469"/>
            <a:ext cx="26026" cy="15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309482" y="5414060"/>
            <a:ext cx="26026" cy="15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335508" y="5415628"/>
            <a:ext cx="26027" cy="15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361535" y="5417173"/>
            <a:ext cx="26026" cy="15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387561" y="5418695"/>
            <a:ext cx="26026" cy="14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413587" y="5420194"/>
            <a:ext cx="26026" cy="14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0439613" y="5421672"/>
            <a:ext cx="26026" cy="14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465639" y="5423128"/>
            <a:ext cx="26026" cy="14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491665" y="5424564"/>
            <a:ext cx="26026" cy="14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517691" y="5425979"/>
            <a:ext cx="26026" cy="13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543717" y="5427374"/>
            <a:ext cx="26026" cy="13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569743" y="5428750"/>
            <a:ext cx="26027" cy="13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595770" y="5430106"/>
            <a:ext cx="26026" cy="13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621796" y="5431444"/>
            <a:ext cx="26026" cy="13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647822" y="5432763"/>
            <a:ext cx="26026" cy="13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673848" y="5434065"/>
            <a:ext cx="26026" cy="12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699874" y="5435349"/>
            <a:ext cx="26026" cy="12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725900" y="5436615"/>
            <a:ext cx="26026" cy="12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751926" y="5437864"/>
            <a:ext cx="26026" cy="12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777952" y="5439097"/>
            <a:ext cx="26026" cy="12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803978" y="5440314"/>
            <a:ext cx="26027" cy="12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830005" y="5441515"/>
            <a:ext cx="26026" cy="11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856031" y="5442700"/>
            <a:ext cx="26026" cy="116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882057" y="5443869"/>
            <a:ext cx="26026" cy="11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908083" y="5445024"/>
            <a:ext cx="26026" cy="11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934109" y="5446164"/>
            <a:ext cx="26026" cy="11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960135" y="5447290"/>
            <a:ext cx="26026" cy="11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986161" y="5448401"/>
            <a:ext cx="26026" cy="10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1012187" y="5449498"/>
            <a:ext cx="26026" cy="10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1038213" y="5450582"/>
            <a:ext cx="26027" cy="10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7212375" y="1542676"/>
            <a:ext cx="26026" cy="2792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7238401" y="1821880"/>
            <a:ext cx="26026" cy="2434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7264427" y="2065325"/>
            <a:ext cx="26027" cy="2141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290454" y="2279468"/>
            <a:ext cx="26026" cy="1898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316480" y="2469299"/>
            <a:ext cx="26026" cy="1694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7342506" y="2638736"/>
            <a:ext cx="26026" cy="1521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7368532" y="2790897"/>
            <a:ext cx="26026" cy="1374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7394558" y="2928297"/>
            <a:ext cx="26026" cy="1246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420584" y="3052985"/>
            <a:ext cx="26026" cy="1136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446610" y="3166646"/>
            <a:ext cx="26026" cy="1040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7472636" y="3270681"/>
            <a:ext cx="26026" cy="955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7498662" y="3366263"/>
            <a:ext cx="26027" cy="881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7524689" y="3454383"/>
            <a:ext cx="26026" cy="814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7550715" y="3535882"/>
            <a:ext cx="26026" cy="755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576741" y="3611478"/>
            <a:ext cx="26026" cy="703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602767" y="3681791"/>
            <a:ext cx="26026" cy="655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628793" y="3747355"/>
            <a:ext cx="26026" cy="612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654819" y="3808637"/>
            <a:ext cx="26026" cy="574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680845" y="3866042"/>
            <a:ext cx="26026" cy="538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706871" y="3919927"/>
            <a:ext cx="26026" cy="506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732897" y="3970606"/>
            <a:ext cx="26027" cy="477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758924" y="4018357"/>
            <a:ext cx="26026" cy="450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84950" y="4063426"/>
            <a:ext cx="26026" cy="426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10976" y="4106034"/>
            <a:ext cx="26026" cy="403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837002" y="4146376"/>
            <a:ext cx="26026" cy="382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863028" y="4184629"/>
            <a:ext cx="26026" cy="363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889054" y="4220951"/>
            <a:ext cx="26026" cy="345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915080" y="4255484"/>
            <a:ext cx="26026" cy="328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941106" y="4288358"/>
            <a:ext cx="26026" cy="313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967132" y="4319689"/>
            <a:ext cx="26027" cy="298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93159" y="4349583"/>
            <a:ext cx="26026" cy="285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19185" y="4378137"/>
            <a:ext cx="26026" cy="273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045211" y="4405439"/>
            <a:ext cx="26026" cy="261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071237" y="4431570"/>
            <a:ext cx="26026" cy="250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097263" y="4456604"/>
            <a:ext cx="26026" cy="240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123289" y="4480607"/>
            <a:ext cx="26026" cy="230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149315" y="4503643"/>
            <a:ext cx="26026" cy="221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175341" y="4525769"/>
            <a:ext cx="26026" cy="212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201367" y="4547037"/>
            <a:ext cx="26027" cy="204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227394" y="4567497"/>
            <a:ext cx="26026" cy="196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253420" y="4587194"/>
            <a:ext cx="26026" cy="189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279446" y="4606169"/>
            <a:ext cx="26026" cy="182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8305472" y="4624462"/>
            <a:ext cx="26026" cy="176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331498" y="4642109"/>
            <a:ext cx="26026" cy="170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8357524" y="4659143"/>
            <a:ext cx="26026" cy="164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8383550" y="4675596"/>
            <a:ext cx="26026" cy="159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8409576" y="4691497"/>
            <a:ext cx="26026" cy="153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8435602" y="4706874"/>
            <a:ext cx="26027" cy="148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8461629" y="4721751"/>
            <a:ext cx="26026" cy="144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8487655" y="4736153"/>
            <a:ext cx="26026" cy="139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8513681" y="4750103"/>
            <a:ext cx="26026" cy="135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8539707" y="4763620"/>
            <a:ext cx="26026" cy="131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8565733" y="4776726"/>
            <a:ext cx="26026" cy="127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8591759" y="4789438"/>
            <a:ext cx="26026" cy="123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8617785" y="4801774"/>
            <a:ext cx="26026" cy="119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8643811" y="4813751"/>
            <a:ext cx="26026" cy="116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8669837" y="4825383"/>
            <a:ext cx="26026" cy="113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8695863" y="4836686"/>
            <a:ext cx="26027" cy="109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8721890" y="4847674"/>
            <a:ext cx="26026" cy="106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8747916" y="4858358"/>
            <a:ext cx="26026" cy="103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8773942" y="4868753"/>
            <a:ext cx="26026" cy="101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8799968" y="4878869"/>
            <a:ext cx="26026" cy="98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8825994" y="4888717"/>
            <a:ext cx="26026" cy="95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8852020" y="4898308"/>
            <a:ext cx="26026" cy="93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8878046" y="4907652"/>
            <a:ext cx="26026" cy="91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8904072" y="4916759"/>
            <a:ext cx="26026" cy="88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8930098" y="4925636"/>
            <a:ext cx="26027" cy="86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8956125" y="4934294"/>
            <a:ext cx="26026" cy="84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8982151" y="4942739"/>
            <a:ext cx="26026" cy="82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9008177" y="4950980"/>
            <a:ext cx="26026" cy="80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9034203" y="4959023"/>
            <a:ext cx="26026" cy="78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9060229" y="4966877"/>
            <a:ext cx="26026" cy="76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9086255" y="4974547"/>
            <a:ext cx="26026" cy="74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9112281" y="4982040"/>
            <a:ext cx="26026" cy="73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9138307" y="4989362"/>
            <a:ext cx="26026" cy="71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9164333" y="4996519"/>
            <a:ext cx="26027" cy="69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9190360" y="5003515"/>
            <a:ext cx="26026" cy="68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9216386" y="5010358"/>
            <a:ext cx="26026" cy="66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9242412" y="5017051"/>
            <a:ext cx="26026" cy="65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9268438" y="5023600"/>
            <a:ext cx="26026" cy="64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9294464" y="5030009"/>
            <a:ext cx="26026" cy="62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9320490" y="5036282"/>
            <a:ext cx="26026" cy="61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9346516" y="5042424"/>
            <a:ext cx="26026" cy="60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9372542" y="5048439"/>
            <a:ext cx="26026" cy="5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9398568" y="5054330"/>
            <a:ext cx="26027" cy="57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9424595" y="5060103"/>
            <a:ext cx="26026" cy="56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9450621" y="5065759"/>
            <a:ext cx="26026" cy="55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9476647" y="5071303"/>
            <a:ext cx="26026" cy="54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9502673" y="5076737"/>
            <a:ext cx="26026" cy="53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9528699" y="5082066"/>
            <a:ext cx="26026" cy="52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9554725" y="5087292"/>
            <a:ext cx="26026" cy="51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580751" y="5092418"/>
            <a:ext cx="26026" cy="50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606777" y="5097447"/>
            <a:ext cx="26026" cy="49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9632803" y="5102382"/>
            <a:ext cx="26027" cy="48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9658830" y="5107225"/>
            <a:ext cx="26026" cy="47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9684856" y="5111979"/>
            <a:ext cx="26026" cy="46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9710882" y="5116646"/>
            <a:ext cx="26026" cy="45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9736908" y="5121228"/>
            <a:ext cx="26026" cy="45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9762934" y="5125729"/>
            <a:ext cx="26026" cy="44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9788960" y="5130149"/>
            <a:ext cx="26026" cy="43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9814986" y="5134492"/>
            <a:ext cx="26026" cy="42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9841012" y="5138759"/>
            <a:ext cx="26026" cy="41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9867038" y="5142952"/>
            <a:ext cx="26027" cy="41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9893065" y="5147074"/>
            <a:ext cx="26026" cy="40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9919091" y="5151125"/>
            <a:ext cx="26026" cy="39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9945117" y="5155108"/>
            <a:ext cx="26026" cy="39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9971143" y="5159024"/>
            <a:ext cx="26026" cy="38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9997169" y="5162875"/>
            <a:ext cx="26026" cy="37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0023195" y="5166663"/>
            <a:ext cx="26026" cy="37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049221" y="5170390"/>
            <a:ext cx="26026" cy="36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10075247" y="5174055"/>
            <a:ext cx="26026" cy="36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10101273" y="5177663"/>
            <a:ext cx="26027" cy="35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0127300" y="5181212"/>
            <a:ext cx="26026" cy="34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0153326" y="5184706"/>
            <a:ext cx="26026" cy="34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10179352" y="5188145"/>
            <a:ext cx="26026" cy="33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10205378" y="5191530"/>
            <a:ext cx="26026" cy="33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10231404" y="5194863"/>
            <a:ext cx="26026" cy="32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10257430" y="5198145"/>
            <a:ext cx="26026" cy="32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10283456" y="5201378"/>
            <a:ext cx="26026" cy="31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10309482" y="5204561"/>
            <a:ext cx="26026" cy="31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10335508" y="5207697"/>
            <a:ext cx="26027" cy="30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10361535" y="5210786"/>
            <a:ext cx="26026" cy="30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0387561" y="5213830"/>
            <a:ext cx="26026" cy="29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10413587" y="5216829"/>
            <a:ext cx="26026" cy="29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10439613" y="5219785"/>
            <a:ext cx="26026" cy="29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10465639" y="5222697"/>
            <a:ext cx="26026" cy="28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10491665" y="5225569"/>
            <a:ext cx="26026" cy="28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10517691" y="5228399"/>
            <a:ext cx="26026" cy="27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10543717" y="5231189"/>
            <a:ext cx="26026" cy="27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10569743" y="5233941"/>
            <a:ext cx="26027" cy="27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10595770" y="5236653"/>
            <a:ext cx="26026" cy="26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10621796" y="5239329"/>
            <a:ext cx="26026" cy="26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0647822" y="5241967"/>
            <a:ext cx="26026" cy="26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0673848" y="5244570"/>
            <a:ext cx="26026" cy="25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0699874" y="5247138"/>
            <a:ext cx="26026" cy="25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10725900" y="5249670"/>
            <a:ext cx="26026" cy="24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10751926" y="5252169"/>
            <a:ext cx="26026" cy="24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10777952" y="5254635"/>
            <a:ext cx="26026" cy="24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10803978" y="5257068"/>
            <a:ext cx="26027" cy="24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10830005" y="5259470"/>
            <a:ext cx="26026" cy="23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10856031" y="5261840"/>
            <a:ext cx="26026" cy="23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0882057" y="5264179"/>
            <a:ext cx="26026" cy="23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0908083" y="5266489"/>
            <a:ext cx="26026" cy="22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0934109" y="5268769"/>
            <a:ext cx="26026" cy="22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0960135" y="5271020"/>
            <a:ext cx="26026" cy="22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0986161" y="5273242"/>
            <a:ext cx="26026" cy="21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1012187" y="5275437"/>
            <a:ext cx="26026" cy="21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11038213" y="5277605"/>
            <a:ext cx="26027" cy="21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THERMAL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Pressure-volume isotherm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a fixed amount of ideal gas at constant temperature: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6692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53400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1E3F"/>
                </a:solidFill>
                <a:latin typeface="Aptos"/>
              </a:rPr>
              <a:t>PV=nRT  gives  P=nRT/V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199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 is inversely proportional to V, so the graph is a rectangular hyperbola.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5623560"/>
            <a:ext cx="42062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132588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99648" y="56692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8" y="13258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12375" y="1542676"/>
            <a:ext cx="26026" cy="27920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38401" y="1821880"/>
            <a:ext cx="26026" cy="243445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64427" y="2065325"/>
            <a:ext cx="26027" cy="21414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90454" y="2279468"/>
            <a:ext cx="26026" cy="18983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6480" y="2469299"/>
            <a:ext cx="26026" cy="16943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42506" y="2638736"/>
            <a:ext cx="26026" cy="15216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8532" y="2790897"/>
            <a:ext cx="26026" cy="137400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94558" y="2928297"/>
            <a:ext cx="26026" cy="12468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20584" y="3052985"/>
            <a:ext cx="26026" cy="11366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46610" y="3166646"/>
            <a:ext cx="26026" cy="104035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72636" y="3270681"/>
            <a:ext cx="26026" cy="9558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98662" y="3366263"/>
            <a:ext cx="26027" cy="88120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24689" y="3454383"/>
            <a:ext cx="26026" cy="8149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550715" y="3535882"/>
            <a:ext cx="26026" cy="7559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76741" y="3611478"/>
            <a:ext cx="26026" cy="7031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02767" y="3681791"/>
            <a:ext cx="26026" cy="6556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28793" y="3747355"/>
            <a:ext cx="26026" cy="6128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54819" y="3808637"/>
            <a:ext cx="26026" cy="57405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80845" y="3866042"/>
            <a:ext cx="26026" cy="53885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706871" y="3919927"/>
            <a:ext cx="26026" cy="5067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32897" y="3970606"/>
            <a:ext cx="26027" cy="4775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758924" y="4018357"/>
            <a:ext cx="26026" cy="4506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784950" y="4063426"/>
            <a:ext cx="26026" cy="4260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10976" y="4106034"/>
            <a:ext cx="26026" cy="4034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837002" y="4146376"/>
            <a:ext cx="26026" cy="3825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863028" y="4184629"/>
            <a:ext cx="26026" cy="3632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889054" y="4220951"/>
            <a:ext cx="26026" cy="3453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915080" y="4255484"/>
            <a:ext cx="26026" cy="3287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41106" y="4288358"/>
            <a:ext cx="26026" cy="3133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967132" y="4319689"/>
            <a:ext cx="26027" cy="2989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993159" y="4349583"/>
            <a:ext cx="26026" cy="2855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019185" y="4378137"/>
            <a:ext cx="26026" cy="2730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045211" y="4405439"/>
            <a:ext cx="26026" cy="2613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071237" y="4431570"/>
            <a:ext cx="26026" cy="2503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097263" y="4456604"/>
            <a:ext cx="26026" cy="2400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123289" y="4480607"/>
            <a:ext cx="26026" cy="2303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149315" y="4503643"/>
            <a:ext cx="26026" cy="2212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175341" y="4525769"/>
            <a:ext cx="26026" cy="2126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201367" y="4547037"/>
            <a:ext cx="26027" cy="20460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227394" y="4567497"/>
            <a:ext cx="26026" cy="1969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253420" y="4587194"/>
            <a:ext cx="26026" cy="18975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279446" y="4606169"/>
            <a:ext cx="26026" cy="1829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305472" y="4624462"/>
            <a:ext cx="26026" cy="1764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331498" y="4642109"/>
            <a:ext cx="26026" cy="1703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357524" y="4659143"/>
            <a:ext cx="26026" cy="1645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383550" y="4675596"/>
            <a:ext cx="26026" cy="1590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409576" y="4691497"/>
            <a:ext cx="26026" cy="1537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35602" y="4706874"/>
            <a:ext cx="26027" cy="1487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461629" y="4721751"/>
            <a:ext cx="26026" cy="1440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487655" y="4736153"/>
            <a:ext cx="26026" cy="13950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13681" y="4750103"/>
            <a:ext cx="26026" cy="1351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539707" y="4763620"/>
            <a:ext cx="26026" cy="1310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565733" y="4776726"/>
            <a:ext cx="26026" cy="1271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591759" y="4789438"/>
            <a:ext cx="26026" cy="1233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617785" y="4801774"/>
            <a:ext cx="26026" cy="1197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643811" y="4813751"/>
            <a:ext cx="26026" cy="1163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669837" y="4825383"/>
            <a:ext cx="26026" cy="1130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695863" y="4836686"/>
            <a:ext cx="26027" cy="1098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721890" y="4847674"/>
            <a:ext cx="26026" cy="1068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747916" y="4858358"/>
            <a:ext cx="26026" cy="10395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773942" y="4868753"/>
            <a:ext cx="26026" cy="1011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799968" y="4878869"/>
            <a:ext cx="26026" cy="984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825994" y="4888717"/>
            <a:ext cx="26026" cy="959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852020" y="4898308"/>
            <a:ext cx="26026" cy="934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878046" y="4907652"/>
            <a:ext cx="26026" cy="910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904072" y="4916759"/>
            <a:ext cx="26026" cy="887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930098" y="4925636"/>
            <a:ext cx="26027" cy="865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956125" y="4934294"/>
            <a:ext cx="26026" cy="8445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982151" y="4942739"/>
            <a:ext cx="26026" cy="824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008177" y="4950980"/>
            <a:ext cx="26026" cy="804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034203" y="4959023"/>
            <a:ext cx="26026" cy="785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060229" y="4966877"/>
            <a:ext cx="26026" cy="7670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086255" y="4974547"/>
            <a:ext cx="26026" cy="749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112281" y="4982040"/>
            <a:ext cx="26026" cy="732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138307" y="4989362"/>
            <a:ext cx="26026" cy="715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164333" y="4996519"/>
            <a:ext cx="26027" cy="699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190360" y="5003515"/>
            <a:ext cx="26026" cy="684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216386" y="5010358"/>
            <a:ext cx="26026" cy="669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412" y="5017051"/>
            <a:ext cx="26026" cy="654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268438" y="5023600"/>
            <a:ext cx="26026" cy="640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294464" y="5030009"/>
            <a:ext cx="26026" cy="627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320490" y="5036282"/>
            <a:ext cx="26026" cy="614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46516" y="5042424"/>
            <a:ext cx="26026" cy="6015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72542" y="5048439"/>
            <a:ext cx="26026" cy="589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98568" y="5054330"/>
            <a:ext cx="26027" cy="577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4595" y="5060103"/>
            <a:ext cx="26026" cy="565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50621" y="5065759"/>
            <a:ext cx="26026" cy="554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476647" y="5071303"/>
            <a:ext cx="26026" cy="543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02673" y="5076737"/>
            <a:ext cx="26026" cy="532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528699" y="5082066"/>
            <a:ext cx="26026" cy="522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554725" y="5087292"/>
            <a:ext cx="26026" cy="512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80751" y="5092418"/>
            <a:ext cx="26026" cy="502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06777" y="5097447"/>
            <a:ext cx="26026" cy="4935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632803" y="5102382"/>
            <a:ext cx="26027" cy="484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658830" y="5107225"/>
            <a:ext cx="26026" cy="475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684856" y="5111979"/>
            <a:ext cx="26026" cy="466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710882" y="5116646"/>
            <a:ext cx="26026" cy="458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736908" y="5121228"/>
            <a:ext cx="26026" cy="450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762934" y="5125729"/>
            <a:ext cx="26026" cy="4420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788960" y="5130149"/>
            <a:ext cx="26026" cy="434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814986" y="5134492"/>
            <a:ext cx="26026" cy="426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841012" y="5138759"/>
            <a:ext cx="26026" cy="419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867038" y="5142952"/>
            <a:ext cx="26027" cy="412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893065" y="5147074"/>
            <a:ext cx="26026" cy="405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919091" y="5151125"/>
            <a:ext cx="26026" cy="398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945117" y="5155108"/>
            <a:ext cx="26026" cy="391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971143" y="5159024"/>
            <a:ext cx="26026" cy="385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997169" y="5162875"/>
            <a:ext cx="26026" cy="378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023195" y="5166663"/>
            <a:ext cx="26026" cy="3727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049221" y="5170390"/>
            <a:ext cx="26026" cy="3665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075247" y="5174055"/>
            <a:ext cx="26026" cy="360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101273" y="5177663"/>
            <a:ext cx="26027" cy="354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127300" y="5181212"/>
            <a:ext cx="26026" cy="349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153326" y="5184706"/>
            <a:ext cx="26026" cy="343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179352" y="5188145"/>
            <a:ext cx="26026" cy="3385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205378" y="5191530"/>
            <a:ext cx="26026" cy="333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0231404" y="5194863"/>
            <a:ext cx="26026" cy="328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257430" y="5198145"/>
            <a:ext cx="26026" cy="323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283456" y="5201378"/>
            <a:ext cx="26026" cy="318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309482" y="5204561"/>
            <a:ext cx="26026" cy="313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335508" y="5207697"/>
            <a:ext cx="26027" cy="308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361535" y="5210786"/>
            <a:ext cx="26026" cy="3044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387561" y="5213830"/>
            <a:ext cx="26026" cy="299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413587" y="5216829"/>
            <a:ext cx="26026" cy="295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439613" y="5219785"/>
            <a:ext cx="26026" cy="291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465639" y="5222697"/>
            <a:ext cx="26026" cy="287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491665" y="5225569"/>
            <a:ext cx="26026" cy="2830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517691" y="5228399"/>
            <a:ext cx="26026" cy="2790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543717" y="5231189"/>
            <a:ext cx="26026" cy="275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0569743" y="5233941"/>
            <a:ext cx="26027" cy="271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595770" y="5236653"/>
            <a:ext cx="26026" cy="267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621796" y="5239329"/>
            <a:ext cx="26026" cy="263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647822" y="5241967"/>
            <a:ext cx="26026" cy="260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673848" y="5244570"/>
            <a:ext cx="26026" cy="256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699874" y="5247138"/>
            <a:ext cx="26026" cy="253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725900" y="5249670"/>
            <a:ext cx="26026" cy="249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751926" y="5252169"/>
            <a:ext cx="26026" cy="2466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777952" y="5254635"/>
            <a:ext cx="26026" cy="2433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803978" y="5257068"/>
            <a:ext cx="26027" cy="240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830005" y="5259470"/>
            <a:ext cx="26026" cy="2370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856031" y="5261840"/>
            <a:ext cx="26026" cy="2339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882057" y="5264179"/>
            <a:ext cx="26026" cy="2310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908083" y="5266489"/>
            <a:ext cx="26026" cy="2280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934109" y="5268769"/>
            <a:ext cx="26026" cy="2251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960135" y="5271020"/>
            <a:ext cx="26026" cy="2222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986161" y="5273242"/>
            <a:ext cx="26026" cy="2195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1012187" y="5275437"/>
            <a:ext cx="26026" cy="2168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1038213" y="5277605"/>
            <a:ext cx="26027" cy="2140"/>
          </a:xfrm>
          <a:prstGeom prst="line">
            <a:avLst/>
          </a:prstGeom>
          <a:ln w="2794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an isothermal P-V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amount of gas n and temperature T stay constant, so nRT is one constant.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PV=constant     therefore     P=constant/V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If volume doubles, pressure becomes half. If volume triples, pressure becomes one-third.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Pressure becomes very large near V=0 and approaches zero for very large 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D680"/>
                </a:solidFill>
                <a:latin typeface="Aptos"/>
              </a:rPr>
              <a:t>A higher-temperature isotherm lies farther from the origin because nRT is larger.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Two gas isotherms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Two P-V curves are drawn for temperatures T1 and T2. The T2 curve is farther from the origin. Which temperature is higher?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Step 1:  At the same V: P=nRT/V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Step 2:  Higher T gives higher 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Farther curve: T2&gt;T1.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5669279"/>
            <a:ext cx="46634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99648" y="5714999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2801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91709" y="1380674"/>
            <a:ext cx="28855" cy="5630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0564" y="1943767"/>
            <a:ext cx="28855" cy="4323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49419" y="2376153"/>
            <a:ext cx="28855" cy="3424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78274" y="2718611"/>
            <a:ext cx="28855" cy="2779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07129" y="2996552"/>
            <a:ext cx="28855" cy="2300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35984" y="3226639"/>
            <a:ext cx="28855" cy="1936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64839" y="3420251"/>
            <a:ext cx="28855" cy="1651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93694" y="3585424"/>
            <a:ext cx="28855" cy="1425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22549" y="3727996"/>
            <a:ext cx="28855" cy="1243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1404" y="3852309"/>
            <a:ext cx="28855" cy="1093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80259" y="3961658"/>
            <a:ext cx="28855" cy="969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09114" y="4058593"/>
            <a:ext cx="28855" cy="865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37969" y="4145114"/>
            <a:ext cx="28856" cy="777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66825" y="4222814"/>
            <a:ext cx="28855" cy="701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95680" y="4292975"/>
            <a:ext cx="28855" cy="636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24535" y="4356645"/>
            <a:ext cx="28855" cy="580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53390" y="4414685"/>
            <a:ext cx="28855" cy="531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82245" y="4467810"/>
            <a:ext cx="28855" cy="488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11100" y="4516618"/>
            <a:ext cx="28855" cy="449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39955" y="4561615"/>
            <a:ext cx="28855" cy="416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68810" y="4603231"/>
            <a:ext cx="28855" cy="386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97665" y="4641834"/>
            <a:ext cx="28855" cy="359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226520" y="4677738"/>
            <a:ext cx="28855" cy="33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255375" y="4711218"/>
            <a:ext cx="28855" cy="312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284230" y="4742511"/>
            <a:ext cx="28855" cy="293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13085" y="4771824"/>
            <a:ext cx="28855" cy="275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41940" y="4799339"/>
            <a:ext cx="28855" cy="258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70795" y="4825218"/>
            <a:ext cx="28855" cy="243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99650" y="4849601"/>
            <a:ext cx="28855" cy="230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428505" y="4872616"/>
            <a:ext cx="28855" cy="217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57360" y="4894373"/>
            <a:ext cx="28855" cy="206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86215" y="4914973"/>
            <a:ext cx="28855" cy="195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515070" y="4934507"/>
            <a:ext cx="28855" cy="185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543925" y="4953054"/>
            <a:ext cx="28855" cy="176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572780" y="4970688"/>
            <a:ext cx="28855" cy="167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601635" y="4987474"/>
            <a:ext cx="28855" cy="159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30490" y="5003473"/>
            <a:ext cx="28855" cy="152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59345" y="5018738"/>
            <a:ext cx="28855" cy="145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688200" y="5033319"/>
            <a:ext cx="28855" cy="139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717055" y="5047261"/>
            <a:ext cx="28855" cy="133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45910" y="5060604"/>
            <a:ext cx="28856" cy="127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74766" y="5073387"/>
            <a:ext cx="28855" cy="122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803621" y="5085644"/>
            <a:ext cx="28855" cy="117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832476" y="5097407"/>
            <a:ext cx="28855" cy="112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861331" y="5108705"/>
            <a:ext cx="28855" cy="108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890186" y="5119566"/>
            <a:ext cx="28855" cy="104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919041" y="5130013"/>
            <a:ext cx="28855" cy="100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947896" y="5140071"/>
            <a:ext cx="28855" cy="96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976751" y="5149761"/>
            <a:ext cx="28855" cy="93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005606" y="5159102"/>
            <a:ext cx="28855" cy="90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034461" y="5168113"/>
            <a:ext cx="28855" cy="86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063316" y="5176812"/>
            <a:ext cx="28855" cy="84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092171" y="5185213"/>
            <a:ext cx="28855" cy="81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121026" y="5193333"/>
            <a:ext cx="28855" cy="78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149881" y="5201185"/>
            <a:ext cx="28855" cy="75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178736" y="5208782"/>
            <a:ext cx="28855" cy="73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207591" y="5216136"/>
            <a:ext cx="28855" cy="71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236446" y="5223259"/>
            <a:ext cx="28855" cy="69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265301" y="5230162"/>
            <a:ext cx="28855" cy="66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294156" y="5236854"/>
            <a:ext cx="28855" cy="64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323011" y="5243345"/>
            <a:ext cx="28855" cy="62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351866" y="5249644"/>
            <a:ext cx="28855" cy="61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380721" y="5255760"/>
            <a:ext cx="28855" cy="59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409576" y="5261700"/>
            <a:ext cx="28855" cy="57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438431" y="5267472"/>
            <a:ext cx="28855" cy="56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467286" y="5273082"/>
            <a:ext cx="28855" cy="54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496141" y="5278539"/>
            <a:ext cx="28855" cy="530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524996" y="5283846"/>
            <a:ext cx="28855" cy="51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553851" y="5289012"/>
            <a:ext cx="28855" cy="50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582706" y="5294041"/>
            <a:ext cx="28856" cy="48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611562" y="5298938"/>
            <a:ext cx="28855" cy="47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640417" y="5303710"/>
            <a:ext cx="28855" cy="46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669272" y="5308360"/>
            <a:ext cx="28855" cy="45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98127" y="5312893"/>
            <a:ext cx="28855" cy="44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26982" y="5317314"/>
            <a:ext cx="28855" cy="43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55837" y="5321626"/>
            <a:ext cx="28855" cy="42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784692" y="5325834"/>
            <a:ext cx="28855" cy="41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813547" y="5329942"/>
            <a:ext cx="28855" cy="40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42402" y="5333952"/>
            <a:ext cx="28855" cy="39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71257" y="5337869"/>
            <a:ext cx="28855" cy="38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00112" y="5341695"/>
            <a:ext cx="28855" cy="37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28967" y="5345434"/>
            <a:ext cx="28855" cy="36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822" y="5349088"/>
            <a:ext cx="28855" cy="35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986677" y="5352661"/>
            <a:ext cx="28855" cy="34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015532" y="5356155"/>
            <a:ext cx="28855" cy="34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044387" y="5359573"/>
            <a:ext cx="28855" cy="33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73242" y="5362917"/>
            <a:ext cx="28855" cy="32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02097" y="5366190"/>
            <a:ext cx="28855" cy="32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130952" y="5369393"/>
            <a:ext cx="28855" cy="31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159807" y="5372529"/>
            <a:ext cx="28855" cy="30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188662" y="5375601"/>
            <a:ext cx="28855" cy="30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217517" y="5378609"/>
            <a:ext cx="28855" cy="29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246372" y="5381557"/>
            <a:ext cx="28855" cy="28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275227" y="5384445"/>
            <a:ext cx="28855" cy="28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304082" y="5387276"/>
            <a:ext cx="28855" cy="27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332937" y="5390051"/>
            <a:ext cx="28855" cy="27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361792" y="5392772"/>
            <a:ext cx="28855" cy="266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390647" y="5395441"/>
            <a:ext cx="28856" cy="26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419503" y="5398058"/>
            <a:ext cx="28855" cy="25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448358" y="5400626"/>
            <a:ext cx="28855" cy="25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477213" y="5403146"/>
            <a:ext cx="28855" cy="24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506068" y="5405619"/>
            <a:ext cx="28855" cy="24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534923" y="5408047"/>
            <a:ext cx="28855" cy="23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563778" y="5410430"/>
            <a:ext cx="28855" cy="23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592633" y="5412770"/>
            <a:ext cx="28855" cy="22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621488" y="5415068"/>
            <a:ext cx="28855" cy="22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650343" y="5417325"/>
            <a:ext cx="28855" cy="22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679198" y="5419543"/>
            <a:ext cx="28855" cy="21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708053" y="5421722"/>
            <a:ext cx="28855" cy="21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736908" y="5423863"/>
            <a:ext cx="28855" cy="21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765763" y="5425968"/>
            <a:ext cx="28855" cy="20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794618" y="5428036"/>
            <a:ext cx="28855" cy="20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823473" y="5430070"/>
            <a:ext cx="28855" cy="20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852328" y="5432070"/>
            <a:ext cx="28855" cy="19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881183" y="5434036"/>
            <a:ext cx="28855" cy="19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910038" y="5435971"/>
            <a:ext cx="28855" cy="19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938893" y="5437874"/>
            <a:ext cx="28855" cy="18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967748" y="5439746"/>
            <a:ext cx="28855" cy="18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996603" y="5441587"/>
            <a:ext cx="28855" cy="18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025458" y="5443400"/>
            <a:ext cx="28855" cy="17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054313" y="5445184"/>
            <a:ext cx="28855" cy="17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083168" y="5446940"/>
            <a:ext cx="28855" cy="17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112023" y="5448669"/>
            <a:ext cx="28855" cy="17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140878" y="5450371"/>
            <a:ext cx="28855" cy="16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169733" y="5452047"/>
            <a:ext cx="28855" cy="16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198588" y="5453697"/>
            <a:ext cx="28855" cy="16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227443" y="5455323"/>
            <a:ext cx="28856" cy="16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256299" y="5456924"/>
            <a:ext cx="28855" cy="15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285154" y="5458502"/>
            <a:ext cx="28855" cy="15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314009" y="5460056"/>
            <a:ext cx="28855" cy="15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0342864" y="5461587"/>
            <a:ext cx="28855" cy="15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371719" y="5463097"/>
            <a:ext cx="28855" cy="14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400574" y="5464584"/>
            <a:ext cx="28855" cy="14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429429" y="5466050"/>
            <a:ext cx="28855" cy="14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458284" y="5467495"/>
            <a:ext cx="28855" cy="14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487139" y="5468920"/>
            <a:ext cx="28855" cy="14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515994" y="5470325"/>
            <a:ext cx="28855" cy="13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544849" y="5471710"/>
            <a:ext cx="28855" cy="13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573704" y="5473077"/>
            <a:ext cx="28855" cy="13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602559" y="5474424"/>
            <a:ext cx="28855" cy="13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631414" y="5475753"/>
            <a:ext cx="28855" cy="13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660269" y="5477064"/>
            <a:ext cx="28855" cy="12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689124" y="5478357"/>
            <a:ext cx="28855" cy="12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717979" y="5479633"/>
            <a:ext cx="28855" cy="12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746834" y="5480893"/>
            <a:ext cx="28855" cy="12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775689" y="5482135"/>
            <a:ext cx="28855" cy="12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804544" y="5483361"/>
            <a:ext cx="28855" cy="12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833399" y="5484572"/>
            <a:ext cx="28855" cy="11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862254" y="5485766"/>
            <a:ext cx="28855" cy="11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891109" y="5486946"/>
            <a:ext cx="28855" cy="11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919964" y="5488110"/>
            <a:ext cx="28855" cy="11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948819" y="5489259"/>
            <a:ext cx="28855" cy="11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977674" y="5490394"/>
            <a:ext cx="28855" cy="11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1006529" y="5491515"/>
            <a:ext cx="28855" cy="110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1035384" y="5492622"/>
            <a:ext cx="28856" cy="10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6793694" y="1501569"/>
            <a:ext cx="28855" cy="2851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822549" y="1786713"/>
            <a:ext cx="28855" cy="2486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6851404" y="2035338"/>
            <a:ext cx="28855" cy="2186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6880259" y="2254037"/>
            <a:ext cx="28855" cy="1938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6909114" y="2447907"/>
            <a:ext cx="28855" cy="1730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6937969" y="2620949"/>
            <a:ext cx="28856" cy="1553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6966825" y="2776348"/>
            <a:ext cx="28855" cy="1403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6995680" y="2916671"/>
            <a:ext cx="28855" cy="1273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024535" y="3044011"/>
            <a:ext cx="28855" cy="1160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7053390" y="3160091"/>
            <a:ext cx="28855" cy="1062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7082245" y="3266340"/>
            <a:ext cx="28855" cy="976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7111100" y="3363956"/>
            <a:ext cx="28855" cy="899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7139955" y="3453951"/>
            <a:ext cx="28855" cy="832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168810" y="3537183"/>
            <a:ext cx="28855" cy="772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97665" y="3614388"/>
            <a:ext cx="28855" cy="718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26520" y="3686197"/>
            <a:ext cx="28855" cy="669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255375" y="3753156"/>
            <a:ext cx="28855" cy="625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284230" y="3815742"/>
            <a:ext cx="28855" cy="586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313085" y="3874368"/>
            <a:ext cx="28855" cy="550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341940" y="3929399"/>
            <a:ext cx="28855" cy="517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370795" y="3981156"/>
            <a:ext cx="28855" cy="487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399650" y="4029923"/>
            <a:ext cx="28855" cy="460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428505" y="4075952"/>
            <a:ext cx="28855" cy="435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57360" y="4119466"/>
            <a:ext cx="28855" cy="412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86215" y="4160667"/>
            <a:ext cx="28855" cy="390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15070" y="4199734"/>
            <a:ext cx="28855" cy="370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543925" y="4236828"/>
            <a:ext cx="28855" cy="352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572780" y="4272096"/>
            <a:ext cx="28855" cy="335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601635" y="4305669"/>
            <a:ext cx="28855" cy="319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630490" y="4337667"/>
            <a:ext cx="28855" cy="305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659345" y="4368197"/>
            <a:ext cx="28855" cy="291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688200" y="4397359"/>
            <a:ext cx="28855" cy="278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7717055" y="4425242"/>
            <a:ext cx="28855" cy="266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745910" y="4451929"/>
            <a:ext cx="28856" cy="255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7774766" y="4477495"/>
            <a:ext cx="28855" cy="245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7803621" y="4502009"/>
            <a:ext cx="28855" cy="235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7832476" y="4525535"/>
            <a:ext cx="28855" cy="225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7861331" y="4548131"/>
            <a:ext cx="28855" cy="217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7890186" y="4569852"/>
            <a:ext cx="28855" cy="208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7919041" y="4590747"/>
            <a:ext cx="28855" cy="201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7947896" y="4610863"/>
            <a:ext cx="28855" cy="193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7976751" y="4630242"/>
            <a:ext cx="28855" cy="186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005606" y="4648925"/>
            <a:ext cx="28855" cy="180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8034461" y="4666947"/>
            <a:ext cx="28855" cy="173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8063316" y="4684344"/>
            <a:ext cx="28855" cy="168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8092171" y="4701147"/>
            <a:ext cx="28855" cy="162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8121026" y="4717386"/>
            <a:ext cx="28855" cy="157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8149881" y="4733090"/>
            <a:ext cx="28855" cy="151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8178736" y="4748284"/>
            <a:ext cx="28855" cy="147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8207591" y="4762992"/>
            <a:ext cx="28855" cy="142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8236446" y="4777239"/>
            <a:ext cx="28855" cy="138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8265301" y="4791044"/>
            <a:ext cx="28855" cy="133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8294156" y="4804428"/>
            <a:ext cx="28855" cy="129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8323011" y="4817411"/>
            <a:ext cx="28855" cy="125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8351866" y="4830009"/>
            <a:ext cx="28855" cy="122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8380721" y="4842241"/>
            <a:ext cx="28855" cy="118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8409576" y="4854121"/>
            <a:ext cx="28855" cy="115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8438431" y="4865664"/>
            <a:ext cx="28855" cy="112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8467286" y="4876885"/>
            <a:ext cx="28855" cy="109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8496141" y="4887798"/>
            <a:ext cx="28855" cy="106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8524996" y="4898413"/>
            <a:ext cx="28855" cy="103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8553851" y="4908744"/>
            <a:ext cx="28855" cy="100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8582706" y="4918802"/>
            <a:ext cx="28856" cy="97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8611562" y="4928597"/>
            <a:ext cx="28855" cy="95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8640417" y="4938140"/>
            <a:ext cx="28855" cy="93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8669272" y="4947440"/>
            <a:ext cx="28855" cy="90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8698127" y="4956507"/>
            <a:ext cx="28855" cy="88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8726982" y="4965348"/>
            <a:ext cx="28855" cy="86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8755837" y="4973973"/>
            <a:ext cx="28855" cy="84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8784692" y="4982389"/>
            <a:ext cx="28855" cy="82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8813547" y="4990604"/>
            <a:ext cx="28855" cy="80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8842402" y="4998625"/>
            <a:ext cx="28855" cy="78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8871257" y="5006458"/>
            <a:ext cx="28855" cy="76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8900112" y="5014111"/>
            <a:ext cx="28855" cy="74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8928967" y="5021588"/>
            <a:ext cx="28855" cy="73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8957822" y="5028897"/>
            <a:ext cx="28855" cy="71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986677" y="5036043"/>
            <a:ext cx="28855" cy="69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9015532" y="5043031"/>
            <a:ext cx="28855" cy="68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9044387" y="5049867"/>
            <a:ext cx="28855" cy="66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9073242" y="5056555"/>
            <a:ext cx="28855" cy="65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9102097" y="5063100"/>
            <a:ext cx="28855" cy="64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9130952" y="5069507"/>
            <a:ext cx="28855" cy="62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9159807" y="5075779"/>
            <a:ext cx="28855" cy="61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9188662" y="5081922"/>
            <a:ext cx="28855" cy="6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9217517" y="5087939"/>
            <a:ext cx="28855" cy="58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9246372" y="5093834"/>
            <a:ext cx="28855" cy="57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9275227" y="5099611"/>
            <a:ext cx="28855" cy="56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9304082" y="5105273"/>
            <a:ext cx="28855" cy="55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9332937" y="5110823"/>
            <a:ext cx="28855" cy="54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9361792" y="5116265"/>
            <a:ext cx="28855" cy="53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390647" y="5121602"/>
            <a:ext cx="28856" cy="52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419503" y="5126837"/>
            <a:ext cx="28855" cy="51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9448358" y="5131973"/>
            <a:ext cx="28855" cy="50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9477213" y="5137013"/>
            <a:ext cx="28855" cy="49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9506068" y="5141959"/>
            <a:ext cx="28855" cy="48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9534923" y="5146814"/>
            <a:ext cx="28855" cy="47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9563778" y="5151580"/>
            <a:ext cx="28855" cy="46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9592633" y="5156260"/>
            <a:ext cx="28855" cy="45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9621488" y="5160857"/>
            <a:ext cx="28855" cy="45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9650343" y="5165371"/>
            <a:ext cx="28855" cy="44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9679198" y="5169806"/>
            <a:ext cx="28855" cy="43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9708053" y="5174164"/>
            <a:ext cx="28855" cy="42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9736908" y="5178447"/>
            <a:ext cx="28855" cy="42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9765763" y="5182656"/>
            <a:ext cx="28855" cy="41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9794618" y="5186793"/>
            <a:ext cx="28855" cy="40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9823473" y="5190861"/>
            <a:ext cx="28855" cy="39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9852328" y="5194860"/>
            <a:ext cx="28855" cy="39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9881183" y="5198793"/>
            <a:ext cx="28855" cy="38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9910038" y="5202662"/>
            <a:ext cx="28855" cy="38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9938893" y="5206468"/>
            <a:ext cx="28855" cy="37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9967748" y="5210212"/>
            <a:ext cx="28855" cy="36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9996603" y="5213895"/>
            <a:ext cx="28855" cy="36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0025458" y="5217521"/>
            <a:ext cx="28855" cy="35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10054313" y="5221089"/>
            <a:ext cx="28855" cy="35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10083168" y="5224601"/>
            <a:ext cx="28855" cy="34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10112023" y="5228058"/>
            <a:ext cx="28855" cy="34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10140878" y="5231462"/>
            <a:ext cx="28855" cy="33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10169733" y="5234814"/>
            <a:ext cx="28855" cy="33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10198588" y="5238115"/>
            <a:ext cx="28855" cy="32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10227443" y="5241366"/>
            <a:ext cx="28856" cy="32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10256299" y="5244569"/>
            <a:ext cx="28855" cy="31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0285154" y="5247724"/>
            <a:ext cx="28855" cy="31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10314009" y="5250832"/>
            <a:ext cx="28855" cy="30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10342864" y="5253895"/>
            <a:ext cx="28855" cy="30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10371719" y="5256914"/>
            <a:ext cx="28855" cy="29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10400574" y="5259888"/>
            <a:ext cx="28855" cy="29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10429429" y="5262821"/>
            <a:ext cx="28855" cy="28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10458284" y="5265711"/>
            <a:ext cx="28855" cy="28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10487139" y="5268561"/>
            <a:ext cx="28855" cy="28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10515994" y="5271371"/>
            <a:ext cx="28855" cy="27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10544849" y="5274141"/>
            <a:ext cx="28855" cy="27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0573704" y="5276874"/>
            <a:ext cx="28855" cy="26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0602559" y="5279569"/>
            <a:ext cx="28855" cy="26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0631414" y="5282227"/>
            <a:ext cx="28855" cy="26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10660269" y="5284849"/>
            <a:ext cx="28855" cy="25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10689124" y="5287435"/>
            <a:ext cx="28855" cy="25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10717979" y="5289987"/>
            <a:ext cx="28855" cy="25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10746834" y="5292506"/>
            <a:ext cx="28855" cy="24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10775689" y="5294991"/>
            <a:ext cx="28855" cy="24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10804544" y="5297443"/>
            <a:ext cx="28855" cy="24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0833399" y="5299864"/>
            <a:ext cx="28855" cy="23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0862254" y="5302253"/>
            <a:ext cx="28855" cy="23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0891109" y="5304612"/>
            <a:ext cx="28855" cy="23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0919964" y="5306940"/>
            <a:ext cx="28855" cy="22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0948819" y="5309239"/>
            <a:ext cx="28855" cy="22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0977674" y="5311509"/>
            <a:ext cx="28855" cy="22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11006529" y="5313750"/>
            <a:ext cx="28855" cy="22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11035384" y="5315964"/>
            <a:ext cx="28856" cy="21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9966960" y="20574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FFD646"/>
                </a:solidFill>
                <a:latin typeface="Aptos"/>
              </a:rPr>
              <a:t>T2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9966960" y="29260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28B4BE"/>
                </a:solidFill>
                <a:latin typeface="Aptos"/>
              </a:rPr>
              <a:t>T1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y=1/x and y=1/x^2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Gold: y=1/x     Teal: y=1/x^2. Both approach the axes without touching them.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987799"/>
            <a:ext cx="98755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35040" y="160020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8208" y="4033519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160020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4107180"/>
            <a:ext cx="30398" cy="7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27678" y="4107919"/>
            <a:ext cx="30398" cy="7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58076" y="4108668"/>
            <a:ext cx="30398" cy="7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474" y="4109426"/>
            <a:ext cx="30398" cy="7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18872" y="4110193"/>
            <a:ext cx="30398" cy="7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49270" y="4110971"/>
            <a:ext cx="30398" cy="7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79668" y="4111758"/>
            <a:ext cx="30398" cy="7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10066" y="4112556"/>
            <a:ext cx="30398" cy="8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40464" y="4113364"/>
            <a:ext cx="30398" cy="8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70862" y="4114182"/>
            <a:ext cx="30398" cy="8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01260" y="4115011"/>
            <a:ext cx="30398" cy="8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1658" y="4115851"/>
            <a:ext cx="30399" cy="8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62057" y="4116702"/>
            <a:ext cx="30398" cy="8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92455" y="4117565"/>
            <a:ext cx="30398" cy="8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22853" y="4118439"/>
            <a:ext cx="30398" cy="8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53251" y="4119325"/>
            <a:ext cx="30398" cy="8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583649" y="4120223"/>
            <a:ext cx="30398" cy="9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614047" y="4121134"/>
            <a:ext cx="30398" cy="9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644445" y="4122057"/>
            <a:ext cx="30398" cy="9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674843" y="4122993"/>
            <a:ext cx="30398" cy="9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705241" y="4123942"/>
            <a:ext cx="30398" cy="9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735639" y="4124905"/>
            <a:ext cx="30398" cy="9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766037" y="4125881"/>
            <a:ext cx="30398" cy="9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796435" y="4126871"/>
            <a:ext cx="30399" cy="10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26834" y="4127876"/>
            <a:ext cx="30398" cy="10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57232" y="4128895"/>
            <a:ext cx="30398" cy="10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887630" y="4129929"/>
            <a:ext cx="30398" cy="10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918028" y="4130979"/>
            <a:ext cx="30398" cy="10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948426" y="4132044"/>
            <a:ext cx="30398" cy="10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978824" y="4133125"/>
            <a:ext cx="30398" cy="10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009222" y="4134222"/>
            <a:ext cx="30398" cy="11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039620" y="4135336"/>
            <a:ext cx="30398" cy="11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070018" y="4136467"/>
            <a:ext cx="30398" cy="11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100416" y="4137616"/>
            <a:ext cx="30398" cy="11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130814" y="4138782"/>
            <a:ext cx="30398" cy="11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161212" y="4139967"/>
            <a:ext cx="30399" cy="12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191611" y="4141170"/>
            <a:ext cx="30398" cy="12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222009" y="4142393"/>
            <a:ext cx="30398" cy="12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252407" y="4143635"/>
            <a:ext cx="30398" cy="12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282805" y="4144898"/>
            <a:ext cx="30398" cy="12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313203" y="4146181"/>
            <a:ext cx="30398" cy="13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343601" y="4147485"/>
            <a:ext cx="30398" cy="13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373999" y="4148811"/>
            <a:ext cx="30398" cy="13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404397" y="4150159"/>
            <a:ext cx="30398" cy="13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434795" y="4151530"/>
            <a:ext cx="30398" cy="13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65193" y="4152924"/>
            <a:ext cx="30398" cy="1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495591" y="4154342"/>
            <a:ext cx="30398" cy="14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525989" y="4155785"/>
            <a:ext cx="30399" cy="14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556388" y="4157253"/>
            <a:ext cx="30398" cy="14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586786" y="4158747"/>
            <a:ext cx="30398" cy="15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617184" y="4160267"/>
            <a:ext cx="30398" cy="15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647582" y="4161815"/>
            <a:ext cx="30398" cy="15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677980" y="4163391"/>
            <a:ext cx="30398" cy="16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708378" y="4164995"/>
            <a:ext cx="30398" cy="16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738776" y="4166629"/>
            <a:ext cx="30398" cy="16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769174" y="4168294"/>
            <a:ext cx="30398" cy="16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799572" y="4169990"/>
            <a:ext cx="30398" cy="17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829970" y="4171717"/>
            <a:ext cx="30398" cy="17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860368" y="4173479"/>
            <a:ext cx="30399" cy="17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890767" y="4175274"/>
            <a:ext cx="30398" cy="18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921165" y="4177104"/>
            <a:ext cx="30398" cy="18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951563" y="4178970"/>
            <a:ext cx="30398" cy="19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981961" y="4180873"/>
            <a:ext cx="30398" cy="19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012359" y="4182815"/>
            <a:ext cx="30398" cy="19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042757" y="4184796"/>
            <a:ext cx="30398" cy="20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073155" y="4186818"/>
            <a:ext cx="30398" cy="20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103553" y="4188882"/>
            <a:ext cx="30398" cy="21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133951" y="4190989"/>
            <a:ext cx="30398" cy="21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64349" y="4193140"/>
            <a:ext cx="30398" cy="21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94747" y="4195338"/>
            <a:ext cx="30398" cy="22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225145" y="4197583"/>
            <a:ext cx="30399" cy="22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55544" y="4199877"/>
            <a:ext cx="30398" cy="23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285942" y="4202222"/>
            <a:ext cx="30398" cy="23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316340" y="4204620"/>
            <a:ext cx="30398" cy="24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346738" y="4207072"/>
            <a:ext cx="30398" cy="25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377136" y="4209579"/>
            <a:ext cx="30398" cy="25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407534" y="4212145"/>
            <a:ext cx="30398" cy="26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437932" y="4214771"/>
            <a:ext cx="30398" cy="26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468330" y="4217459"/>
            <a:ext cx="30398" cy="27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498728" y="4220212"/>
            <a:ext cx="30398" cy="28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529126" y="4223031"/>
            <a:ext cx="30398" cy="28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559524" y="4225920"/>
            <a:ext cx="30398" cy="29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589922" y="4228880"/>
            <a:ext cx="30399" cy="30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620321" y="4231915"/>
            <a:ext cx="30398" cy="31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650719" y="4235027"/>
            <a:ext cx="30398" cy="31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681117" y="4238220"/>
            <a:ext cx="30398" cy="32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711515" y="4241496"/>
            <a:ext cx="30398" cy="33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741913" y="4244859"/>
            <a:ext cx="30398" cy="34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772311" y="4248312"/>
            <a:ext cx="30398" cy="35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802709" y="4251860"/>
            <a:ext cx="30398" cy="36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833107" y="4255505"/>
            <a:ext cx="30398" cy="37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3863505" y="4259253"/>
            <a:ext cx="30398" cy="38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3893903" y="4263107"/>
            <a:ext cx="30398" cy="39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924301" y="4267071"/>
            <a:ext cx="30398" cy="40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954699" y="4271152"/>
            <a:ext cx="30399" cy="42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3985098" y="4275354"/>
            <a:ext cx="30398" cy="43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4015496" y="4279682"/>
            <a:ext cx="30398" cy="44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4045894" y="4284143"/>
            <a:ext cx="30398" cy="45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4076292" y="4288742"/>
            <a:ext cx="30398" cy="47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4106690" y="4293486"/>
            <a:ext cx="30398" cy="48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4137088" y="4298382"/>
            <a:ext cx="30398" cy="50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4167486" y="4303437"/>
            <a:ext cx="30398" cy="52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197884" y="4308660"/>
            <a:ext cx="30398" cy="53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228282" y="4314058"/>
            <a:ext cx="30398" cy="55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258680" y="4319641"/>
            <a:ext cx="30398" cy="57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289078" y="4325419"/>
            <a:ext cx="30399" cy="59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319477" y="4331401"/>
            <a:ext cx="30398" cy="61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4349875" y="4337599"/>
            <a:ext cx="30398" cy="64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4380273" y="4344025"/>
            <a:ext cx="30398" cy="66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410671" y="4350691"/>
            <a:ext cx="30398" cy="69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4441069" y="4357612"/>
            <a:ext cx="30398" cy="71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471467" y="4364801"/>
            <a:ext cx="30398" cy="74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501865" y="4372276"/>
            <a:ext cx="30398" cy="77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532263" y="4380053"/>
            <a:ext cx="30398" cy="80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562661" y="4388152"/>
            <a:ext cx="30398" cy="84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593059" y="4396591"/>
            <a:ext cx="30398" cy="88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623457" y="4405395"/>
            <a:ext cx="30398" cy="91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653855" y="4414585"/>
            <a:ext cx="30399" cy="96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684254" y="4424190"/>
            <a:ext cx="30398" cy="100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714652" y="4434236"/>
            <a:ext cx="30398" cy="105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745050" y="4444756"/>
            <a:ext cx="30398" cy="110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775448" y="4455784"/>
            <a:ext cx="30398" cy="115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805846" y="4467358"/>
            <a:ext cx="30398" cy="121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836244" y="4479518"/>
            <a:ext cx="30398" cy="127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866642" y="4492311"/>
            <a:ext cx="30398" cy="134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897040" y="4505787"/>
            <a:ext cx="30398" cy="142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927438" y="4520003"/>
            <a:ext cx="30398" cy="150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957836" y="4535022"/>
            <a:ext cx="30398" cy="15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988234" y="4550913"/>
            <a:ext cx="30398" cy="168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5018632" y="4567754"/>
            <a:ext cx="30399" cy="178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5049031" y="4585634"/>
            <a:ext cx="30398" cy="19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5079429" y="4604651"/>
            <a:ext cx="30398" cy="202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5109827" y="4624918"/>
            <a:ext cx="30398" cy="216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5140225" y="4646561"/>
            <a:ext cx="30398" cy="231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170623" y="4669727"/>
            <a:ext cx="30398" cy="248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5201021" y="4694582"/>
            <a:ext cx="30398" cy="267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5231419" y="4721317"/>
            <a:ext cx="30398" cy="288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261817" y="4750154"/>
            <a:ext cx="30398" cy="311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5292215" y="4781352"/>
            <a:ext cx="30398" cy="338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5322613" y="4815211"/>
            <a:ext cx="30398" cy="368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5353011" y="4852089"/>
            <a:ext cx="30398" cy="403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5383409" y="4892408"/>
            <a:ext cx="30399" cy="442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413808" y="4936672"/>
            <a:ext cx="30398" cy="488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444206" y="4985491"/>
            <a:ext cx="30398" cy="541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5474604" y="5039606"/>
            <a:ext cx="30398" cy="603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505002" y="5099928"/>
            <a:ext cx="30398" cy="676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5535400" y="5167589"/>
            <a:ext cx="30398" cy="764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565798" y="5244018"/>
            <a:ext cx="30398" cy="870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596196" y="5331034"/>
            <a:ext cx="30398" cy="999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626594" y="5431003"/>
            <a:ext cx="30398" cy="1160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656992" y="5547048"/>
            <a:ext cx="30398" cy="1363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687390" y="5683388"/>
            <a:ext cx="30398" cy="1624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6291494" y="1689268"/>
            <a:ext cx="30398" cy="2435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6321892" y="1932845"/>
            <a:ext cx="30399" cy="1969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6352291" y="2129745"/>
            <a:ext cx="30398" cy="1624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6382689" y="2292211"/>
            <a:ext cx="30398" cy="1363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6413087" y="2428551"/>
            <a:ext cx="30398" cy="1160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6443485" y="2544596"/>
            <a:ext cx="30398" cy="999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473883" y="2644565"/>
            <a:ext cx="30398" cy="870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6504281" y="2731581"/>
            <a:ext cx="30398" cy="764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6534679" y="2808010"/>
            <a:ext cx="30398" cy="676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6565077" y="2875671"/>
            <a:ext cx="30398" cy="603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6595475" y="2935993"/>
            <a:ext cx="30398" cy="541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6625873" y="2990108"/>
            <a:ext cx="30398" cy="488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6656271" y="3038927"/>
            <a:ext cx="30399" cy="442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6686670" y="3083191"/>
            <a:ext cx="30398" cy="403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6717068" y="3123510"/>
            <a:ext cx="30398" cy="368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47466" y="3160388"/>
            <a:ext cx="30398" cy="338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777864" y="3194247"/>
            <a:ext cx="30398" cy="311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808262" y="3225445"/>
            <a:ext cx="30398" cy="288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6838660" y="3254282"/>
            <a:ext cx="30398" cy="267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6869058" y="3281017"/>
            <a:ext cx="30398" cy="248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6899456" y="3305872"/>
            <a:ext cx="30398" cy="231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6929854" y="3329038"/>
            <a:ext cx="30398" cy="216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6960252" y="3350681"/>
            <a:ext cx="30398" cy="202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6990650" y="3370948"/>
            <a:ext cx="30398" cy="19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021048" y="3389965"/>
            <a:ext cx="30399" cy="178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051447" y="3407845"/>
            <a:ext cx="30398" cy="168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081845" y="3424686"/>
            <a:ext cx="30398" cy="158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112243" y="3440577"/>
            <a:ext cx="30398" cy="150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142641" y="3455596"/>
            <a:ext cx="30398" cy="142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173039" y="3469812"/>
            <a:ext cx="30398" cy="134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203437" y="3483288"/>
            <a:ext cx="30398" cy="127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233835" y="3496081"/>
            <a:ext cx="30398" cy="121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264233" y="3508241"/>
            <a:ext cx="30398" cy="115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294631" y="3519815"/>
            <a:ext cx="30398" cy="110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325029" y="3530843"/>
            <a:ext cx="30398" cy="105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355427" y="3541363"/>
            <a:ext cx="30398" cy="100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385825" y="3551409"/>
            <a:ext cx="30399" cy="96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7416224" y="3561014"/>
            <a:ext cx="30398" cy="91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446622" y="3570204"/>
            <a:ext cx="30398" cy="88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7477020" y="3579008"/>
            <a:ext cx="30398" cy="84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7507418" y="3587447"/>
            <a:ext cx="30398" cy="80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7537816" y="3595546"/>
            <a:ext cx="30398" cy="77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7568214" y="3603323"/>
            <a:ext cx="30398" cy="74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7598612" y="3610798"/>
            <a:ext cx="30398" cy="71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7629010" y="3617987"/>
            <a:ext cx="30398" cy="69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7659408" y="3624908"/>
            <a:ext cx="30398" cy="66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7689806" y="3631574"/>
            <a:ext cx="30398" cy="64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7720204" y="3638000"/>
            <a:ext cx="30398" cy="61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7750602" y="3644198"/>
            <a:ext cx="30399" cy="59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7781001" y="3650180"/>
            <a:ext cx="30398" cy="57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7811399" y="3655958"/>
            <a:ext cx="30398" cy="55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7841797" y="3661541"/>
            <a:ext cx="30398" cy="53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7872195" y="3666939"/>
            <a:ext cx="30398" cy="52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7902593" y="3672162"/>
            <a:ext cx="30398" cy="50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7932991" y="3677217"/>
            <a:ext cx="30398" cy="48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7963389" y="3682113"/>
            <a:ext cx="30398" cy="47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7993787" y="3686857"/>
            <a:ext cx="30398" cy="45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8024185" y="3691456"/>
            <a:ext cx="30398" cy="44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8054583" y="3695917"/>
            <a:ext cx="30398" cy="43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8084981" y="3700245"/>
            <a:ext cx="30399" cy="42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8115380" y="3704447"/>
            <a:ext cx="30398" cy="40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8145778" y="3708528"/>
            <a:ext cx="30398" cy="39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8176176" y="3712492"/>
            <a:ext cx="30398" cy="38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8206574" y="3716346"/>
            <a:ext cx="30398" cy="37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8236972" y="3720094"/>
            <a:ext cx="30398" cy="36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8267370" y="3723739"/>
            <a:ext cx="30398" cy="35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8297768" y="3727287"/>
            <a:ext cx="30398" cy="34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8328166" y="3730740"/>
            <a:ext cx="30398" cy="33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8358564" y="3734103"/>
            <a:ext cx="30398" cy="32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8388962" y="3737379"/>
            <a:ext cx="30398" cy="31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8419360" y="3740572"/>
            <a:ext cx="30398" cy="31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8449758" y="3743684"/>
            <a:ext cx="30399" cy="30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8480157" y="3746719"/>
            <a:ext cx="30398" cy="29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8510555" y="3749679"/>
            <a:ext cx="30398" cy="28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8540953" y="3752568"/>
            <a:ext cx="30398" cy="28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8571351" y="3755387"/>
            <a:ext cx="30398" cy="27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8601749" y="3758140"/>
            <a:ext cx="30398" cy="26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8632147" y="3760828"/>
            <a:ext cx="30398" cy="26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8662545" y="3763454"/>
            <a:ext cx="30398" cy="25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8692943" y="3766020"/>
            <a:ext cx="30398" cy="25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8723341" y="3768527"/>
            <a:ext cx="30398" cy="24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753739" y="3770979"/>
            <a:ext cx="30398" cy="23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8784137" y="3773377"/>
            <a:ext cx="30398" cy="23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8814535" y="3775722"/>
            <a:ext cx="30399" cy="22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8844934" y="3778016"/>
            <a:ext cx="30398" cy="22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8875332" y="3780261"/>
            <a:ext cx="30398" cy="21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8905730" y="3782459"/>
            <a:ext cx="30398" cy="21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8936128" y="3784610"/>
            <a:ext cx="30398" cy="21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8966526" y="3786717"/>
            <a:ext cx="30398" cy="20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8996924" y="3788781"/>
            <a:ext cx="30398" cy="20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9027322" y="3790803"/>
            <a:ext cx="30398" cy="19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9057720" y="3792784"/>
            <a:ext cx="30398" cy="19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9088118" y="3794726"/>
            <a:ext cx="30398" cy="19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9118516" y="3796629"/>
            <a:ext cx="30398" cy="18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9148914" y="3798495"/>
            <a:ext cx="30398" cy="18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179312" y="3800325"/>
            <a:ext cx="30399" cy="17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209711" y="3802120"/>
            <a:ext cx="30398" cy="17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9240109" y="3803882"/>
            <a:ext cx="30398" cy="17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9270507" y="3805609"/>
            <a:ext cx="30398" cy="16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9300905" y="3807305"/>
            <a:ext cx="30398" cy="16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9331303" y="3808970"/>
            <a:ext cx="30398" cy="16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9361701" y="3810604"/>
            <a:ext cx="30398" cy="16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9392099" y="3812208"/>
            <a:ext cx="30398" cy="15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9422497" y="3813784"/>
            <a:ext cx="30398" cy="15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9452895" y="3815332"/>
            <a:ext cx="30398" cy="15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9483293" y="3816852"/>
            <a:ext cx="30398" cy="14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9513691" y="3818346"/>
            <a:ext cx="30399" cy="14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9544090" y="3819814"/>
            <a:ext cx="30398" cy="14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9574488" y="3821257"/>
            <a:ext cx="30398" cy="1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9604886" y="3822675"/>
            <a:ext cx="30398" cy="13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9635284" y="3824069"/>
            <a:ext cx="30398" cy="13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9665682" y="3825440"/>
            <a:ext cx="30398" cy="13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9696080" y="3826788"/>
            <a:ext cx="30398" cy="13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9726478" y="3828114"/>
            <a:ext cx="30398" cy="13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9756876" y="3829418"/>
            <a:ext cx="30398" cy="12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9787274" y="3830701"/>
            <a:ext cx="30398" cy="12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9817672" y="3831964"/>
            <a:ext cx="30398" cy="12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9848070" y="3833206"/>
            <a:ext cx="30398" cy="12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9878468" y="3834429"/>
            <a:ext cx="30399" cy="12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9908867" y="3835632"/>
            <a:ext cx="30398" cy="11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9939265" y="3836817"/>
            <a:ext cx="30398" cy="11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9969663" y="3837983"/>
            <a:ext cx="30398" cy="11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10000061" y="3839132"/>
            <a:ext cx="30398" cy="11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10030459" y="3840263"/>
            <a:ext cx="30398" cy="11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10060857" y="3841377"/>
            <a:ext cx="30398" cy="10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10091255" y="3842474"/>
            <a:ext cx="30398" cy="10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0121653" y="3843555"/>
            <a:ext cx="30398" cy="10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10152051" y="3844620"/>
            <a:ext cx="30398" cy="10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10182449" y="3845670"/>
            <a:ext cx="30398" cy="10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10212847" y="3846704"/>
            <a:ext cx="30398" cy="10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10243245" y="3847723"/>
            <a:ext cx="30399" cy="10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10273644" y="3848728"/>
            <a:ext cx="30398" cy="9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10304042" y="3849718"/>
            <a:ext cx="30398" cy="9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10334440" y="3850694"/>
            <a:ext cx="30398" cy="9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10364838" y="3851657"/>
            <a:ext cx="30398" cy="9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10395236" y="3852606"/>
            <a:ext cx="30398" cy="9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0425634" y="3853542"/>
            <a:ext cx="30398" cy="9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0456032" y="3854465"/>
            <a:ext cx="30398" cy="9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0486430" y="3855376"/>
            <a:ext cx="30398" cy="8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10516828" y="3856274"/>
            <a:ext cx="30398" cy="8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10547226" y="3857160"/>
            <a:ext cx="30398" cy="8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10577624" y="3858034"/>
            <a:ext cx="30398" cy="8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10608022" y="3858897"/>
            <a:ext cx="30399" cy="8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10638421" y="3859748"/>
            <a:ext cx="30398" cy="8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10668819" y="3860588"/>
            <a:ext cx="30398" cy="8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0699217" y="3861417"/>
            <a:ext cx="30398" cy="8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0729615" y="3862235"/>
            <a:ext cx="30398" cy="8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0760013" y="3863043"/>
            <a:ext cx="30398" cy="7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0790411" y="3863841"/>
            <a:ext cx="30398" cy="7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0820809" y="3864628"/>
            <a:ext cx="30398" cy="7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0851207" y="3865406"/>
            <a:ext cx="30398" cy="7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10881605" y="3866173"/>
            <a:ext cx="30398" cy="7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10912003" y="3866931"/>
            <a:ext cx="30398" cy="7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10942401" y="3867680"/>
            <a:ext cx="30399" cy="7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1097280" y="3957584"/>
            <a:ext cx="30398" cy="3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1127678" y="3957206"/>
            <a:ext cx="30398" cy="3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1158076" y="3956821"/>
            <a:ext cx="30398" cy="3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1188474" y="3956429"/>
            <a:ext cx="30398" cy="3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1218872" y="3956029"/>
            <a:ext cx="30398" cy="4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1249270" y="3955621"/>
            <a:ext cx="30398" cy="4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279668" y="3955206"/>
            <a:ext cx="30398" cy="4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310066" y="3954782"/>
            <a:ext cx="30398" cy="4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340464" y="3954351"/>
            <a:ext cx="30398" cy="4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1370862" y="3953910"/>
            <a:ext cx="30398" cy="4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1401260" y="3953461"/>
            <a:ext cx="30398" cy="4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1431658" y="3953003"/>
            <a:ext cx="30399" cy="4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1462057" y="3952536"/>
            <a:ext cx="30398" cy="4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1492455" y="3952059"/>
            <a:ext cx="30398" cy="4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1522853" y="3951573"/>
            <a:ext cx="30398" cy="4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1553251" y="3951076"/>
            <a:ext cx="30398" cy="4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1583649" y="3950570"/>
            <a:ext cx="30398" cy="5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1614047" y="3950052"/>
            <a:ext cx="30398" cy="5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1644445" y="3949524"/>
            <a:ext cx="30398" cy="5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1674843" y="3948985"/>
            <a:ext cx="30398" cy="5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1705241" y="3948434"/>
            <a:ext cx="30398" cy="5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1735639" y="3947871"/>
            <a:ext cx="30398" cy="5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1766037" y="3947297"/>
            <a:ext cx="30398" cy="5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1796435" y="3946709"/>
            <a:ext cx="30399" cy="5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1826834" y="3946109"/>
            <a:ext cx="30398" cy="6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1857232" y="3945496"/>
            <a:ext cx="30398" cy="6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1887630" y="3944869"/>
            <a:ext cx="30398" cy="6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1918028" y="3944228"/>
            <a:ext cx="30398" cy="6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1948426" y="3943572"/>
            <a:ext cx="30398" cy="6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1978824" y="3942902"/>
            <a:ext cx="30398" cy="6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2009222" y="3942216"/>
            <a:ext cx="30398" cy="6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2039620" y="3941514"/>
            <a:ext cx="30398" cy="7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2070018" y="3940797"/>
            <a:ext cx="30398" cy="7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2100416" y="3940062"/>
            <a:ext cx="30398" cy="7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2130814" y="3939310"/>
            <a:ext cx="30398" cy="7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2161212" y="3938540"/>
            <a:ext cx="30399" cy="7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2191611" y="3937751"/>
            <a:ext cx="30398" cy="7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2222009" y="3936943"/>
            <a:ext cx="30398" cy="8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2252407" y="3936116"/>
            <a:ext cx="30398" cy="8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2282805" y="3935268"/>
            <a:ext cx="30398" cy="8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2313203" y="3934400"/>
            <a:ext cx="30398" cy="8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2343601" y="3933509"/>
            <a:ext cx="30398" cy="8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2373999" y="3932596"/>
            <a:ext cx="30398" cy="9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2404397" y="3931660"/>
            <a:ext cx="30398" cy="9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2434795" y="3930700"/>
            <a:ext cx="30398" cy="9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2465193" y="3929715"/>
            <a:ext cx="30398" cy="9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2495591" y="3928704"/>
            <a:ext cx="30398" cy="10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2525989" y="3927667"/>
            <a:ext cx="30399" cy="103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2556388" y="3926602"/>
            <a:ext cx="30398" cy="10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2586786" y="3925509"/>
            <a:ext cx="30398" cy="10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2617184" y="3924386"/>
            <a:ext cx="30398" cy="11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2647582" y="3923232"/>
            <a:ext cx="30398" cy="11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2677980" y="3922047"/>
            <a:ext cx="30398" cy="11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2708378" y="3920828"/>
            <a:ext cx="30398" cy="12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2738776" y="3919576"/>
            <a:ext cx="30398" cy="12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2769174" y="3918288"/>
            <a:ext cx="30398" cy="12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2799572" y="3916963"/>
            <a:ext cx="30398" cy="13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2829970" y="3915600"/>
            <a:ext cx="30398" cy="13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2860368" y="3914197"/>
            <a:ext cx="30399" cy="14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2890767" y="3912753"/>
            <a:ext cx="30398" cy="14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2921165" y="3911266"/>
            <a:ext cx="30398" cy="14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2951563" y="3909735"/>
            <a:ext cx="30398" cy="15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2981961" y="3908157"/>
            <a:ext cx="30398" cy="15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3012359" y="3906530"/>
            <a:ext cx="30398" cy="16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3042757" y="3904854"/>
            <a:ext cx="30398" cy="16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3073155" y="3903124"/>
            <a:ext cx="30398" cy="17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3103553" y="3901341"/>
            <a:ext cx="30398" cy="17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3133951" y="3899500"/>
            <a:ext cx="30398" cy="18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3164349" y="3897600"/>
            <a:ext cx="30398" cy="19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3194747" y="3895638"/>
            <a:ext cx="30398" cy="19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3225145" y="3893611"/>
            <a:ext cx="30399" cy="20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3255544" y="3891516"/>
            <a:ext cx="30398" cy="20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3285942" y="3889351"/>
            <a:ext cx="30398" cy="21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3316340" y="3887112"/>
            <a:ext cx="30398" cy="22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3346738" y="3884796"/>
            <a:ext cx="30398" cy="23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3377136" y="3882399"/>
            <a:ext cx="30398" cy="23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3407534" y="3879917"/>
            <a:ext cx="30398" cy="24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3437932" y="3877346"/>
            <a:ext cx="30398" cy="25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3468330" y="3874683"/>
            <a:ext cx="30398" cy="26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3498728" y="3871922"/>
            <a:ext cx="30398" cy="27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3529126" y="3869059"/>
            <a:ext cx="30398" cy="28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3559524" y="3866088"/>
            <a:ext cx="30398" cy="29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3589922" y="3863004"/>
            <a:ext cx="30399" cy="30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3620321" y="3859802"/>
            <a:ext cx="30398" cy="32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3650719" y="3856475"/>
            <a:ext cx="30398" cy="33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3681117" y="3853016"/>
            <a:ext cx="30398" cy="34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3711515" y="3849419"/>
            <a:ext cx="30398" cy="35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3741913" y="3845676"/>
            <a:ext cx="30398" cy="37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3772311" y="3841779"/>
            <a:ext cx="30398" cy="38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3802709" y="3837719"/>
            <a:ext cx="30398" cy="40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3833107" y="3833488"/>
            <a:ext cx="30398" cy="42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3863505" y="3829075"/>
            <a:ext cx="30398" cy="44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3893903" y="3824471"/>
            <a:ext cx="30398" cy="46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3924301" y="3819663"/>
            <a:ext cx="30398" cy="48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3954699" y="3814639"/>
            <a:ext cx="30399" cy="50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3985098" y="3809387"/>
            <a:ext cx="30398" cy="52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4015496" y="3803892"/>
            <a:ext cx="30398" cy="54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4045894" y="3798140"/>
            <a:ext cx="30398" cy="57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4076292" y="3792113"/>
            <a:ext cx="30398" cy="60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4106690" y="3785795"/>
            <a:ext cx="30398" cy="63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4137088" y="3779165"/>
            <a:ext cx="30398" cy="66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4167486" y="3772204"/>
            <a:ext cx="30398" cy="69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4197884" y="3764888"/>
            <a:ext cx="30398" cy="73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4228282" y="3757194"/>
            <a:ext cx="30398" cy="76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4258680" y="3749094"/>
            <a:ext cx="30398" cy="81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4289078" y="3740560"/>
            <a:ext cx="30399" cy="85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4319477" y="3731560"/>
            <a:ext cx="30398" cy="90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4349875" y="3722059"/>
            <a:ext cx="30398" cy="95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4380273" y="3712020"/>
            <a:ext cx="30398" cy="100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4410671" y="3701401"/>
            <a:ext cx="30398" cy="106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4441069" y="3690157"/>
            <a:ext cx="30398" cy="112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4471467" y="3678237"/>
            <a:ext cx="30398" cy="119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V="1">
            <a:off x="4501865" y="3665587"/>
            <a:ext cx="30398" cy="126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V="1">
            <a:off x="4532263" y="3652145"/>
            <a:ext cx="30398" cy="134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4562661" y="3637844"/>
            <a:ext cx="30398" cy="143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4593059" y="3622609"/>
            <a:ext cx="30398" cy="152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4623457" y="3606358"/>
            <a:ext cx="30398" cy="162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4653855" y="3588996"/>
            <a:ext cx="30399" cy="173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4684254" y="3570423"/>
            <a:ext cx="30398" cy="185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4714652" y="3550520"/>
            <a:ext cx="30398" cy="199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4745050" y="3529159"/>
            <a:ext cx="30398" cy="213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4775448" y="3506195"/>
            <a:ext cx="30398" cy="229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4805846" y="3481461"/>
            <a:ext cx="30398" cy="247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4836244" y="3454771"/>
            <a:ext cx="30398" cy="266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4866642" y="3425914"/>
            <a:ext cx="30398" cy="288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4897040" y="3394649"/>
            <a:ext cx="30398" cy="312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 flipV="1">
            <a:off x="4927438" y="3360700"/>
            <a:ext cx="30398" cy="339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4957836" y="3323751"/>
            <a:ext cx="30398" cy="369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4988234" y="3283437"/>
            <a:ext cx="30398" cy="4031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5018632" y="3239337"/>
            <a:ext cx="30399" cy="441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5049031" y="3190963"/>
            <a:ext cx="30398" cy="483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5079429" y="3137742"/>
            <a:ext cx="30398" cy="532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5109827" y="3079006"/>
            <a:ext cx="30398" cy="587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5140225" y="3013965"/>
            <a:ext cx="30398" cy="650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5170623" y="2941683"/>
            <a:ext cx="30398" cy="722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5201021" y="2861044"/>
            <a:ext cx="30398" cy="806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5231419" y="2770709"/>
            <a:ext cx="30398" cy="903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5261817" y="2669059"/>
            <a:ext cx="30398" cy="1016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5292215" y="2554121"/>
            <a:ext cx="30398" cy="1149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5322613" y="2423474"/>
            <a:ext cx="30398" cy="1306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5353011" y="2274121"/>
            <a:ext cx="30398" cy="1493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5383409" y="2102311"/>
            <a:ext cx="30399" cy="1718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5413808" y="1903305"/>
            <a:ext cx="30398" cy="1990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5444206" y="1671046"/>
            <a:ext cx="30398" cy="2322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6595475" y="1671046"/>
            <a:ext cx="30398" cy="2322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6625873" y="1903305"/>
            <a:ext cx="30398" cy="1990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6656271" y="2102311"/>
            <a:ext cx="30399" cy="1718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6686670" y="2274121"/>
            <a:ext cx="30398" cy="1493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6717068" y="2423474"/>
            <a:ext cx="30398" cy="1306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6747466" y="2554121"/>
            <a:ext cx="30398" cy="1149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6777864" y="2669059"/>
            <a:ext cx="30398" cy="1016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6808262" y="2770709"/>
            <a:ext cx="30398" cy="903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6838660" y="2861044"/>
            <a:ext cx="30398" cy="806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6869058" y="2941683"/>
            <a:ext cx="30398" cy="722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6899456" y="3013965"/>
            <a:ext cx="30398" cy="650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6929854" y="3079006"/>
            <a:ext cx="30398" cy="587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6960252" y="3137742"/>
            <a:ext cx="30398" cy="532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6990650" y="3190963"/>
            <a:ext cx="30398" cy="483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7021048" y="3239337"/>
            <a:ext cx="30399" cy="441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7051447" y="3283437"/>
            <a:ext cx="30398" cy="4031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7081845" y="3323751"/>
            <a:ext cx="30398" cy="369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7112243" y="3360700"/>
            <a:ext cx="30398" cy="339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7142641" y="3394649"/>
            <a:ext cx="30398" cy="312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7173039" y="3425914"/>
            <a:ext cx="30398" cy="288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7203437" y="3454771"/>
            <a:ext cx="30398" cy="266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7233835" y="3481461"/>
            <a:ext cx="30398" cy="247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7264233" y="3506195"/>
            <a:ext cx="30398" cy="229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>
            <a:off x="7294631" y="3529159"/>
            <a:ext cx="30398" cy="213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7325029" y="3550520"/>
            <a:ext cx="30398" cy="199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7355427" y="3570423"/>
            <a:ext cx="30398" cy="185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7385825" y="3588996"/>
            <a:ext cx="30399" cy="173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7416224" y="3606358"/>
            <a:ext cx="30398" cy="162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7446622" y="3622609"/>
            <a:ext cx="30398" cy="152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7477020" y="3637844"/>
            <a:ext cx="30398" cy="143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7507418" y="3652145"/>
            <a:ext cx="30398" cy="134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7537816" y="3665587"/>
            <a:ext cx="30398" cy="126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7568214" y="3678237"/>
            <a:ext cx="30398" cy="119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7598612" y="3690157"/>
            <a:ext cx="30398" cy="112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7629010" y="3701401"/>
            <a:ext cx="30398" cy="106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7659408" y="3712020"/>
            <a:ext cx="30398" cy="100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7689806" y="3722059"/>
            <a:ext cx="30398" cy="95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7720204" y="3731560"/>
            <a:ext cx="30398" cy="90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7750602" y="3740560"/>
            <a:ext cx="30399" cy="85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7781001" y="3749094"/>
            <a:ext cx="30398" cy="81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7811399" y="3757194"/>
            <a:ext cx="30398" cy="76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7841797" y="3764888"/>
            <a:ext cx="30398" cy="73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7872195" y="3772204"/>
            <a:ext cx="30398" cy="69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7902593" y="3779165"/>
            <a:ext cx="30398" cy="66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7932991" y="3785795"/>
            <a:ext cx="30398" cy="63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7963389" y="3792113"/>
            <a:ext cx="30398" cy="60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7993787" y="3798140"/>
            <a:ext cx="30398" cy="57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8024185" y="3803892"/>
            <a:ext cx="30398" cy="54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8054583" y="3809387"/>
            <a:ext cx="30398" cy="52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8084981" y="3814639"/>
            <a:ext cx="30399" cy="50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8115380" y="3819663"/>
            <a:ext cx="30398" cy="48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8145778" y="3824471"/>
            <a:ext cx="30398" cy="46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8176176" y="3829075"/>
            <a:ext cx="30398" cy="44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8206574" y="3833488"/>
            <a:ext cx="30398" cy="42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8236972" y="3837719"/>
            <a:ext cx="30398" cy="40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8267370" y="3841779"/>
            <a:ext cx="30398" cy="38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8297768" y="3845676"/>
            <a:ext cx="30398" cy="37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8328166" y="3849419"/>
            <a:ext cx="30398" cy="35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8358564" y="3853016"/>
            <a:ext cx="30398" cy="34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8388962" y="3856475"/>
            <a:ext cx="30398" cy="33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8419360" y="3859802"/>
            <a:ext cx="30398" cy="32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8449758" y="3863004"/>
            <a:ext cx="30399" cy="30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8480157" y="3866088"/>
            <a:ext cx="30398" cy="29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8510555" y="3869059"/>
            <a:ext cx="30398" cy="28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8540953" y="3871922"/>
            <a:ext cx="30398" cy="27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8571351" y="3874683"/>
            <a:ext cx="30398" cy="26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8601749" y="3877346"/>
            <a:ext cx="30398" cy="25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8632147" y="3879917"/>
            <a:ext cx="30398" cy="24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8662545" y="3882399"/>
            <a:ext cx="30398" cy="23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8692943" y="3884796"/>
            <a:ext cx="30398" cy="23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8723341" y="3887112"/>
            <a:ext cx="30398" cy="22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8753739" y="3889351"/>
            <a:ext cx="30398" cy="21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8784137" y="3891516"/>
            <a:ext cx="30398" cy="20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8814535" y="3893611"/>
            <a:ext cx="30399" cy="20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8844934" y="3895638"/>
            <a:ext cx="30398" cy="19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8875332" y="3897600"/>
            <a:ext cx="30398" cy="19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8905730" y="3899500"/>
            <a:ext cx="30398" cy="18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8936128" y="3901341"/>
            <a:ext cx="30398" cy="17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>
            <a:off x="8966526" y="3903124"/>
            <a:ext cx="30398" cy="17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8996924" y="3904854"/>
            <a:ext cx="30398" cy="16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9027322" y="3906530"/>
            <a:ext cx="30398" cy="16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9057720" y="3908157"/>
            <a:ext cx="30398" cy="15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9088118" y="3909735"/>
            <a:ext cx="30398" cy="15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>
            <a:off x="9118516" y="3911266"/>
            <a:ext cx="30398" cy="14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>
            <a:off x="9148914" y="3912753"/>
            <a:ext cx="30398" cy="14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9179312" y="3914197"/>
            <a:ext cx="30399" cy="14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>
            <a:off x="9209711" y="3915600"/>
            <a:ext cx="30398" cy="13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9240109" y="3916963"/>
            <a:ext cx="30398" cy="13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9270507" y="3918288"/>
            <a:ext cx="30398" cy="12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9300905" y="3919576"/>
            <a:ext cx="30398" cy="12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9331303" y="3920828"/>
            <a:ext cx="30398" cy="12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9361701" y="3922047"/>
            <a:ext cx="30398" cy="11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>
            <a:off x="9392099" y="3923232"/>
            <a:ext cx="30398" cy="11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>
            <a:off x="9422497" y="3924386"/>
            <a:ext cx="30398" cy="11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9452895" y="3925509"/>
            <a:ext cx="30398" cy="10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9483293" y="3926602"/>
            <a:ext cx="30398" cy="10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>
            <a:off x="9513691" y="3927667"/>
            <a:ext cx="30399" cy="103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9544090" y="3928704"/>
            <a:ext cx="30398" cy="10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9574488" y="3929715"/>
            <a:ext cx="30398" cy="9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9604886" y="3930700"/>
            <a:ext cx="30398" cy="9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9635284" y="3931660"/>
            <a:ext cx="30398" cy="9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9665682" y="3932596"/>
            <a:ext cx="30398" cy="9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9696080" y="3933509"/>
            <a:ext cx="30398" cy="8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9726478" y="3934400"/>
            <a:ext cx="30398" cy="8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9756876" y="3935268"/>
            <a:ext cx="30398" cy="8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9787274" y="3936116"/>
            <a:ext cx="30398" cy="8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9817672" y="3936943"/>
            <a:ext cx="30398" cy="8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9848070" y="3937751"/>
            <a:ext cx="30398" cy="7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9878468" y="3938540"/>
            <a:ext cx="30399" cy="7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9908867" y="3939310"/>
            <a:ext cx="30398" cy="7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9939265" y="3940062"/>
            <a:ext cx="30398" cy="7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9969663" y="3940797"/>
            <a:ext cx="30398" cy="7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0000061" y="3941514"/>
            <a:ext cx="30398" cy="7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10030459" y="3942216"/>
            <a:ext cx="30398" cy="6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10060857" y="3942902"/>
            <a:ext cx="30398" cy="6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0091255" y="3943572"/>
            <a:ext cx="30398" cy="6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10121653" y="3944228"/>
            <a:ext cx="30398" cy="6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10152051" y="3944869"/>
            <a:ext cx="30398" cy="6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10182449" y="3945496"/>
            <a:ext cx="30398" cy="6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10212847" y="3946109"/>
            <a:ext cx="30398" cy="6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0243245" y="3946709"/>
            <a:ext cx="30399" cy="5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10273644" y="3947297"/>
            <a:ext cx="30398" cy="5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10304042" y="3947871"/>
            <a:ext cx="30398" cy="5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10334440" y="3948434"/>
            <a:ext cx="30398" cy="5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10364838" y="3948985"/>
            <a:ext cx="30398" cy="5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10395236" y="3949524"/>
            <a:ext cx="30398" cy="5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0425634" y="3950052"/>
            <a:ext cx="30398" cy="5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0456032" y="3950570"/>
            <a:ext cx="30398" cy="5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10486430" y="3951076"/>
            <a:ext cx="30398" cy="4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10516828" y="3951573"/>
            <a:ext cx="30398" cy="4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0547226" y="3952059"/>
            <a:ext cx="30398" cy="4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0577624" y="3952536"/>
            <a:ext cx="30398" cy="4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0608022" y="3953003"/>
            <a:ext cx="30399" cy="4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0638421" y="3953461"/>
            <a:ext cx="30398" cy="4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10668819" y="3953910"/>
            <a:ext cx="30398" cy="4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10699217" y="3954351"/>
            <a:ext cx="30398" cy="4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10729615" y="3954782"/>
            <a:ext cx="30398" cy="4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10760013" y="3955206"/>
            <a:ext cx="30398" cy="4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10790411" y="3955621"/>
            <a:ext cx="30398" cy="4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10820809" y="3956029"/>
            <a:ext cx="30398" cy="4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10851207" y="3956429"/>
            <a:ext cx="30398" cy="3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10881605" y="3956821"/>
            <a:ext cx="30398" cy="3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10912003" y="3957206"/>
            <a:ext cx="30398" cy="3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10942401" y="3957584"/>
            <a:ext cx="30399" cy="3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ELECTRICITY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Electric field versus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Gold: 1/r     Teal: 1/r^2     Red: 1/r^3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5897880"/>
            <a:ext cx="98755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160020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8208" y="594360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160020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1559" y="1698620"/>
            <a:ext cx="61104" cy="5513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62663" y="2249981"/>
            <a:ext cx="61105" cy="4233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23768" y="2673360"/>
            <a:ext cx="61105" cy="3353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684873" y="3008683"/>
            <a:ext cx="61105" cy="2721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45978" y="3280834"/>
            <a:ext cx="61104" cy="2252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07082" y="3506127"/>
            <a:ext cx="61105" cy="1895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68187" y="3695706"/>
            <a:ext cx="61105" cy="1617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29292" y="3857438"/>
            <a:ext cx="61105" cy="1396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90397" y="3997040"/>
            <a:ext cx="61105" cy="1217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51502" y="4118762"/>
            <a:ext cx="61104" cy="1070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12606" y="4225834"/>
            <a:ext cx="61105" cy="949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73711" y="4320749"/>
            <a:ext cx="61105" cy="847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34816" y="4405468"/>
            <a:ext cx="61105" cy="760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295921" y="4481548"/>
            <a:ext cx="61105" cy="687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57026" y="4550248"/>
            <a:ext cx="61104" cy="623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18130" y="4612592"/>
            <a:ext cx="61105" cy="568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479235" y="4669423"/>
            <a:ext cx="61105" cy="52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40340" y="4721440"/>
            <a:ext cx="61105" cy="477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01445" y="4769231"/>
            <a:ext cx="61104" cy="440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62549" y="4813291"/>
            <a:ext cx="61105" cy="407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23654" y="4854041"/>
            <a:ext cx="61105" cy="377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84759" y="4891839"/>
            <a:ext cx="61105" cy="351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845864" y="4926995"/>
            <a:ext cx="61105" cy="327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906969" y="4959777"/>
            <a:ext cx="61104" cy="306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968073" y="4990418"/>
            <a:ext cx="61105" cy="287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029178" y="5019121"/>
            <a:ext cx="61105" cy="269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090283" y="5046063"/>
            <a:ext cx="61105" cy="253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151388" y="5071403"/>
            <a:ext cx="61104" cy="238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212492" y="5095278"/>
            <a:ext cx="61105" cy="225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273597" y="5117813"/>
            <a:ext cx="61105" cy="213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334702" y="5139117"/>
            <a:ext cx="61105" cy="201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395807" y="5159288"/>
            <a:ext cx="61105" cy="191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456912" y="5178414"/>
            <a:ext cx="61104" cy="181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518016" y="5196575"/>
            <a:ext cx="61105" cy="172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579121" y="5213842"/>
            <a:ext cx="61105" cy="164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640226" y="5230279"/>
            <a:ext cx="61105" cy="156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701331" y="5245944"/>
            <a:ext cx="61104" cy="149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762435" y="5260891"/>
            <a:ext cx="61105" cy="142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823540" y="5275168"/>
            <a:ext cx="61105" cy="136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884645" y="5288819"/>
            <a:ext cx="61105" cy="130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945750" y="5301885"/>
            <a:ext cx="61105" cy="125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006855" y="5314402"/>
            <a:ext cx="61104" cy="120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067959" y="5326403"/>
            <a:ext cx="61105" cy="115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129064" y="5337921"/>
            <a:ext cx="61105" cy="110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190169" y="5348984"/>
            <a:ext cx="61105" cy="106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251274" y="5359618"/>
            <a:ext cx="61104" cy="102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12378" y="5369848"/>
            <a:ext cx="61105" cy="98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373483" y="5379697"/>
            <a:ext cx="61105" cy="94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4588" y="5389184"/>
            <a:ext cx="61105" cy="91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95693" y="5398331"/>
            <a:ext cx="61105" cy="88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556798" y="5407154"/>
            <a:ext cx="61104" cy="85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617902" y="5415671"/>
            <a:ext cx="61105" cy="82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679007" y="5423898"/>
            <a:ext cx="61105" cy="79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740112" y="5431848"/>
            <a:ext cx="61105" cy="76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01217" y="5439537"/>
            <a:ext cx="61105" cy="74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862322" y="5446975"/>
            <a:ext cx="61104" cy="72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923426" y="5454176"/>
            <a:ext cx="61105" cy="69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984531" y="5461151"/>
            <a:ext cx="61105" cy="67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045636" y="5467910"/>
            <a:ext cx="61105" cy="6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106741" y="5474463"/>
            <a:ext cx="61104" cy="63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167845" y="5480819"/>
            <a:ext cx="61105" cy="61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228950" y="5486987"/>
            <a:ext cx="61105" cy="59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290055" y="5492975"/>
            <a:ext cx="61105" cy="58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351160" y="5498791"/>
            <a:ext cx="61105" cy="56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412265" y="5504443"/>
            <a:ext cx="61104" cy="54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473369" y="5509937"/>
            <a:ext cx="61105" cy="53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534474" y="5515279"/>
            <a:ext cx="61105" cy="51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595579" y="5520476"/>
            <a:ext cx="61105" cy="50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656684" y="5525534"/>
            <a:ext cx="61104" cy="49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717788" y="5530458"/>
            <a:ext cx="61105" cy="47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778893" y="5535254"/>
            <a:ext cx="61105" cy="46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839998" y="5539926"/>
            <a:ext cx="61105" cy="4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901103" y="5544479"/>
            <a:ext cx="61105" cy="44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962208" y="5548918"/>
            <a:ext cx="61104" cy="43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023312" y="5553247"/>
            <a:ext cx="61105" cy="42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084417" y="5557469"/>
            <a:ext cx="61105" cy="41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145522" y="5561590"/>
            <a:ext cx="61105" cy="40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206627" y="5565611"/>
            <a:ext cx="61104" cy="39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267731" y="5569538"/>
            <a:ext cx="61105" cy="38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328836" y="5573373"/>
            <a:ext cx="61105" cy="37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389941" y="5577120"/>
            <a:ext cx="61105" cy="36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451046" y="5580781"/>
            <a:ext cx="61105" cy="35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12151" y="5584359"/>
            <a:ext cx="61104" cy="34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73255" y="5587857"/>
            <a:ext cx="61105" cy="34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634360" y="5591279"/>
            <a:ext cx="61105" cy="33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695465" y="5594625"/>
            <a:ext cx="61105" cy="32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756570" y="5597900"/>
            <a:ext cx="61104" cy="32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817674" y="5601104"/>
            <a:ext cx="61105" cy="31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878779" y="5604241"/>
            <a:ext cx="61105" cy="30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939884" y="5607312"/>
            <a:ext cx="61105" cy="30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000989" y="5610319"/>
            <a:ext cx="61105" cy="29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062094" y="5613265"/>
            <a:ext cx="61104" cy="28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123198" y="5616151"/>
            <a:ext cx="61105" cy="28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84303" y="5618979"/>
            <a:ext cx="61105" cy="27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245408" y="5621751"/>
            <a:ext cx="61105" cy="27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306513" y="5624468"/>
            <a:ext cx="61104" cy="26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367617" y="5627133"/>
            <a:ext cx="61105" cy="26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428722" y="5629746"/>
            <a:ext cx="61105" cy="25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489827" y="5632309"/>
            <a:ext cx="61105" cy="25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550932" y="5634823"/>
            <a:ext cx="61105" cy="24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612037" y="5637291"/>
            <a:ext cx="61104" cy="24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673141" y="5639712"/>
            <a:ext cx="61105" cy="23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734246" y="5642089"/>
            <a:ext cx="61105" cy="23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795351" y="5644423"/>
            <a:ext cx="61105" cy="2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856456" y="5646714"/>
            <a:ext cx="61105" cy="22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917561" y="5648964"/>
            <a:ext cx="61104" cy="22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978665" y="5651174"/>
            <a:ext cx="61105" cy="21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039770" y="5653346"/>
            <a:ext cx="61105" cy="21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8100875" y="5655479"/>
            <a:ext cx="61105" cy="20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8161980" y="5657576"/>
            <a:ext cx="61104" cy="20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223084" y="5659637"/>
            <a:ext cx="61105" cy="20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284189" y="5661662"/>
            <a:ext cx="61105" cy="19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345294" y="5663654"/>
            <a:ext cx="61105" cy="19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406399" y="5665612"/>
            <a:ext cx="61105" cy="19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467504" y="5667537"/>
            <a:ext cx="61104" cy="18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528608" y="5669431"/>
            <a:ext cx="61105" cy="18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589713" y="5671295"/>
            <a:ext cx="61105" cy="18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650818" y="5673127"/>
            <a:ext cx="61105" cy="18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711923" y="5674931"/>
            <a:ext cx="61104" cy="17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773027" y="5676706"/>
            <a:ext cx="61105" cy="17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834132" y="5678453"/>
            <a:ext cx="61105" cy="17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895237" y="5680172"/>
            <a:ext cx="61105" cy="16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956342" y="5681865"/>
            <a:ext cx="61105" cy="16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017447" y="5683531"/>
            <a:ext cx="61104" cy="16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9078551" y="5685172"/>
            <a:ext cx="61105" cy="16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9139656" y="5686789"/>
            <a:ext cx="61105" cy="15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9200761" y="5688380"/>
            <a:ext cx="61105" cy="15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261866" y="5689948"/>
            <a:ext cx="61104" cy="15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322970" y="5691493"/>
            <a:ext cx="61105" cy="15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9384075" y="5693015"/>
            <a:ext cx="61105" cy="14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9445180" y="5694514"/>
            <a:ext cx="61105" cy="14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9506285" y="5695992"/>
            <a:ext cx="61105" cy="14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9567390" y="5697448"/>
            <a:ext cx="61104" cy="14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628494" y="5698884"/>
            <a:ext cx="61105" cy="14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689599" y="5700299"/>
            <a:ext cx="61105" cy="13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750704" y="5701694"/>
            <a:ext cx="61105" cy="13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9811809" y="5703070"/>
            <a:ext cx="61104" cy="13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9872913" y="5704426"/>
            <a:ext cx="61105" cy="13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9934018" y="5705764"/>
            <a:ext cx="61105" cy="13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995123" y="5707083"/>
            <a:ext cx="61105" cy="13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056228" y="5708385"/>
            <a:ext cx="61105" cy="12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117333" y="5709669"/>
            <a:ext cx="61104" cy="12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178437" y="5710935"/>
            <a:ext cx="61105" cy="12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239542" y="5712184"/>
            <a:ext cx="61105" cy="12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300647" y="5713417"/>
            <a:ext cx="61105" cy="12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361752" y="5714634"/>
            <a:ext cx="61104" cy="12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422856" y="5715835"/>
            <a:ext cx="61105" cy="11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483961" y="5717020"/>
            <a:ext cx="61105" cy="11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545066" y="5718189"/>
            <a:ext cx="61105" cy="11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606171" y="5719344"/>
            <a:ext cx="61105" cy="11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667276" y="5720484"/>
            <a:ext cx="61104" cy="11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728380" y="5721610"/>
            <a:ext cx="61105" cy="11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789485" y="5722721"/>
            <a:ext cx="61105" cy="10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850590" y="5723818"/>
            <a:ext cx="61105" cy="10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911695" y="5724902"/>
            <a:ext cx="61105" cy="10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990397" y="1694225"/>
            <a:ext cx="61105" cy="5211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2051502" y="2215360"/>
            <a:ext cx="61104" cy="4299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2112606" y="2645268"/>
            <a:ext cx="61105" cy="3587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2173711" y="3004062"/>
            <a:ext cx="61105" cy="3025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2234816" y="3306605"/>
            <a:ext cx="61105" cy="2574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2295921" y="3564069"/>
            <a:ext cx="61105" cy="2209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2357026" y="3784984"/>
            <a:ext cx="61104" cy="1909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2418130" y="3975954"/>
            <a:ext cx="61105" cy="1662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2479235" y="4142157"/>
            <a:ext cx="61105" cy="1455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2540340" y="4287697"/>
            <a:ext cx="61105" cy="1281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2601445" y="4415863"/>
            <a:ext cx="61104" cy="1134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2662549" y="4529314"/>
            <a:ext cx="61105" cy="1009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2723654" y="4630219"/>
            <a:ext cx="61105" cy="901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2784759" y="4720363"/>
            <a:ext cx="61105" cy="808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2845864" y="4801222"/>
            <a:ext cx="61105" cy="728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2906969" y="4874030"/>
            <a:ext cx="61104" cy="657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2968073" y="4939821"/>
            <a:ext cx="61105" cy="596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3029178" y="4999468"/>
            <a:ext cx="61105" cy="542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3090283" y="5053713"/>
            <a:ext cx="61105" cy="494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151388" y="5103190"/>
            <a:ext cx="61104" cy="452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3212492" y="5148441"/>
            <a:ext cx="61105" cy="414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3273597" y="5189935"/>
            <a:ext cx="61105" cy="381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3334702" y="5228075"/>
            <a:ext cx="61105" cy="351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3395807" y="5263214"/>
            <a:ext cx="61105" cy="324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3456912" y="5295659"/>
            <a:ext cx="61104" cy="300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3518016" y="5325678"/>
            <a:ext cx="61105" cy="278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3579121" y="5353507"/>
            <a:ext cx="61105" cy="258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3640226" y="5379355"/>
            <a:ext cx="61105" cy="240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3701331" y="5403404"/>
            <a:ext cx="61104" cy="2241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3762435" y="5425818"/>
            <a:ext cx="61105" cy="209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3823540" y="5446742"/>
            <a:ext cx="61105" cy="195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3884645" y="5466305"/>
            <a:ext cx="61105" cy="183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945750" y="5484622"/>
            <a:ext cx="61105" cy="171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4006855" y="5501798"/>
            <a:ext cx="61104" cy="161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4067959" y="5517924"/>
            <a:ext cx="61105" cy="151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4129064" y="5533086"/>
            <a:ext cx="61105" cy="142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4190169" y="5547358"/>
            <a:ext cx="61105" cy="134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4251274" y="5560808"/>
            <a:ext cx="61104" cy="126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4312378" y="5573499"/>
            <a:ext cx="61105" cy="119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4373483" y="5585486"/>
            <a:ext cx="61105" cy="113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4434588" y="5596821"/>
            <a:ext cx="61105" cy="107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4495693" y="5607550"/>
            <a:ext cx="61105" cy="101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4556798" y="5617715"/>
            <a:ext cx="61104" cy="96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4617902" y="5627356"/>
            <a:ext cx="61105" cy="91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4679007" y="5636508"/>
            <a:ext cx="61105" cy="86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4740112" y="5645203"/>
            <a:ext cx="61105" cy="82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4801217" y="5653471"/>
            <a:ext cx="61105" cy="786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4862322" y="5661340"/>
            <a:ext cx="61104" cy="74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4923426" y="5668835"/>
            <a:ext cx="61105" cy="71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4984531" y="5675979"/>
            <a:ext cx="61105" cy="68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5045636" y="5682794"/>
            <a:ext cx="61105" cy="65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5106741" y="5689300"/>
            <a:ext cx="61104" cy="62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5167845" y="5695515"/>
            <a:ext cx="61105" cy="59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5228950" y="5701456"/>
            <a:ext cx="61105" cy="56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5290055" y="5707140"/>
            <a:ext cx="61105" cy="54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5351160" y="5712580"/>
            <a:ext cx="61105" cy="52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5412265" y="5717791"/>
            <a:ext cx="61104" cy="49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5473369" y="5722785"/>
            <a:ext cx="61105" cy="47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5534474" y="5727575"/>
            <a:ext cx="61105" cy="45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5595579" y="5732170"/>
            <a:ext cx="61105" cy="44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5656684" y="5736582"/>
            <a:ext cx="61104" cy="42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5717788" y="5740820"/>
            <a:ext cx="61105" cy="40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5778893" y="5744893"/>
            <a:ext cx="61105" cy="39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5839998" y="5748810"/>
            <a:ext cx="61105" cy="37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5901103" y="5752578"/>
            <a:ext cx="61105" cy="36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5962208" y="5756205"/>
            <a:ext cx="61104" cy="34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6023312" y="5759698"/>
            <a:ext cx="61105" cy="33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6084417" y="5763064"/>
            <a:ext cx="61105" cy="32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6145522" y="5766307"/>
            <a:ext cx="61105" cy="31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6206627" y="5769436"/>
            <a:ext cx="61104" cy="30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6267731" y="5772454"/>
            <a:ext cx="61105" cy="29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6328836" y="5775367"/>
            <a:ext cx="61105" cy="28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6389941" y="5778179"/>
            <a:ext cx="61105" cy="27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6451046" y="5780896"/>
            <a:ext cx="61105" cy="26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6512151" y="5783521"/>
            <a:ext cx="61104" cy="25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6573255" y="5786059"/>
            <a:ext cx="61105" cy="24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6634360" y="5788514"/>
            <a:ext cx="61105" cy="23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6695465" y="5790888"/>
            <a:ext cx="61105" cy="22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6756570" y="5793186"/>
            <a:ext cx="61104" cy="22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6817674" y="5795411"/>
            <a:ext cx="61105" cy="21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6878779" y="5797565"/>
            <a:ext cx="61105" cy="20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6939884" y="5799652"/>
            <a:ext cx="61105" cy="20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7000989" y="5801675"/>
            <a:ext cx="61105" cy="19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7062094" y="5803636"/>
            <a:ext cx="61104" cy="19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7123198" y="5805538"/>
            <a:ext cx="61105" cy="18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7184303" y="5807383"/>
            <a:ext cx="61105" cy="17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7245408" y="5809172"/>
            <a:ext cx="61105" cy="17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7306513" y="5810910"/>
            <a:ext cx="61104" cy="16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7367617" y="5812597"/>
            <a:ext cx="61105" cy="16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7428722" y="5814235"/>
            <a:ext cx="61105" cy="15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7489827" y="5815826"/>
            <a:ext cx="61105" cy="15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7550932" y="5817373"/>
            <a:ext cx="61105" cy="15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7612037" y="5818876"/>
            <a:ext cx="61104" cy="14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7673141" y="5820337"/>
            <a:ext cx="61105" cy="14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7734246" y="5821758"/>
            <a:ext cx="61105" cy="13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7795351" y="5823141"/>
            <a:ext cx="61105" cy="13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7856456" y="5824486"/>
            <a:ext cx="61105" cy="13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7917561" y="5825795"/>
            <a:ext cx="61104" cy="12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7978665" y="5827070"/>
            <a:ext cx="61105" cy="12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8039770" y="5828311"/>
            <a:ext cx="61105" cy="12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8100875" y="5829520"/>
            <a:ext cx="61105" cy="11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8161980" y="5830697"/>
            <a:ext cx="61104" cy="11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8223084" y="5831844"/>
            <a:ext cx="61105" cy="11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8284189" y="5832962"/>
            <a:ext cx="61105" cy="10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8345294" y="5834052"/>
            <a:ext cx="61105" cy="10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8406399" y="5835115"/>
            <a:ext cx="61105" cy="10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8467504" y="5836151"/>
            <a:ext cx="61104" cy="10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8528608" y="5837162"/>
            <a:ext cx="61105" cy="9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8589713" y="5838149"/>
            <a:ext cx="61105" cy="9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8650818" y="5839111"/>
            <a:ext cx="61105" cy="9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8711923" y="5840051"/>
            <a:ext cx="61104" cy="9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8773027" y="5840968"/>
            <a:ext cx="61105" cy="8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8834132" y="5841863"/>
            <a:ext cx="61105" cy="8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895237" y="5842738"/>
            <a:ext cx="61105" cy="8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956342" y="5843592"/>
            <a:ext cx="61105" cy="8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9017447" y="5844426"/>
            <a:ext cx="61104" cy="8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9078551" y="5845241"/>
            <a:ext cx="61105" cy="7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9139656" y="5846038"/>
            <a:ext cx="61105" cy="7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9200761" y="5846817"/>
            <a:ext cx="61105" cy="7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9261866" y="5847579"/>
            <a:ext cx="61104" cy="7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9322970" y="5848323"/>
            <a:ext cx="61105" cy="7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9384075" y="5849051"/>
            <a:ext cx="61105" cy="7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9445180" y="5849764"/>
            <a:ext cx="61105" cy="6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9506285" y="5850460"/>
            <a:ext cx="61105" cy="6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9567390" y="5851142"/>
            <a:ext cx="61104" cy="6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9628494" y="5851809"/>
            <a:ext cx="61105" cy="6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9689599" y="5852462"/>
            <a:ext cx="61105" cy="6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750704" y="5853101"/>
            <a:ext cx="61105" cy="6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811809" y="5853727"/>
            <a:ext cx="61104" cy="6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872913" y="5854340"/>
            <a:ext cx="61105" cy="6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934018" y="5854940"/>
            <a:ext cx="61105" cy="5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995123" y="5855527"/>
            <a:ext cx="61105" cy="5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10056228" y="5856103"/>
            <a:ext cx="61105" cy="5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0117333" y="5856667"/>
            <a:ext cx="61104" cy="5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0178437" y="5857220"/>
            <a:ext cx="61105" cy="5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0239542" y="5857762"/>
            <a:ext cx="61105" cy="5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10300647" y="5858293"/>
            <a:ext cx="61105" cy="5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10361752" y="5858813"/>
            <a:ext cx="61104" cy="5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10422856" y="5859323"/>
            <a:ext cx="61105" cy="5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10483961" y="5859824"/>
            <a:ext cx="61105" cy="4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10545066" y="5860314"/>
            <a:ext cx="61105" cy="4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10606171" y="5860796"/>
            <a:ext cx="61105" cy="4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0667276" y="5861268"/>
            <a:ext cx="61104" cy="4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0728380" y="5861731"/>
            <a:ext cx="61105" cy="4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0789485" y="5862185"/>
            <a:ext cx="61105" cy="4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0850590" y="5862631"/>
            <a:ext cx="61105" cy="4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0911695" y="5863069"/>
            <a:ext cx="61105" cy="4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2295921" y="2052260"/>
            <a:ext cx="61105" cy="53289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2357026" y="2585158"/>
            <a:ext cx="61104" cy="43881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2418130" y="3023973"/>
            <a:ext cx="61105" cy="36461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2479235" y="3388584"/>
            <a:ext cx="61105" cy="30545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2540340" y="3694037"/>
            <a:ext cx="61105" cy="25782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2601445" y="3951859"/>
            <a:ext cx="61104" cy="21912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2662549" y="4170983"/>
            <a:ext cx="61105" cy="18742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2723654" y="4358406"/>
            <a:ext cx="61105" cy="16125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2784759" y="4519660"/>
            <a:ext cx="61105" cy="13949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2845864" y="4659156"/>
            <a:ext cx="61105" cy="12128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2906969" y="4780445"/>
            <a:ext cx="61104" cy="10595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2968073" y="4886402"/>
            <a:ext cx="61105" cy="9297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3029178" y="4979376"/>
            <a:ext cx="61105" cy="819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3090283" y="5061295"/>
            <a:ext cx="61105" cy="724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3151388" y="5133755"/>
            <a:ext cx="61104" cy="6432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3212492" y="5198083"/>
            <a:ext cx="61105" cy="5730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3273597" y="5255388"/>
            <a:ext cx="61105" cy="5121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3334702" y="5306604"/>
            <a:ext cx="61105" cy="4591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3395807" y="5352517"/>
            <a:ext cx="61105" cy="4128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3456912" y="5393798"/>
            <a:ext cx="61104" cy="3721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3518016" y="5431015"/>
            <a:ext cx="61105" cy="3364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3579121" y="5464656"/>
            <a:ext cx="61105" cy="3048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3640226" y="5495142"/>
            <a:ext cx="61105" cy="276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3701331" y="5522833"/>
            <a:ext cx="61104" cy="2520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3762435" y="5548042"/>
            <a:ext cx="61105" cy="2300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3823540" y="5571042"/>
            <a:ext cx="61105" cy="2102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3884645" y="5592069"/>
            <a:ext cx="61105" cy="1926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3945750" y="5611331"/>
            <a:ext cx="61105" cy="1767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4006855" y="5629008"/>
            <a:ext cx="61104" cy="1625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4067959" y="5645260"/>
            <a:ext cx="61105" cy="1496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4129064" y="5660229"/>
            <a:ext cx="61105" cy="1380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4190169" y="5674038"/>
            <a:ext cx="61105" cy="1275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4251274" y="5686797"/>
            <a:ext cx="61104" cy="1180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4312378" y="5698605"/>
            <a:ext cx="61105" cy="1094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4373483" y="5709549"/>
            <a:ext cx="61105" cy="1015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4434588" y="5719705"/>
            <a:ext cx="61105" cy="943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4495693" y="5729144"/>
            <a:ext cx="61105" cy="878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4556798" y="5737928"/>
            <a:ext cx="61104" cy="818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4617902" y="5746113"/>
            <a:ext cx="61105" cy="763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4679007" y="5753749"/>
            <a:ext cx="61105" cy="713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4740112" y="5760881"/>
            <a:ext cx="61105" cy="666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4801217" y="5767550"/>
            <a:ext cx="61105" cy="624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4862322" y="5773793"/>
            <a:ext cx="61104" cy="585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4923426" y="5779644"/>
            <a:ext cx="61105" cy="548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4984531" y="5785132"/>
            <a:ext cx="61105" cy="515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5045636" y="5790286"/>
            <a:ext cx="61105" cy="484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5106741" y="5795131"/>
            <a:ext cx="61104" cy="455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5167845" y="5799689"/>
            <a:ext cx="61105" cy="429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5228950" y="5803981"/>
            <a:ext cx="61105" cy="404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5290055" y="5808027"/>
            <a:ext cx="61105" cy="381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5351160" y="5811844"/>
            <a:ext cx="61105" cy="360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5412265" y="5815447"/>
            <a:ext cx="61104" cy="340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5473369" y="5818853"/>
            <a:ext cx="61105" cy="322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5534474" y="5822073"/>
            <a:ext cx="61105" cy="304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5595579" y="5825120"/>
            <a:ext cx="61105" cy="288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5656684" y="5828006"/>
            <a:ext cx="61104" cy="273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5717788" y="5830742"/>
            <a:ext cx="61105" cy="259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5778893" y="5833337"/>
            <a:ext cx="61105" cy="246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5839998" y="5835799"/>
            <a:ext cx="61105" cy="233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5901103" y="5838138"/>
            <a:ext cx="61105" cy="222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5962208" y="5840361"/>
            <a:ext cx="61104" cy="211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6023312" y="5842475"/>
            <a:ext cx="61105" cy="201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6084417" y="5844487"/>
            <a:ext cx="61105" cy="191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6145522" y="5846402"/>
            <a:ext cx="61105" cy="182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6206627" y="5848227"/>
            <a:ext cx="61104" cy="174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6267731" y="5849967"/>
            <a:ext cx="61105" cy="165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6328836" y="5851626"/>
            <a:ext cx="61105" cy="158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6389941" y="5853210"/>
            <a:ext cx="61105" cy="151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6451046" y="5854722"/>
            <a:ext cx="61105" cy="144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6512151" y="5856167"/>
            <a:ext cx="61104" cy="138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6573255" y="5857548"/>
            <a:ext cx="61105" cy="132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6634360" y="5858868"/>
            <a:ext cx="61105" cy="126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6695465" y="5860132"/>
            <a:ext cx="61105" cy="120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6756570" y="5861341"/>
            <a:ext cx="61104" cy="115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6817674" y="5862500"/>
            <a:ext cx="61105" cy="111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6878779" y="5863610"/>
            <a:ext cx="61105" cy="106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6939884" y="5864674"/>
            <a:ext cx="61105" cy="102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7000989" y="5865694"/>
            <a:ext cx="61105" cy="97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7062094" y="5866673"/>
            <a:ext cx="61104" cy="94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7123198" y="5867613"/>
            <a:ext cx="61105" cy="90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7184303" y="5868515"/>
            <a:ext cx="61105" cy="86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7245408" y="5869382"/>
            <a:ext cx="61105" cy="83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7306513" y="5870215"/>
            <a:ext cx="61104" cy="80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7367617" y="5871016"/>
            <a:ext cx="61105" cy="77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7428722" y="5871786"/>
            <a:ext cx="61105" cy="74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7489827" y="5872528"/>
            <a:ext cx="61105" cy="71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7550932" y="5873241"/>
            <a:ext cx="61105" cy="68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7612037" y="5873928"/>
            <a:ext cx="61104" cy="6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7673141" y="5874589"/>
            <a:ext cx="61105" cy="63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7734246" y="5875227"/>
            <a:ext cx="61105" cy="61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7795351" y="5875841"/>
            <a:ext cx="61105" cy="59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7856456" y="5876433"/>
            <a:ext cx="61105" cy="57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7917561" y="5877004"/>
            <a:ext cx="61104" cy="55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7978665" y="5877556"/>
            <a:ext cx="61105" cy="53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8039770" y="5878088"/>
            <a:ext cx="61105" cy="51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8100875" y="5878601"/>
            <a:ext cx="61105" cy="49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8161980" y="5879097"/>
            <a:ext cx="61104" cy="47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8223084" y="5879576"/>
            <a:ext cx="61105" cy="46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8284189" y="5880039"/>
            <a:ext cx="61105" cy="44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8345294" y="5880486"/>
            <a:ext cx="61105" cy="43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8406399" y="5880919"/>
            <a:ext cx="61105" cy="4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8467504" y="5881337"/>
            <a:ext cx="61104" cy="40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8528608" y="5881742"/>
            <a:ext cx="61105" cy="39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8589713" y="5882134"/>
            <a:ext cx="61105" cy="37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8650818" y="5882513"/>
            <a:ext cx="61105" cy="36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8711923" y="5882880"/>
            <a:ext cx="61104" cy="35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8773027" y="5883235"/>
            <a:ext cx="61105" cy="34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8834132" y="5883579"/>
            <a:ext cx="61105" cy="33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8895237" y="5883913"/>
            <a:ext cx="61105" cy="32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8956342" y="5884236"/>
            <a:ext cx="61105" cy="31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9017447" y="5884549"/>
            <a:ext cx="61104" cy="30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9078551" y="5884853"/>
            <a:ext cx="61105" cy="29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9139656" y="5885148"/>
            <a:ext cx="61105" cy="28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9200761" y="5885434"/>
            <a:ext cx="61105" cy="27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9261866" y="5885711"/>
            <a:ext cx="61104" cy="26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9322970" y="5885980"/>
            <a:ext cx="61105" cy="26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9384075" y="5886242"/>
            <a:ext cx="61105" cy="25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9445180" y="5886495"/>
            <a:ext cx="61105" cy="24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9506285" y="5886742"/>
            <a:ext cx="61105" cy="23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9567390" y="5886981"/>
            <a:ext cx="61104" cy="23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9628494" y="5887214"/>
            <a:ext cx="61105" cy="22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9689599" y="5887439"/>
            <a:ext cx="61105" cy="22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9750704" y="5887659"/>
            <a:ext cx="61105" cy="21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9811809" y="5887873"/>
            <a:ext cx="61104" cy="20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9872913" y="5888080"/>
            <a:ext cx="61105" cy="20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9934018" y="5888282"/>
            <a:ext cx="61105" cy="19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9995123" y="5888478"/>
            <a:ext cx="61105" cy="1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10056228" y="5888669"/>
            <a:ext cx="61105" cy="18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10117333" y="5888855"/>
            <a:ext cx="61104" cy="18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10178437" y="5889036"/>
            <a:ext cx="61105" cy="17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10239542" y="5889212"/>
            <a:ext cx="61105" cy="17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10300647" y="5889384"/>
            <a:ext cx="61105" cy="16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10361752" y="5889551"/>
            <a:ext cx="61104" cy="16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10422856" y="5889714"/>
            <a:ext cx="61105" cy="15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10483961" y="5889872"/>
            <a:ext cx="61105" cy="15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10545066" y="5890026"/>
            <a:ext cx="61105" cy="15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10606171" y="5890177"/>
            <a:ext cx="61105" cy="14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10667276" y="5890323"/>
            <a:ext cx="61104" cy="14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10728380" y="5890466"/>
            <a:ext cx="61105" cy="14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10789485" y="5890606"/>
            <a:ext cx="61105" cy="13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10850590" y="5890741"/>
            <a:ext cx="61105" cy="13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10911695" y="5890874"/>
            <a:ext cx="61105" cy="12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electric-field falloff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As distance increases, the same electric effect spreads over a larger region.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line charge: E is proportional to 1/r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point charge: E is proportional to 1/r^2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dipole far away: E is proportional to 1/r^3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At large r, 1/r^3 decreases fastest and 1/r decreases slowest.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Parabola: y = x^2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Squaring gives the same y-value for +x and -x.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1"/>
            <a:ext cx="1463040" cy="51206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627631"/>
            <a:ext cx="13898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1627631"/>
            <a:ext cx="822960" cy="51206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3976" y="1627631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627631"/>
            <a:ext cx="822960" cy="51206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1627631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1627631"/>
            <a:ext cx="822960" cy="51206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9896" y="1627631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1627631"/>
            <a:ext cx="822960" cy="51206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627631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1627631"/>
            <a:ext cx="822960" cy="512064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85816" y="1627631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139696"/>
            <a:ext cx="1463040" cy="51206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139696"/>
            <a:ext cx="13898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y=x^2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2139696"/>
            <a:ext cx="822960" cy="51206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3976" y="2139696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2139696"/>
            <a:ext cx="822960" cy="51206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16936" y="2139696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139696"/>
            <a:ext cx="822960" cy="51206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9896" y="2139696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2139696"/>
            <a:ext cx="822960" cy="51206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2139696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2139696"/>
            <a:ext cx="822960" cy="512064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5816" y="2139696"/>
            <a:ext cx="749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0" y="5009605"/>
            <a:ext cx="42062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61120" y="132588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899648" y="5055325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13258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252335" y="1361853"/>
            <a:ext cx="26289" cy="1113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278624" y="1473229"/>
            <a:ext cx="26289" cy="1096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304913" y="1582877"/>
            <a:ext cx="26289" cy="1079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31202" y="1690799"/>
            <a:ext cx="26289" cy="1061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57491" y="1796993"/>
            <a:ext cx="26288" cy="1044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83779" y="1901462"/>
            <a:ext cx="26290" cy="1027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410069" y="2004203"/>
            <a:ext cx="26289" cy="1010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436358" y="2105218"/>
            <a:ext cx="26288" cy="992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62646" y="2204506"/>
            <a:ext cx="26290" cy="975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88936" y="2302067"/>
            <a:ext cx="26289" cy="958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515225" y="2397901"/>
            <a:ext cx="26289" cy="941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541514" y="2492009"/>
            <a:ext cx="26288" cy="923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567802" y="2584390"/>
            <a:ext cx="26290" cy="906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594092" y="2675044"/>
            <a:ext cx="26289" cy="889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20381" y="2763971"/>
            <a:ext cx="26289" cy="872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46670" y="2851172"/>
            <a:ext cx="26288" cy="854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672958" y="2936646"/>
            <a:ext cx="26290" cy="837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699248" y="3020393"/>
            <a:ext cx="26289" cy="820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25537" y="3102414"/>
            <a:ext cx="26288" cy="802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51825" y="3182707"/>
            <a:ext cx="26290" cy="785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778115" y="3261274"/>
            <a:ext cx="26289" cy="768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804404" y="3338115"/>
            <a:ext cx="26289" cy="751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830693" y="3413228"/>
            <a:ext cx="26288" cy="733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856981" y="3486615"/>
            <a:ext cx="26290" cy="716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883271" y="3558275"/>
            <a:ext cx="26289" cy="699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909560" y="3628208"/>
            <a:ext cx="26289" cy="682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935849" y="3696415"/>
            <a:ext cx="26289" cy="664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962138" y="3762894"/>
            <a:ext cx="26289" cy="647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988427" y="3827647"/>
            <a:ext cx="26289" cy="630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014716" y="3890674"/>
            <a:ext cx="26288" cy="612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041004" y="3951973"/>
            <a:ext cx="26290" cy="595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067294" y="4011546"/>
            <a:ext cx="26289" cy="578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093583" y="4069392"/>
            <a:ext cx="26288" cy="561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119871" y="4125511"/>
            <a:ext cx="26290" cy="543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146161" y="4179904"/>
            <a:ext cx="26289" cy="526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172450" y="4232569"/>
            <a:ext cx="26289" cy="509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198739" y="4283508"/>
            <a:ext cx="26288" cy="492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225027" y="4332721"/>
            <a:ext cx="26290" cy="474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251317" y="4380206"/>
            <a:ext cx="26289" cy="457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277606" y="4425965"/>
            <a:ext cx="26289" cy="440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303895" y="4469997"/>
            <a:ext cx="26288" cy="423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330183" y="4512302"/>
            <a:ext cx="26290" cy="405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356473" y="4552881"/>
            <a:ext cx="26289" cy="388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382762" y="4591733"/>
            <a:ext cx="26289" cy="371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409051" y="4628858"/>
            <a:ext cx="26289" cy="353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435340" y="4664256"/>
            <a:ext cx="26289" cy="336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461629" y="4697927"/>
            <a:ext cx="26289" cy="319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487918" y="4729872"/>
            <a:ext cx="26289" cy="302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514207" y="4760090"/>
            <a:ext cx="26289" cy="284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540496" y="4788582"/>
            <a:ext cx="26289" cy="267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66785" y="4815346"/>
            <a:ext cx="26289" cy="250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593074" y="4840384"/>
            <a:ext cx="26289" cy="233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619363" y="4863695"/>
            <a:ext cx="26289" cy="215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645652" y="4885279"/>
            <a:ext cx="26289" cy="198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71941" y="4905137"/>
            <a:ext cx="26289" cy="181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98230" y="4923268"/>
            <a:ext cx="26289" cy="164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24519" y="4939672"/>
            <a:ext cx="26289" cy="146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50808" y="4954349"/>
            <a:ext cx="26289" cy="129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7097" y="4967300"/>
            <a:ext cx="26289" cy="112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03386" y="4978524"/>
            <a:ext cx="26289" cy="94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829675" y="4988021"/>
            <a:ext cx="26289" cy="77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855964" y="4995791"/>
            <a:ext cx="26289" cy="60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82253" y="5001835"/>
            <a:ext cx="26289" cy="43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08542" y="5006152"/>
            <a:ext cx="26289" cy="25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934831" y="5008742"/>
            <a:ext cx="26289" cy="8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961120" y="5008742"/>
            <a:ext cx="26289" cy="8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987409" y="5006152"/>
            <a:ext cx="26289" cy="25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013698" y="5001835"/>
            <a:ext cx="26289" cy="43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039987" y="4995791"/>
            <a:ext cx="26289" cy="60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066276" y="4988021"/>
            <a:ext cx="26289" cy="77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092565" y="4978524"/>
            <a:ext cx="26289" cy="94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118854" y="4967300"/>
            <a:ext cx="26289" cy="112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145143" y="4954349"/>
            <a:ext cx="26289" cy="129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171432" y="4939672"/>
            <a:ext cx="26289" cy="146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197721" y="4923268"/>
            <a:ext cx="26289" cy="164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224010" y="4905137"/>
            <a:ext cx="26289" cy="181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250299" y="4885279"/>
            <a:ext cx="26289" cy="198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276588" y="4863695"/>
            <a:ext cx="26289" cy="215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302877" y="4840384"/>
            <a:ext cx="26289" cy="233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329166" y="4815346"/>
            <a:ext cx="26289" cy="250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355455" y="4788582"/>
            <a:ext cx="26289" cy="267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381744" y="4760090"/>
            <a:ext cx="26289" cy="284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408033" y="4729872"/>
            <a:ext cx="26289" cy="302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434322" y="4697927"/>
            <a:ext cx="26289" cy="319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460611" y="4664256"/>
            <a:ext cx="26289" cy="336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486900" y="4628858"/>
            <a:ext cx="26289" cy="353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513189" y="4591733"/>
            <a:ext cx="26289" cy="371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539478" y="4552881"/>
            <a:ext cx="26289" cy="388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565767" y="4512302"/>
            <a:ext cx="26289" cy="405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592056" y="4469997"/>
            <a:ext cx="26288" cy="423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618344" y="4425965"/>
            <a:ext cx="26290" cy="440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644634" y="4380206"/>
            <a:ext cx="26289" cy="457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670923" y="4332721"/>
            <a:ext cx="26289" cy="474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697212" y="4283508"/>
            <a:ext cx="26289" cy="492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723501" y="4232569"/>
            <a:ext cx="26289" cy="509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749790" y="4179904"/>
            <a:ext cx="26289" cy="526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776079" y="4125511"/>
            <a:ext cx="26289" cy="543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802368" y="4069392"/>
            <a:ext cx="26289" cy="561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828657" y="4011546"/>
            <a:ext cx="26289" cy="578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854946" y="3951973"/>
            <a:ext cx="26289" cy="595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881235" y="3890674"/>
            <a:ext cx="26289" cy="612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907524" y="3827647"/>
            <a:ext cx="26289" cy="630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933813" y="3762894"/>
            <a:ext cx="26289" cy="647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960102" y="3696415"/>
            <a:ext cx="26289" cy="664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986391" y="3628208"/>
            <a:ext cx="26289" cy="682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012680" y="3558275"/>
            <a:ext cx="26289" cy="699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038969" y="3486615"/>
            <a:ext cx="26289" cy="716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065258" y="3413228"/>
            <a:ext cx="26289" cy="733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091547" y="3338115"/>
            <a:ext cx="26289" cy="751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117836" y="3261274"/>
            <a:ext cx="26289" cy="768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144125" y="3182707"/>
            <a:ext cx="26288" cy="785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170413" y="3102414"/>
            <a:ext cx="26290" cy="802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196703" y="3020393"/>
            <a:ext cx="26289" cy="820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222992" y="2936646"/>
            <a:ext cx="26289" cy="837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249281" y="2851172"/>
            <a:ext cx="26288" cy="854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0275569" y="2763971"/>
            <a:ext cx="26290" cy="872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0301859" y="2675044"/>
            <a:ext cx="26289" cy="889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328148" y="2584390"/>
            <a:ext cx="26289" cy="906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354437" y="2492009"/>
            <a:ext cx="26289" cy="923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380726" y="2397901"/>
            <a:ext cx="26289" cy="941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407015" y="2302067"/>
            <a:ext cx="26289" cy="958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433304" y="2204506"/>
            <a:ext cx="26289" cy="975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459593" y="2105218"/>
            <a:ext cx="26289" cy="992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485882" y="2004203"/>
            <a:ext cx="26289" cy="1010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512171" y="1901462"/>
            <a:ext cx="26288" cy="1027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538459" y="1796993"/>
            <a:ext cx="26290" cy="1044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564749" y="1690799"/>
            <a:ext cx="26289" cy="1061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591038" y="1582877"/>
            <a:ext cx="26288" cy="1079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617326" y="1473229"/>
            <a:ext cx="26290" cy="1096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643616" y="1361853"/>
            <a:ext cx="26289" cy="1113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a parabola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 general vertical parabola is y=a(x-h)^2+k.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vertex=(h,k)     axis of symmetry: x=h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a&gt;0: opens upward     a&lt;0: opens downward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larger |a| makes the parabola narrower; a smaller |a| makes it wider.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Find the vertex first, then calculate symmetric points on both sides.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Draw y = x^2 - 4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Find the vertex and x-intercepts of y=x^2-4, then sketch the graph.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Vertex: x=0 gives y=-4, so vertex=(0,-4)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For x-intercepts: x^2-4=0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Step 3:  x=+2 or x=-2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Cuts x-axis at (-2,0) and (2,0).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3840479"/>
            <a:ext cx="46634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3252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99648" y="3886199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2801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08851" y="1320393"/>
            <a:ext cx="29146" cy="1197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37997" y="1440179"/>
            <a:ext cx="29147" cy="1179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67144" y="1558137"/>
            <a:ext cx="29146" cy="1161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96290" y="1674266"/>
            <a:ext cx="29147" cy="1143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25437" y="1788566"/>
            <a:ext cx="29146" cy="1124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54583" y="1901037"/>
            <a:ext cx="29147" cy="1106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83730" y="2011679"/>
            <a:ext cx="29146" cy="1088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12876" y="2120493"/>
            <a:ext cx="29147" cy="1069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42023" y="2227478"/>
            <a:ext cx="29146" cy="1051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71169" y="2332634"/>
            <a:ext cx="29147" cy="1033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00316" y="2435961"/>
            <a:ext cx="29146" cy="1014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29462" y="2537459"/>
            <a:ext cx="29146" cy="996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58608" y="2637129"/>
            <a:ext cx="29147" cy="978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87755" y="2734970"/>
            <a:ext cx="29147" cy="960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216902" y="2830982"/>
            <a:ext cx="29146" cy="941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246048" y="2925165"/>
            <a:ext cx="29147" cy="923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75195" y="3017519"/>
            <a:ext cx="29146" cy="905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04341" y="3108045"/>
            <a:ext cx="29147" cy="886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333488" y="3196742"/>
            <a:ext cx="29146" cy="868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62634" y="3283610"/>
            <a:ext cx="29147" cy="850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391781" y="3368649"/>
            <a:ext cx="29146" cy="832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20927" y="3451859"/>
            <a:ext cx="29146" cy="813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50073" y="3533241"/>
            <a:ext cx="29147" cy="79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479220" y="3612794"/>
            <a:ext cx="29147" cy="777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08367" y="3690518"/>
            <a:ext cx="29146" cy="758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37513" y="3766413"/>
            <a:ext cx="29147" cy="740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566660" y="3840479"/>
            <a:ext cx="29146" cy="722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95806" y="3912717"/>
            <a:ext cx="29146" cy="704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624952" y="3983126"/>
            <a:ext cx="29147" cy="685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4099" y="4051706"/>
            <a:ext cx="29147" cy="667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83246" y="4118457"/>
            <a:ext cx="29146" cy="649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12392" y="4183379"/>
            <a:ext cx="29147" cy="630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41539" y="4246473"/>
            <a:ext cx="29146" cy="612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770685" y="4307738"/>
            <a:ext cx="29146" cy="594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799831" y="4367174"/>
            <a:ext cx="29147" cy="576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28978" y="4424781"/>
            <a:ext cx="29147" cy="557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58125" y="4480559"/>
            <a:ext cx="29146" cy="539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87271" y="4534509"/>
            <a:ext cx="29147" cy="521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916418" y="4586630"/>
            <a:ext cx="29146" cy="502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45564" y="4636922"/>
            <a:ext cx="29147" cy="484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974711" y="4685385"/>
            <a:ext cx="29146" cy="466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003857" y="4732019"/>
            <a:ext cx="29147" cy="448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033004" y="4776825"/>
            <a:ext cx="29146" cy="429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062150" y="4819802"/>
            <a:ext cx="29146" cy="411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091296" y="4860950"/>
            <a:ext cx="29147" cy="393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120443" y="4900269"/>
            <a:ext cx="29147" cy="374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149590" y="4937759"/>
            <a:ext cx="29146" cy="356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178736" y="4973421"/>
            <a:ext cx="29147" cy="338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07883" y="5007254"/>
            <a:ext cx="29146" cy="320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237029" y="5039258"/>
            <a:ext cx="29146" cy="301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266175" y="5069433"/>
            <a:ext cx="29147" cy="283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295322" y="5097779"/>
            <a:ext cx="29147" cy="265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324469" y="5124297"/>
            <a:ext cx="29146" cy="246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353615" y="5148986"/>
            <a:ext cx="29147" cy="228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382762" y="5171846"/>
            <a:ext cx="29146" cy="210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411908" y="5192877"/>
            <a:ext cx="29147" cy="192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441055" y="5212079"/>
            <a:ext cx="29146" cy="173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470201" y="5229453"/>
            <a:ext cx="29147" cy="155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499348" y="5244998"/>
            <a:ext cx="29146" cy="137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528494" y="5258714"/>
            <a:ext cx="29147" cy="118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557641" y="5270601"/>
            <a:ext cx="29146" cy="100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586787" y="5280659"/>
            <a:ext cx="29147" cy="82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615934" y="5288889"/>
            <a:ext cx="29146" cy="64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645080" y="5295290"/>
            <a:ext cx="29147" cy="45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674227" y="5299862"/>
            <a:ext cx="29146" cy="27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703373" y="5302605"/>
            <a:ext cx="29147" cy="9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732520" y="5302605"/>
            <a:ext cx="29146" cy="9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761666" y="5299862"/>
            <a:ext cx="29147" cy="27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790813" y="5295290"/>
            <a:ext cx="29146" cy="45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819959" y="5288889"/>
            <a:ext cx="29147" cy="64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849106" y="5280659"/>
            <a:ext cx="29146" cy="82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878252" y="5270601"/>
            <a:ext cx="29147" cy="100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907399" y="5258714"/>
            <a:ext cx="29146" cy="118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936545" y="5244998"/>
            <a:ext cx="29147" cy="137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965692" y="5229453"/>
            <a:ext cx="29146" cy="155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994838" y="5212079"/>
            <a:ext cx="29147" cy="173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9023985" y="5192877"/>
            <a:ext cx="29146" cy="192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9053131" y="5171846"/>
            <a:ext cx="29147" cy="210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9082278" y="5148986"/>
            <a:ext cx="29146" cy="228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9111424" y="5124297"/>
            <a:ext cx="29147" cy="246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9140571" y="5097779"/>
            <a:ext cx="29146" cy="265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169717" y="5069433"/>
            <a:ext cx="29146" cy="283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198863" y="5039258"/>
            <a:ext cx="29147" cy="301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228010" y="5007254"/>
            <a:ext cx="29147" cy="320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57157" y="4973421"/>
            <a:ext cx="29146" cy="338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286303" y="4937759"/>
            <a:ext cx="29147" cy="356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315450" y="4900269"/>
            <a:ext cx="29146" cy="374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344596" y="4860950"/>
            <a:ext cx="29146" cy="393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373742" y="4819802"/>
            <a:ext cx="29147" cy="411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402889" y="4776825"/>
            <a:ext cx="29147" cy="429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432036" y="4732019"/>
            <a:ext cx="29146" cy="448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461182" y="4685385"/>
            <a:ext cx="29147" cy="466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490329" y="4636922"/>
            <a:ext cx="29146" cy="484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519475" y="4586630"/>
            <a:ext cx="29147" cy="502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548622" y="4534509"/>
            <a:ext cx="29146" cy="521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577768" y="4480559"/>
            <a:ext cx="29147" cy="539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606915" y="4424781"/>
            <a:ext cx="29146" cy="557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636061" y="4367174"/>
            <a:ext cx="29147" cy="576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665208" y="4307738"/>
            <a:ext cx="29146" cy="594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694354" y="4246473"/>
            <a:ext cx="29147" cy="612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723501" y="4183379"/>
            <a:ext cx="29146" cy="630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752647" y="4118457"/>
            <a:ext cx="29147" cy="649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781794" y="4051706"/>
            <a:ext cx="29146" cy="667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810940" y="3983126"/>
            <a:ext cx="29147" cy="685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840087" y="3912717"/>
            <a:ext cx="29146" cy="704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869233" y="3840479"/>
            <a:ext cx="29147" cy="722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898380" y="3766413"/>
            <a:ext cx="29146" cy="740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927526" y="3690518"/>
            <a:ext cx="29147" cy="758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956673" y="3612794"/>
            <a:ext cx="29146" cy="777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985819" y="3533241"/>
            <a:ext cx="29147" cy="79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0014966" y="3451859"/>
            <a:ext cx="29146" cy="813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0044112" y="3368649"/>
            <a:ext cx="29147" cy="832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0073259" y="3283610"/>
            <a:ext cx="29146" cy="850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0102405" y="3196742"/>
            <a:ext cx="29147" cy="868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0131552" y="3108045"/>
            <a:ext cx="29146" cy="886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0160698" y="3017519"/>
            <a:ext cx="29147" cy="905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0189845" y="2925165"/>
            <a:ext cx="29146" cy="923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0218991" y="2830982"/>
            <a:ext cx="29147" cy="941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0248138" y="2734970"/>
            <a:ext cx="29146" cy="960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0277284" y="2637129"/>
            <a:ext cx="29147" cy="978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0306431" y="2537459"/>
            <a:ext cx="29146" cy="996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0335577" y="2435961"/>
            <a:ext cx="29147" cy="1014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0364724" y="2332634"/>
            <a:ext cx="29146" cy="1033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393870" y="2227478"/>
            <a:ext cx="29147" cy="1051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423017" y="2120493"/>
            <a:ext cx="29146" cy="1069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452163" y="2011679"/>
            <a:ext cx="29146" cy="1088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481309" y="1901037"/>
            <a:ext cx="29147" cy="1106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510456" y="1788566"/>
            <a:ext cx="29147" cy="1124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539603" y="1674266"/>
            <a:ext cx="29146" cy="1143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568749" y="1558137"/>
            <a:ext cx="29147" cy="1161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597896" y="1440179"/>
            <a:ext cx="29146" cy="1179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627042" y="1320393"/>
            <a:ext cx="29146" cy="1197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Vertical shifts of y=x^2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Gold: y=x^2     Teal: y=x^2+4     Red: y=x^2-4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4286250"/>
            <a:ext cx="98755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35040" y="160020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8208" y="433197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160020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6554" y="1621016"/>
            <a:ext cx="61722" cy="839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08276" y="1704955"/>
            <a:ext cx="61722" cy="825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69998" y="1787551"/>
            <a:ext cx="61722" cy="812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1868805"/>
            <a:ext cx="61721" cy="799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93441" y="1948714"/>
            <a:ext cx="61723" cy="785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55164" y="2027281"/>
            <a:ext cx="61722" cy="772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16886" y="2104505"/>
            <a:ext cx="61722" cy="758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78608" y="2180386"/>
            <a:ext cx="61722" cy="745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40330" y="2254924"/>
            <a:ext cx="61722" cy="731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02052" y="2328119"/>
            <a:ext cx="61722" cy="718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63774" y="2399971"/>
            <a:ext cx="61722" cy="705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25496" y="2470480"/>
            <a:ext cx="61722" cy="691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87218" y="2539645"/>
            <a:ext cx="61722" cy="678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48940" y="2607468"/>
            <a:ext cx="61721" cy="664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10661" y="2673948"/>
            <a:ext cx="61723" cy="651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072384" y="2739085"/>
            <a:ext cx="61722" cy="637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134106" y="2802878"/>
            <a:ext cx="61722" cy="624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195828" y="2865329"/>
            <a:ext cx="61722" cy="611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257550" y="2926437"/>
            <a:ext cx="61722" cy="597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319272" y="2986201"/>
            <a:ext cx="61722" cy="584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380994" y="3044623"/>
            <a:ext cx="61721" cy="570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442715" y="3101701"/>
            <a:ext cx="61723" cy="557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504438" y="3157437"/>
            <a:ext cx="61722" cy="543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66160" y="3211830"/>
            <a:ext cx="61722" cy="530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7882" y="3264879"/>
            <a:ext cx="61722" cy="517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604" y="3316585"/>
            <a:ext cx="61722" cy="503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1326" y="3366949"/>
            <a:ext cx="61722" cy="490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13048" y="3415969"/>
            <a:ext cx="61722" cy="476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74770" y="3463647"/>
            <a:ext cx="61721" cy="463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36491" y="3509981"/>
            <a:ext cx="61723" cy="449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98214" y="3554972"/>
            <a:ext cx="61722" cy="436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59936" y="3598621"/>
            <a:ext cx="61722" cy="423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21658" y="3640926"/>
            <a:ext cx="61722" cy="409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183380" y="3681888"/>
            <a:ext cx="61722" cy="396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245102" y="3721507"/>
            <a:ext cx="61722" cy="382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306824" y="3759784"/>
            <a:ext cx="61722" cy="369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368546" y="3796717"/>
            <a:ext cx="61722" cy="355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430268" y="3832307"/>
            <a:ext cx="61722" cy="342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491990" y="3866554"/>
            <a:ext cx="61722" cy="329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553712" y="3899458"/>
            <a:ext cx="61722" cy="315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615434" y="3931019"/>
            <a:ext cx="61722" cy="302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677156" y="3961237"/>
            <a:ext cx="61722" cy="288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738878" y="3990112"/>
            <a:ext cx="61722" cy="275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800600" y="4017645"/>
            <a:ext cx="61722" cy="261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862322" y="4043833"/>
            <a:ext cx="61722" cy="248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924044" y="4068679"/>
            <a:ext cx="61722" cy="235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985766" y="4092182"/>
            <a:ext cx="61722" cy="221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047488" y="4114342"/>
            <a:ext cx="61722" cy="208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109210" y="4135159"/>
            <a:ext cx="61722" cy="194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170932" y="4154633"/>
            <a:ext cx="61722" cy="181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232654" y="4172764"/>
            <a:ext cx="61722" cy="167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294376" y="4189552"/>
            <a:ext cx="61722" cy="154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356098" y="4204996"/>
            <a:ext cx="61722" cy="141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417820" y="4219098"/>
            <a:ext cx="61722" cy="127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479542" y="4231857"/>
            <a:ext cx="61722" cy="114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541264" y="4243273"/>
            <a:ext cx="61722" cy="100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602986" y="4253345"/>
            <a:ext cx="61722" cy="87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664708" y="4262075"/>
            <a:ext cx="61722" cy="73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726430" y="4269462"/>
            <a:ext cx="61722" cy="60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88152" y="4275505"/>
            <a:ext cx="61722" cy="47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849874" y="4280206"/>
            <a:ext cx="61722" cy="33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911596" y="4283563"/>
            <a:ext cx="61722" cy="20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973318" y="4285578"/>
            <a:ext cx="61722" cy="6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035040" y="4285578"/>
            <a:ext cx="61722" cy="6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096762" y="4283563"/>
            <a:ext cx="61722" cy="20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158484" y="4280206"/>
            <a:ext cx="61722" cy="33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220206" y="4275505"/>
            <a:ext cx="61722" cy="47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281928" y="4269462"/>
            <a:ext cx="61722" cy="60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343650" y="4262075"/>
            <a:ext cx="61722" cy="73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405372" y="4253345"/>
            <a:ext cx="61722" cy="87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467094" y="4243273"/>
            <a:ext cx="61722" cy="100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528816" y="4231857"/>
            <a:ext cx="61722" cy="114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590538" y="4219098"/>
            <a:ext cx="61722" cy="127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652260" y="4204996"/>
            <a:ext cx="61722" cy="141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713982" y="4189552"/>
            <a:ext cx="61722" cy="154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775704" y="4172764"/>
            <a:ext cx="61722" cy="167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837426" y="4154633"/>
            <a:ext cx="61722" cy="181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899148" y="4135159"/>
            <a:ext cx="61722" cy="194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960870" y="4114342"/>
            <a:ext cx="61722" cy="208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022592" y="4092182"/>
            <a:ext cx="61722" cy="221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084314" y="4068679"/>
            <a:ext cx="61722" cy="235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146036" y="4043833"/>
            <a:ext cx="61722" cy="248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207758" y="4017645"/>
            <a:ext cx="61722" cy="261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7269480" y="3990112"/>
            <a:ext cx="61722" cy="275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7331202" y="3961237"/>
            <a:ext cx="61721" cy="288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7392923" y="3931019"/>
            <a:ext cx="61723" cy="302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454646" y="3899458"/>
            <a:ext cx="61722" cy="315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516368" y="3866554"/>
            <a:ext cx="61722" cy="329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578090" y="3832307"/>
            <a:ext cx="61722" cy="342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639812" y="3796717"/>
            <a:ext cx="61721" cy="355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701533" y="3759784"/>
            <a:ext cx="61723" cy="369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763256" y="3721507"/>
            <a:ext cx="61722" cy="382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824978" y="3681888"/>
            <a:ext cx="61722" cy="396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886700" y="3640926"/>
            <a:ext cx="61722" cy="409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948422" y="3598621"/>
            <a:ext cx="61722" cy="423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010144" y="3554972"/>
            <a:ext cx="61722" cy="436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071866" y="3509981"/>
            <a:ext cx="61722" cy="449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8133588" y="3463647"/>
            <a:ext cx="61722" cy="463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195310" y="3415969"/>
            <a:ext cx="61721" cy="476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8257031" y="3366949"/>
            <a:ext cx="61723" cy="490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318754" y="3316585"/>
            <a:ext cx="61722" cy="503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380476" y="3264879"/>
            <a:ext cx="61722" cy="517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442198" y="3211830"/>
            <a:ext cx="61722" cy="530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8503920" y="3157437"/>
            <a:ext cx="61722" cy="543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565642" y="3101701"/>
            <a:ext cx="61721" cy="557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627363" y="3044623"/>
            <a:ext cx="61723" cy="570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689086" y="2986201"/>
            <a:ext cx="61722" cy="584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750808" y="2926437"/>
            <a:ext cx="61722" cy="597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812530" y="2865329"/>
            <a:ext cx="61722" cy="611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874252" y="2802878"/>
            <a:ext cx="61722" cy="624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8935974" y="2739085"/>
            <a:ext cx="61722" cy="637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997696" y="2673948"/>
            <a:ext cx="61722" cy="651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059418" y="2607468"/>
            <a:ext cx="61722" cy="664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121140" y="2539645"/>
            <a:ext cx="61722" cy="678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182862" y="2470480"/>
            <a:ext cx="61722" cy="691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244584" y="2399971"/>
            <a:ext cx="61722" cy="705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306306" y="2328119"/>
            <a:ext cx="61722" cy="718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368028" y="2254924"/>
            <a:ext cx="61722" cy="731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429750" y="2180386"/>
            <a:ext cx="61722" cy="745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491472" y="2104505"/>
            <a:ext cx="61722" cy="758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553194" y="2027281"/>
            <a:ext cx="61722" cy="772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614916" y="1948714"/>
            <a:ext cx="61722" cy="785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676638" y="1868805"/>
            <a:ext cx="61722" cy="799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738360" y="1787551"/>
            <a:ext cx="61722" cy="812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800082" y="1704955"/>
            <a:ext cx="61722" cy="825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861804" y="1621016"/>
            <a:ext cx="61722" cy="839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3072384" y="1664665"/>
            <a:ext cx="61722" cy="637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3134106" y="1728458"/>
            <a:ext cx="61722" cy="624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3195828" y="1790909"/>
            <a:ext cx="61722" cy="611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257550" y="1852017"/>
            <a:ext cx="61722" cy="597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3319272" y="1911781"/>
            <a:ext cx="61722" cy="584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3380994" y="1970203"/>
            <a:ext cx="61721" cy="570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442715" y="2027281"/>
            <a:ext cx="61723" cy="557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504438" y="2083017"/>
            <a:ext cx="61722" cy="543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566160" y="2137410"/>
            <a:ext cx="61722" cy="530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627882" y="2190459"/>
            <a:ext cx="61722" cy="517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689604" y="2242165"/>
            <a:ext cx="61722" cy="503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751326" y="2292529"/>
            <a:ext cx="61722" cy="490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813048" y="2341549"/>
            <a:ext cx="61722" cy="476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874770" y="2389227"/>
            <a:ext cx="61721" cy="463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936491" y="2435561"/>
            <a:ext cx="61723" cy="449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998214" y="2480552"/>
            <a:ext cx="61722" cy="436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059936" y="2524201"/>
            <a:ext cx="61722" cy="423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121658" y="2566506"/>
            <a:ext cx="61722" cy="409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83380" y="2607468"/>
            <a:ext cx="61722" cy="396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45102" y="2647087"/>
            <a:ext cx="61722" cy="382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06824" y="2685364"/>
            <a:ext cx="61722" cy="369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368546" y="2722297"/>
            <a:ext cx="61722" cy="355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30268" y="2757887"/>
            <a:ext cx="61722" cy="342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491990" y="2792134"/>
            <a:ext cx="61722" cy="329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553712" y="2825038"/>
            <a:ext cx="61722" cy="315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615434" y="2856599"/>
            <a:ext cx="61722" cy="302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677156" y="2886817"/>
            <a:ext cx="61722" cy="288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4738878" y="2915692"/>
            <a:ext cx="61722" cy="275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4800600" y="2943225"/>
            <a:ext cx="61722" cy="261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4862322" y="2969413"/>
            <a:ext cx="61722" cy="248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4924044" y="2994259"/>
            <a:ext cx="61722" cy="235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4985766" y="3017762"/>
            <a:ext cx="61722" cy="221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5047488" y="3039922"/>
            <a:ext cx="61722" cy="208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5109210" y="3060739"/>
            <a:ext cx="61722" cy="194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5170932" y="3080213"/>
            <a:ext cx="61722" cy="181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5232654" y="3098344"/>
            <a:ext cx="61722" cy="167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5294376" y="3115132"/>
            <a:ext cx="61722" cy="154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5356098" y="3130576"/>
            <a:ext cx="61722" cy="141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5417820" y="3144678"/>
            <a:ext cx="61722" cy="127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5479542" y="3157437"/>
            <a:ext cx="61722" cy="114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5541264" y="3168853"/>
            <a:ext cx="61722" cy="100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602986" y="3178925"/>
            <a:ext cx="61722" cy="87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5664708" y="3187655"/>
            <a:ext cx="61722" cy="73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726430" y="3195042"/>
            <a:ext cx="61722" cy="60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5788152" y="3201085"/>
            <a:ext cx="61722" cy="47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5849874" y="3205786"/>
            <a:ext cx="61722" cy="33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5911596" y="3209143"/>
            <a:ext cx="61722" cy="20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5973318" y="3211158"/>
            <a:ext cx="61722" cy="6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035040" y="3211158"/>
            <a:ext cx="61722" cy="6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096762" y="3209143"/>
            <a:ext cx="61722" cy="20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6158484" y="3205786"/>
            <a:ext cx="61722" cy="33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6220206" y="3201085"/>
            <a:ext cx="61722" cy="47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6281928" y="3195042"/>
            <a:ext cx="61722" cy="60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343650" y="3187655"/>
            <a:ext cx="61722" cy="73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6405372" y="3178925"/>
            <a:ext cx="61722" cy="87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467094" y="3168853"/>
            <a:ext cx="61722" cy="100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6528816" y="3157437"/>
            <a:ext cx="61722" cy="114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590538" y="3144678"/>
            <a:ext cx="61722" cy="127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652260" y="3130576"/>
            <a:ext cx="61722" cy="141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713982" y="3115132"/>
            <a:ext cx="61722" cy="154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775704" y="3098344"/>
            <a:ext cx="61722" cy="167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837426" y="3080213"/>
            <a:ext cx="61722" cy="181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6899148" y="3060739"/>
            <a:ext cx="61722" cy="194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960870" y="3039922"/>
            <a:ext cx="61722" cy="208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7022592" y="3017762"/>
            <a:ext cx="61722" cy="221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7084314" y="2994259"/>
            <a:ext cx="61722" cy="235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7146036" y="2969413"/>
            <a:ext cx="61722" cy="248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7207758" y="2943225"/>
            <a:ext cx="61722" cy="261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7269480" y="2915692"/>
            <a:ext cx="61722" cy="275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7331202" y="2886817"/>
            <a:ext cx="61721" cy="288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7392923" y="2856599"/>
            <a:ext cx="61723" cy="302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7454646" y="2825038"/>
            <a:ext cx="61722" cy="315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7516368" y="2792134"/>
            <a:ext cx="61722" cy="329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7578090" y="2757887"/>
            <a:ext cx="61722" cy="342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7639812" y="2722297"/>
            <a:ext cx="61721" cy="355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7701533" y="2685364"/>
            <a:ext cx="61723" cy="369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7763256" y="2647087"/>
            <a:ext cx="61722" cy="382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7824978" y="2607468"/>
            <a:ext cx="61722" cy="396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7886700" y="2566506"/>
            <a:ext cx="61722" cy="409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7948422" y="2524201"/>
            <a:ext cx="61722" cy="423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8010144" y="2480552"/>
            <a:ext cx="61722" cy="436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8071866" y="2435561"/>
            <a:ext cx="61722" cy="449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8133588" y="2389227"/>
            <a:ext cx="61722" cy="463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8195310" y="2341549"/>
            <a:ext cx="61721" cy="476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8257031" y="2292529"/>
            <a:ext cx="61723" cy="490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8318754" y="2242165"/>
            <a:ext cx="61722" cy="503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8380476" y="2190459"/>
            <a:ext cx="61722" cy="517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8442198" y="2137410"/>
            <a:ext cx="61722" cy="530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8503920" y="2083017"/>
            <a:ext cx="61722" cy="543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8565642" y="2027281"/>
            <a:ext cx="61721" cy="557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8627363" y="1970203"/>
            <a:ext cx="61723" cy="570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8689086" y="1911781"/>
            <a:ext cx="61722" cy="584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8750808" y="1852017"/>
            <a:ext cx="61722" cy="597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8812530" y="1790909"/>
            <a:ext cx="61722" cy="611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8874252" y="1728458"/>
            <a:ext cx="61722" cy="624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8935974" y="1664665"/>
            <a:ext cx="61722" cy="637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467611" y="1683467"/>
            <a:ext cx="61723" cy="9871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1529334" y="1782179"/>
            <a:ext cx="61721" cy="9737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1591055" y="1879549"/>
            <a:ext cx="61723" cy="9602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1652778" y="1975575"/>
            <a:ext cx="61722" cy="9468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1714500" y="2070258"/>
            <a:ext cx="61722" cy="9334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776222" y="2163598"/>
            <a:ext cx="61722" cy="9199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837944" y="2255596"/>
            <a:ext cx="61721" cy="9065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1899665" y="2346250"/>
            <a:ext cx="61723" cy="8931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961388" y="2435561"/>
            <a:ext cx="61722" cy="8796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2023110" y="2523529"/>
            <a:ext cx="61721" cy="8662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2084831" y="2610154"/>
            <a:ext cx="61723" cy="8528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2146554" y="2695436"/>
            <a:ext cx="61722" cy="8393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2208276" y="2779375"/>
            <a:ext cx="61722" cy="8259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2269998" y="2861971"/>
            <a:ext cx="61722" cy="8125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2331720" y="2943225"/>
            <a:ext cx="61721" cy="7990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2393441" y="3023134"/>
            <a:ext cx="61723" cy="7856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2455164" y="3101701"/>
            <a:ext cx="61722" cy="7722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2516886" y="3178925"/>
            <a:ext cx="61722" cy="7588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2578608" y="3254806"/>
            <a:ext cx="61722" cy="7453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2640330" y="3329344"/>
            <a:ext cx="61722" cy="7319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2702052" y="3402539"/>
            <a:ext cx="61722" cy="7185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2763774" y="3474391"/>
            <a:ext cx="61722" cy="7050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2825496" y="3544900"/>
            <a:ext cx="61722" cy="6916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2887218" y="3614065"/>
            <a:ext cx="61722" cy="6782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2948940" y="3681888"/>
            <a:ext cx="61721" cy="6648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3010661" y="3748368"/>
            <a:ext cx="61723" cy="6513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3072384" y="3813505"/>
            <a:ext cx="61722" cy="6379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3134106" y="3877298"/>
            <a:ext cx="61722" cy="6245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3195828" y="3939749"/>
            <a:ext cx="61722" cy="6110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3257550" y="4000857"/>
            <a:ext cx="61722" cy="5976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3319272" y="4060621"/>
            <a:ext cx="61722" cy="5842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3380994" y="4119043"/>
            <a:ext cx="61721" cy="5707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3442715" y="4176121"/>
            <a:ext cx="61723" cy="5573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3504438" y="4231857"/>
            <a:ext cx="61722" cy="5439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3566160" y="4286250"/>
            <a:ext cx="61722" cy="5304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3627882" y="4339299"/>
            <a:ext cx="61722" cy="5170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3689604" y="4391005"/>
            <a:ext cx="61722" cy="5036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3751326" y="4441369"/>
            <a:ext cx="61722" cy="4902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3813048" y="4490389"/>
            <a:ext cx="61722" cy="4767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3874770" y="4538067"/>
            <a:ext cx="61721" cy="4633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3936491" y="4584401"/>
            <a:ext cx="61723" cy="449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3998214" y="4629392"/>
            <a:ext cx="61722" cy="4364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4059936" y="4673041"/>
            <a:ext cx="61722" cy="4230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4121658" y="4715346"/>
            <a:ext cx="61722" cy="4096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4183380" y="4756308"/>
            <a:ext cx="61722" cy="396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4245102" y="4795927"/>
            <a:ext cx="61722" cy="3827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4306824" y="4834204"/>
            <a:ext cx="61722" cy="3693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4368546" y="4871137"/>
            <a:ext cx="61722" cy="355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4430268" y="4906727"/>
            <a:ext cx="61722" cy="3424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4491990" y="4940974"/>
            <a:ext cx="61722" cy="3290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4553712" y="4973878"/>
            <a:ext cx="61722" cy="315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4615434" y="5005439"/>
            <a:ext cx="61722" cy="302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4677156" y="5035657"/>
            <a:ext cx="61722" cy="2887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4738878" y="5064532"/>
            <a:ext cx="61722" cy="2753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4800600" y="5092065"/>
            <a:ext cx="61722" cy="2618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4862322" y="5118253"/>
            <a:ext cx="61722" cy="2484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4924044" y="5143099"/>
            <a:ext cx="61722" cy="2350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4985766" y="5166602"/>
            <a:ext cx="61722" cy="221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5047488" y="5188762"/>
            <a:ext cx="61722" cy="2081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5109210" y="5209579"/>
            <a:ext cx="61722" cy="1947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5170932" y="5229053"/>
            <a:ext cx="61722" cy="1813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5232654" y="5247184"/>
            <a:ext cx="61722" cy="1678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5294376" y="5263972"/>
            <a:ext cx="61722" cy="1544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5356098" y="5279416"/>
            <a:ext cx="61722" cy="1410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5417820" y="5293518"/>
            <a:ext cx="61722" cy="1275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5479542" y="5306277"/>
            <a:ext cx="61722" cy="1141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5541264" y="5317693"/>
            <a:ext cx="61722" cy="1007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5602986" y="5327765"/>
            <a:ext cx="61722" cy="873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5664708" y="5336495"/>
            <a:ext cx="61722" cy="738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5726430" y="5343882"/>
            <a:ext cx="61722" cy="604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5788152" y="5349925"/>
            <a:ext cx="61722" cy="470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5849874" y="5354626"/>
            <a:ext cx="61722" cy="335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5911596" y="5357983"/>
            <a:ext cx="61722" cy="201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5973318" y="5359998"/>
            <a:ext cx="61722" cy="67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6035040" y="5359998"/>
            <a:ext cx="61722" cy="67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6096762" y="5357983"/>
            <a:ext cx="61722" cy="201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6158484" y="5354626"/>
            <a:ext cx="61722" cy="335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6220206" y="5349925"/>
            <a:ext cx="61722" cy="470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6281928" y="5343882"/>
            <a:ext cx="61722" cy="604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6343650" y="5336495"/>
            <a:ext cx="61722" cy="738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6405372" y="5327765"/>
            <a:ext cx="61722" cy="873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6467094" y="5317693"/>
            <a:ext cx="61722" cy="1007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6528816" y="5306277"/>
            <a:ext cx="61722" cy="1141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6590538" y="5293518"/>
            <a:ext cx="61722" cy="1275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6652260" y="5279416"/>
            <a:ext cx="61722" cy="1410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6713982" y="5263972"/>
            <a:ext cx="61722" cy="1544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6775704" y="5247184"/>
            <a:ext cx="61722" cy="1678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6837426" y="5229053"/>
            <a:ext cx="61722" cy="1813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6899148" y="5209579"/>
            <a:ext cx="61722" cy="1947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6960870" y="5188762"/>
            <a:ext cx="61722" cy="2081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7022592" y="5166602"/>
            <a:ext cx="61722" cy="221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7084314" y="5143099"/>
            <a:ext cx="61722" cy="2350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7146036" y="5118253"/>
            <a:ext cx="61722" cy="2484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7207758" y="5092065"/>
            <a:ext cx="61722" cy="2618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7269480" y="5064532"/>
            <a:ext cx="61722" cy="2753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7331202" y="5035657"/>
            <a:ext cx="61721" cy="2887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7392923" y="5005439"/>
            <a:ext cx="61723" cy="302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7454646" y="4973878"/>
            <a:ext cx="61722" cy="315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7516368" y="4940974"/>
            <a:ext cx="61722" cy="3290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7578090" y="4906727"/>
            <a:ext cx="61722" cy="3424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7639812" y="4871137"/>
            <a:ext cx="61721" cy="355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7701533" y="4834204"/>
            <a:ext cx="61723" cy="3693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7763256" y="4795927"/>
            <a:ext cx="61722" cy="3827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7824978" y="4756308"/>
            <a:ext cx="61722" cy="396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7886700" y="4715346"/>
            <a:ext cx="61722" cy="4096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7948422" y="4673041"/>
            <a:ext cx="61722" cy="4230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8010144" y="4629392"/>
            <a:ext cx="61722" cy="4364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8071866" y="4584401"/>
            <a:ext cx="61722" cy="449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8133588" y="4538067"/>
            <a:ext cx="61722" cy="4633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8195310" y="4490389"/>
            <a:ext cx="61721" cy="4767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8257031" y="4441369"/>
            <a:ext cx="61723" cy="4902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8318754" y="4391005"/>
            <a:ext cx="61722" cy="5036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8380476" y="4339299"/>
            <a:ext cx="61722" cy="5170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8442198" y="4286250"/>
            <a:ext cx="61722" cy="5304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8503920" y="4231857"/>
            <a:ext cx="61722" cy="5439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8565642" y="4176121"/>
            <a:ext cx="61721" cy="5573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8627363" y="4119043"/>
            <a:ext cx="61723" cy="5707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8689086" y="4060621"/>
            <a:ext cx="61722" cy="5842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8750808" y="4000857"/>
            <a:ext cx="61722" cy="5976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8812530" y="3939749"/>
            <a:ext cx="61722" cy="6110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8874252" y="3877298"/>
            <a:ext cx="61722" cy="6245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8935974" y="3813505"/>
            <a:ext cx="61722" cy="6379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8997696" y="3748368"/>
            <a:ext cx="61722" cy="6513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9059418" y="3681888"/>
            <a:ext cx="61722" cy="6648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9121140" y="3614065"/>
            <a:ext cx="61722" cy="6782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9182862" y="3544900"/>
            <a:ext cx="61722" cy="6916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9244584" y="3474391"/>
            <a:ext cx="61722" cy="7050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9306306" y="3402539"/>
            <a:ext cx="61722" cy="7185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9368028" y="3329344"/>
            <a:ext cx="61722" cy="7319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9429750" y="3254806"/>
            <a:ext cx="61722" cy="7453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9491472" y="3178925"/>
            <a:ext cx="61722" cy="7588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9553194" y="3101701"/>
            <a:ext cx="61722" cy="7722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9614916" y="3023134"/>
            <a:ext cx="61722" cy="7856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9676638" y="2943225"/>
            <a:ext cx="61722" cy="7990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9738360" y="2861971"/>
            <a:ext cx="61722" cy="8125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9800082" y="2779375"/>
            <a:ext cx="61722" cy="8259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9861804" y="2695436"/>
            <a:ext cx="61722" cy="8393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9923526" y="2610154"/>
            <a:ext cx="61722" cy="8528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9985248" y="2523529"/>
            <a:ext cx="61722" cy="8662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10046970" y="2435561"/>
            <a:ext cx="61722" cy="8796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10108692" y="2346250"/>
            <a:ext cx="61721" cy="8931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10170413" y="2255596"/>
            <a:ext cx="61723" cy="9065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10232136" y="2163598"/>
            <a:ext cx="61722" cy="9199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10293858" y="2070258"/>
            <a:ext cx="61722" cy="9334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10355580" y="1975575"/>
            <a:ext cx="61722" cy="9468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10417302" y="1879549"/>
            <a:ext cx="61722" cy="9602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10479024" y="1782179"/>
            <a:ext cx="61722" cy="9737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10540746" y="1683467"/>
            <a:ext cx="61722" cy="9871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Downward parabolas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Gold: -x^2     Teal: -x^2+4     Red: -x^2-4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211830"/>
            <a:ext cx="98755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35040" y="160020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8208" y="325755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160020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146554" y="5793124"/>
            <a:ext cx="61722" cy="839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208276" y="5710528"/>
            <a:ext cx="61722" cy="825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269998" y="5629275"/>
            <a:ext cx="61722" cy="812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331720" y="5549365"/>
            <a:ext cx="61721" cy="799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93441" y="5470798"/>
            <a:ext cx="61723" cy="785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455164" y="5393574"/>
            <a:ext cx="61722" cy="772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516886" y="5317693"/>
            <a:ext cx="61722" cy="758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578608" y="5243155"/>
            <a:ext cx="61722" cy="745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40330" y="5169960"/>
            <a:ext cx="61722" cy="731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702052" y="5098108"/>
            <a:ext cx="61722" cy="718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763774" y="5027599"/>
            <a:ext cx="61722" cy="705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825496" y="4958434"/>
            <a:ext cx="61722" cy="691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887218" y="4890611"/>
            <a:ext cx="61722" cy="678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948940" y="4824131"/>
            <a:ext cx="61721" cy="664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010661" y="4758994"/>
            <a:ext cx="61723" cy="651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072384" y="4695201"/>
            <a:ext cx="61722" cy="637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134106" y="4632750"/>
            <a:ext cx="61722" cy="624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195828" y="4571642"/>
            <a:ext cx="61722" cy="611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257550" y="4511878"/>
            <a:ext cx="61722" cy="597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319272" y="4453456"/>
            <a:ext cx="61722" cy="584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380994" y="4396378"/>
            <a:ext cx="61721" cy="570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442715" y="4340642"/>
            <a:ext cx="61723" cy="557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504438" y="4286250"/>
            <a:ext cx="61722" cy="543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566160" y="4233200"/>
            <a:ext cx="61722" cy="530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27882" y="4181494"/>
            <a:ext cx="61722" cy="517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689604" y="4131130"/>
            <a:ext cx="61722" cy="503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751326" y="4082110"/>
            <a:ext cx="61722" cy="490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813048" y="4034432"/>
            <a:ext cx="61722" cy="476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874770" y="3988098"/>
            <a:ext cx="61721" cy="463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936491" y="3943107"/>
            <a:ext cx="61723" cy="449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998214" y="3899458"/>
            <a:ext cx="61722" cy="436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59936" y="3857153"/>
            <a:ext cx="61722" cy="423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121658" y="3816191"/>
            <a:ext cx="61722" cy="409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83380" y="3776572"/>
            <a:ext cx="61722" cy="396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245102" y="3738295"/>
            <a:ext cx="61722" cy="382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306824" y="3701362"/>
            <a:ext cx="61722" cy="369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368546" y="3665772"/>
            <a:ext cx="61722" cy="355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430268" y="3631525"/>
            <a:ext cx="61722" cy="342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491990" y="3598621"/>
            <a:ext cx="61722" cy="329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553712" y="3567060"/>
            <a:ext cx="61722" cy="315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615434" y="3536842"/>
            <a:ext cx="61722" cy="302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677156" y="3507967"/>
            <a:ext cx="61722" cy="288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738878" y="3480435"/>
            <a:ext cx="61722" cy="275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800600" y="3454246"/>
            <a:ext cx="61722" cy="261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862322" y="3429400"/>
            <a:ext cx="61722" cy="248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924044" y="3405897"/>
            <a:ext cx="61722" cy="235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85766" y="3383737"/>
            <a:ext cx="61722" cy="221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047488" y="3362920"/>
            <a:ext cx="61722" cy="208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109210" y="3343446"/>
            <a:ext cx="61722" cy="194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170932" y="3325315"/>
            <a:ext cx="61722" cy="181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232654" y="3308527"/>
            <a:ext cx="61722" cy="167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294376" y="3293083"/>
            <a:ext cx="61722" cy="154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56098" y="3278981"/>
            <a:ext cx="61722" cy="141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417820" y="3266222"/>
            <a:ext cx="61722" cy="127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479542" y="3254806"/>
            <a:ext cx="61722" cy="114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541264" y="3244734"/>
            <a:ext cx="61722" cy="100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602986" y="3236004"/>
            <a:ext cx="61722" cy="87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664708" y="3228617"/>
            <a:ext cx="61722" cy="73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726430" y="3222574"/>
            <a:ext cx="61722" cy="60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788152" y="3217873"/>
            <a:ext cx="61722" cy="47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849874" y="3214516"/>
            <a:ext cx="61722" cy="33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911596" y="3212501"/>
            <a:ext cx="61722" cy="20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973318" y="3211830"/>
            <a:ext cx="61722" cy="6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035040" y="3211830"/>
            <a:ext cx="61722" cy="6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096762" y="3212501"/>
            <a:ext cx="61722" cy="20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158484" y="3214516"/>
            <a:ext cx="61722" cy="33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220206" y="3217873"/>
            <a:ext cx="61722" cy="47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281928" y="3222574"/>
            <a:ext cx="61722" cy="60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343650" y="3228617"/>
            <a:ext cx="61722" cy="73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405372" y="3236004"/>
            <a:ext cx="61722" cy="87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467094" y="3244734"/>
            <a:ext cx="61722" cy="100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528816" y="3254806"/>
            <a:ext cx="61722" cy="114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590538" y="3266222"/>
            <a:ext cx="61722" cy="127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652260" y="3278981"/>
            <a:ext cx="61722" cy="141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713982" y="3293083"/>
            <a:ext cx="61722" cy="154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775704" y="3308527"/>
            <a:ext cx="61722" cy="167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837426" y="3325315"/>
            <a:ext cx="61722" cy="181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899148" y="3343446"/>
            <a:ext cx="61722" cy="194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960870" y="3362920"/>
            <a:ext cx="61722" cy="208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022592" y="3383737"/>
            <a:ext cx="61722" cy="221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084314" y="3405897"/>
            <a:ext cx="61722" cy="235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146036" y="3429400"/>
            <a:ext cx="61722" cy="248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207758" y="3454246"/>
            <a:ext cx="61722" cy="261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269480" y="3480435"/>
            <a:ext cx="61722" cy="275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331202" y="3507967"/>
            <a:ext cx="61721" cy="288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392923" y="3536842"/>
            <a:ext cx="61723" cy="302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454646" y="3567060"/>
            <a:ext cx="61722" cy="315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516368" y="3598621"/>
            <a:ext cx="61722" cy="329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578090" y="3631525"/>
            <a:ext cx="61722" cy="342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639812" y="3665772"/>
            <a:ext cx="61721" cy="355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701533" y="3701362"/>
            <a:ext cx="61723" cy="369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763256" y="3738295"/>
            <a:ext cx="61722" cy="382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824978" y="3776572"/>
            <a:ext cx="61722" cy="396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886700" y="3816191"/>
            <a:ext cx="61722" cy="409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948422" y="3857153"/>
            <a:ext cx="61722" cy="423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010144" y="3899458"/>
            <a:ext cx="61722" cy="436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071866" y="3943107"/>
            <a:ext cx="61722" cy="449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133588" y="3988098"/>
            <a:ext cx="61722" cy="463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195310" y="4034432"/>
            <a:ext cx="61721" cy="476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257031" y="4082110"/>
            <a:ext cx="61723" cy="490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8318754" y="4131130"/>
            <a:ext cx="61722" cy="503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380476" y="4181494"/>
            <a:ext cx="61722" cy="517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8442198" y="4233200"/>
            <a:ext cx="61722" cy="530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503920" y="4286250"/>
            <a:ext cx="61722" cy="543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565642" y="4340642"/>
            <a:ext cx="61721" cy="557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627363" y="4396378"/>
            <a:ext cx="61723" cy="570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689086" y="4453456"/>
            <a:ext cx="61722" cy="584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750808" y="4511878"/>
            <a:ext cx="61722" cy="597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8812530" y="4571642"/>
            <a:ext cx="61722" cy="611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8874252" y="4632750"/>
            <a:ext cx="61722" cy="624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935974" y="4695201"/>
            <a:ext cx="61722" cy="637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997696" y="4758994"/>
            <a:ext cx="61722" cy="651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059418" y="4824131"/>
            <a:ext cx="61722" cy="664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121140" y="4890611"/>
            <a:ext cx="61722" cy="678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182862" y="4958434"/>
            <a:ext cx="61722" cy="691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244584" y="5027599"/>
            <a:ext cx="61722" cy="705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306306" y="5098108"/>
            <a:ext cx="61722" cy="718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368028" y="5169960"/>
            <a:ext cx="61722" cy="731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429750" y="5243155"/>
            <a:ext cx="61722" cy="745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491472" y="5317693"/>
            <a:ext cx="61722" cy="758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553194" y="5393574"/>
            <a:ext cx="61722" cy="772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9614916" y="5470798"/>
            <a:ext cx="61722" cy="785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676638" y="5549365"/>
            <a:ext cx="61722" cy="799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738360" y="5629275"/>
            <a:ext cx="61722" cy="812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9800082" y="5710528"/>
            <a:ext cx="61722" cy="825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9861804" y="5793124"/>
            <a:ext cx="61722" cy="839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467611" y="5715900"/>
            <a:ext cx="61723" cy="987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529334" y="5618530"/>
            <a:ext cx="61721" cy="973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591055" y="5522504"/>
            <a:ext cx="61723" cy="960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652778" y="5427821"/>
            <a:ext cx="61722" cy="946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714500" y="5334481"/>
            <a:ext cx="61722" cy="933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776222" y="5242483"/>
            <a:ext cx="61722" cy="919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837944" y="5151829"/>
            <a:ext cx="61721" cy="906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899665" y="5062518"/>
            <a:ext cx="61723" cy="893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961388" y="4974550"/>
            <a:ext cx="61722" cy="879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2023110" y="4887925"/>
            <a:ext cx="61721" cy="866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2084831" y="4802643"/>
            <a:ext cx="61723" cy="852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146554" y="4718704"/>
            <a:ext cx="61722" cy="839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208276" y="4636108"/>
            <a:ext cx="61722" cy="825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269998" y="4554855"/>
            <a:ext cx="61722" cy="812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331720" y="4474945"/>
            <a:ext cx="61721" cy="799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393441" y="4396378"/>
            <a:ext cx="61723" cy="785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455164" y="4319154"/>
            <a:ext cx="61722" cy="772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516886" y="4243273"/>
            <a:ext cx="61722" cy="758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578608" y="4168735"/>
            <a:ext cx="61722" cy="745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640330" y="4095540"/>
            <a:ext cx="61722" cy="731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702052" y="4023688"/>
            <a:ext cx="61722" cy="718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763774" y="3953179"/>
            <a:ext cx="61722" cy="705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825496" y="3884014"/>
            <a:ext cx="61722" cy="691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887218" y="3816191"/>
            <a:ext cx="61722" cy="678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948940" y="3749711"/>
            <a:ext cx="61721" cy="66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010661" y="3684574"/>
            <a:ext cx="61723" cy="6513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072384" y="3620781"/>
            <a:ext cx="61722" cy="637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134106" y="3558330"/>
            <a:ext cx="61722" cy="624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195828" y="3497222"/>
            <a:ext cx="61722" cy="611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257550" y="3437458"/>
            <a:ext cx="61722" cy="597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319272" y="3379036"/>
            <a:ext cx="61722" cy="584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3380994" y="3321958"/>
            <a:ext cx="61721" cy="570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442715" y="3266222"/>
            <a:ext cx="61723" cy="557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3504438" y="3211830"/>
            <a:ext cx="61722" cy="543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566160" y="3158780"/>
            <a:ext cx="61722" cy="530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627882" y="3107074"/>
            <a:ext cx="61722" cy="517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3689604" y="3056710"/>
            <a:ext cx="61722" cy="503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3751326" y="3007690"/>
            <a:ext cx="61722" cy="490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3813048" y="2960012"/>
            <a:ext cx="61722" cy="476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3874770" y="2913678"/>
            <a:ext cx="61721" cy="463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3936491" y="2868687"/>
            <a:ext cx="61723" cy="449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3998214" y="2825038"/>
            <a:ext cx="61722" cy="436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4059936" y="2782733"/>
            <a:ext cx="61722" cy="423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4121658" y="2741771"/>
            <a:ext cx="61722" cy="409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4183380" y="2702152"/>
            <a:ext cx="61722" cy="396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4245102" y="2663875"/>
            <a:ext cx="61722" cy="382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4306824" y="2626942"/>
            <a:ext cx="61722" cy="369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4368546" y="2591352"/>
            <a:ext cx="61722" cy="355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4430268" y="2557105"/>
            <a:ext cx="61722" cy="342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4491990" y="2524201"/>
            <a:ext cx="61722" cy="329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4553712" y="2492640"/>
            <a:ext cx="61722" cy="315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4615434" y="2462422"/>
            <a:ext cx="61722" cy="302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4677156" y="2433547"/>
            <a:ext cx="61722" cy="288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4738878" y="2406015"/>
            <a:ext cx="61722" cy="275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4800600" y="2379826"/>
            <a:ext cx="61722" cy="261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4862322" y="2354980"/>
            <a:ext cx="61722" cy="248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4924044" y="2331477"/>
            <a:ext cx="61722" cy="235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4985766" y="2309317"/>
            <a:ext cx="61722" cy="221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5047488" y="2288500"/>
            <a:ext cx="61722" cy="208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5109210" y="2269026"/>
            <a:ext cx="61722" cy="194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5170932" y="2250895"/>
            <a:ext cx="61722" cy="181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5232654" y="2234107"/>
            <a:ext cx="61722" cy="167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5294376" y="2218663"/>
            <a:ext cx="61722" cy="154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5356098" y="2204561"/>
            <a:ext cx="61722" cy="141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5417820" y="2191802"/>
            <a:ext cx="61722" cy="127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5479542" y="2180386"/>
            <a:ext cx="61722" cy="114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5541264" y="2170314"/>
            <a:ext cx="61722" cy="100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5602986" y="2161584"/>
            <a:ext cx="61722" cy="87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5664708" y="2154197"/>
            <a:ext cx="61722" cy="73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5726430" y="2148154"/>
            <a:ext cx="61722" cy="60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5788152" y="2143453"/>
            <a:ext cx="61722" cy="47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5849874" y="2140096"/>
            <a:ext cx="61722" cy="33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5911596" y="2138081"/>
            <a:ext cx="61722" cy="20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5973318" y="2137410"/>
            <a:ext cx="61722" cy="6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6035040" y="2137410"/>
            <a:ext cx="61722" cy="6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6096762" y="2138081"/>
            <a:ext cx="61722" cy="20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6158484" y="2140096"/>
            <a:ext cx="61722" cy="33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6220206" y="2143453"/>
            <a:ext cx="61722" cy="47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6281928" y="2148154"/>
            <a:ext cx="61722" cy="60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6343650" y="2154197"/>
            <a:ext cx="61722" cy="73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6405372" y="2161584"/>
            <a:ext cx="61722" cy="87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6467094" y="2170314"/>
            <a:ext cx="61722" cy="100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6528816" y="2180386"/>
            <a:ext cx="61722" cy="114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6590538" y="2191802"/>
            <a:ext cx="61722" cy="127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6652260" y="2204561"/>
            <a:ext cx="61722" cy="141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6713982" y="2218663"/>
            <a:ext cx="61722" cy="154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6775704" y="2234107"/>
            <a:ext cx="61722" cy="167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6837426" y="2250895"/>
            <a:ext cx="61722" cy="181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6899148" y="2269026"/>
            <a:ext cx="61722" cy="194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6960870" y="2288500"/>
            <a:ext cx="61722" cy="208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7022592" y="2309317"/>
            <a:ext cx="61722" cy="221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7084314" y="2331477"/>
            <a:ext cx="61722" cy="235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7146036" y="2354980"/>
            <a:ext cx="61722" cy="248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7207758" y="2379826"/>
            <a:ext cx="61722" cy="261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7269480" y="2406015"/>
            <a:ext cx="61722" cy="275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7331202" y="2433547"/>
            <a:ext cx="61721" cy="288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7392923" y="2462422"/>
            <a:ext cx="61723" cy="302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7454646" y="2492640"/>
            <a:ext cx="61722" cy="315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7516368" y="2524201"/>
            <a:ext cx="61722" cy="329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7578090" y="2557105"/>
            <a:ext cx="61722" cy="342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7639812" y="2591352"/>
            <a:ext cx="61721" cy="355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7701533" y="2626942"/>
            <a:ext cx="61723" cy="369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7763256" y="2663875"/>
            <a:ext cx="61722" cy="382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7824978" y="2702152"/>
            <a:ext cx="61722" cy="396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7886700" y="2741771"/>
            <a:ext cx="61722" cy="409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7948422" y="2782733"/>
            <a:ext cx="61722" cy="423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8010144" y="2825038"/>
            <a:ext cx="61722" cy="436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071866" y="2868687"/>
            <a:ext cx="61722" cy="449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8133588" y="2913678"/>
            <a:ext cx="61722" cy="463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8195310" y="2960012"/>
            <a:ext cx="61721" cy="476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8257031" y="3007690"/>
            <a:ext cx="61723" cy="490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8318754" y="3056710"/>
            <a:ext cx="61722" cy="503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8380476" y="3107074"/>
            <a:ext cx="61722" cy="517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8442198" y="3158780"/>
            <a:ext cx="61722" cy="530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8503920" y="3211830"/>
            <a:ext cx="61722" cy="543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8565642" y="3266222"/>
            <a:ext cx="61721" cy="557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8627363" y="3321958"/>
            <a:ext cx="61723" cy="570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8689086" y="3379036"/>
            <a:ext cx="61722" cy="584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750808" y="3437458"/>
            <a:ext cx="61722" cy="597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8812530" y="3497222"/>
            <a:ext cx="61722" cy="611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874252" y="3558330"/>
            <a:ext cx="61722" cy="624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8935974" y="3620781"/>
            <a:ext cx="61722" cy="637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8997696" y="3684574"/>
            <a:ext cx="61722" cy="6513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9059418" y="3749711"/>
            <a:ext cx="61722" cy="66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9121140" y="3816191"/>
            <a:ext cx="61722" cy="678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9182862" y="3884014"/>
            <a:ext cx="61722" cy="691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9244584" y="3953179"/>
            <a:ext cx="61722" cy="705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9306306" y="4023688"/>
            <a:ext cx="61722" cy="718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9368028" y="4095540"/>
            <a:ext cx="61722" cy="731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9429750" y="4168735"/>
            <a:ext cx="61722" cy="745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9491472" y="4243273"/>
            <a:ext cx="61722" cy="758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9553194" y="4319154"/>
            <a:ext cx="61722" cy="772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9614916" y="4396378"/>
            <a:ext cx="61722" cy="785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9676638" y="4474945"/>
            <a:ext cx="61722" cy="799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9738360" y="4554855"/>
            <a:ext cx="61722" cy="812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9800082" y="4636108"/>
            <a:ext cx="61722" cy="825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9861804" y="4718704"/>
            <a:ext cx="61722" cy="839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9923526" y="4802643"/>
            <a:ext cx="61722" cy="852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9985248" y="4887925"/>
            <a:ext cx="61722" cy="866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046970" y="4974550"/>
            <a:ext cx="61722" cy="879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10108692" y="5062518"/>
            <a:ext cx="61721" cy="893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10170413" y="5151829"/>
            <a:ext cx="61723" cy="906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0232136" y="5242483"/>
            <a:ext cx="61722" cy="919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0293858" y="5334481"/>
            <a:ext cx="61722" cy="933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10355580" y="5427821"/>
            <a:ext cx="61722" cy="946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10417302" y="5522504"/>
            <a:ext cx="61722" cy="960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10479024" y="5618530"/>
            <a:ext cx="61722" cy="973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10540746" y="5715900"/>
            <a:ext cx="61722" cy="987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3072384" y="5769621"/>
            <a:ext cx="61722" cy="6379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3134106" y="5707170"/>
            <a:ext cx="61722" cy="6245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3195828" y="5646062"/>
            <a:ext cx="61722" cy="6110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3257550" y="5586298"/>
            <a:ext cx="61722" cy="5976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3319272" y="5527876"/>
            <a:ext cx="61722" cy="5842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3380994" y="5470798"/>
            <a:ext cx="61721" cy="5707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3442715" y="5415062"/>
            <a:ext cx="61723" cy="5573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3504438" y="5360670"/>
            <a:ext cx="61722" cy="5439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3566160" y="5307620"/>
            <a:ext cx="61722" cy="5305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3627882" y="5255914"/>
            <a:ext cx="61722" cy="5170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3689604" y="5205550"/>
            <a:ext cx="61722" cy="5036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3751326" y="5156530"/>
            <a:ext cx="61722" cy="4902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3813048" y="5108852"/>
            <a:ext cx="61722" cy="4767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3874770" y="5062518"/>
            <a:ext cx="61721" cy="4633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3936491" y="5017527"/>
            <a:ext cx="61723" cy="449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3998214" y="4973878"/>
            <a:ext cx="61722" cy="4364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4059936" y="4931573"/>
            <a:ext cx="61722" cy="4230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4121658" y="4890611"/>
            <a:ext cx="61722" cy="4096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4183380" y="4850992"/>
            <a:ext cx="61722" cy="396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4245102" y="4812715"/>
            <a:ext cx="61722" cy="3827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4306824" y="4775782"/>
            <a:ext cx="61722" cy="3693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4368546" y="4740192"/>
            <a:ext cx="61722" cy="355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4430268" y="4705945"/>
            <a:ext cx="61722" cy="3424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4491990" y="4673041"/>
            <a:ext cx="61722" cy="3290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4553712" y="4641480"/>
            <a:ext cx="61722" cy="315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4615434" y="4611262"/>
            <a:ext cx="61722" cy="302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4677156" y="4582387"/>
            <a:ext cx="61722" cy="2887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4738878" y="4554855"/>
            <a:ext cx="61722" cy="2753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4800600" y="4528666"/>
            <a:ext cx="61722" cy="2618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4862322" y="4503820"/>
            <a:ext cx="61722" cy="2484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4924044" y="4480317"/>
            <a:ext cx="61722" cy="2350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4985766" y="4458157"/>
            <a:ext cx="61722" cy="221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5047488" y="4437340"/>
            <a:ext cx="61722" cy="2081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5109210" y="4417866"/>
            <a:ext cx="61722" cy="1947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5170932" y="4399735"/>
            <a:ext cx="61722" cy="1813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5232654" y="4382947"/>
            <a:ext cx="61722" cy="1678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5294376" y="4367503"/>
            <a:ext cx="61722" cy="1544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5356098" y="4353401"/>
            <a:ext cx="61722" cy="1410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5417820" y="4340642"/>
            <a:ext cx="61722" cy="1275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5479542" y="4329226"/>
            <a:ext cx="61722" cy="1141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5541264" y="4319154"/>
            <a:ext cx="61722" cy="1007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5602986" y="4310424"/>
            <a:ext cx="61722" cy="873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5664708" y="4303037"/>
            <a:ext cx="61722" cy="738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5726430" y="4296994"/>
            <a:ext cx="61722" cy="604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5788152" y="4292293"/>
            <a:ext cx="61722" cy="470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5849874" y="4288936"/>
            <a:ext cx="61722" cy="335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5911596" y="4286921"/>
            <a:ext cx="61722" cy="201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5973318" y="4286250"/>
            <a:ext cx="61722" cy="67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6035040" y="4286250"/>
            <a:ext cx="61722" cy="67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6096762" y="4286921"/>
            <a:ext cx="61722" cy="201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6158484" y="4288936"/>
            <a:ext cx="61722" cy="335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6220206" y="4292293"/>
            <a:ext cx="61722" cy="470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6281928" y="4296994"/>
            <a:ext cx="61722" cy="604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6343650" y="4303037"/>
            <a:ext cx="61722" cy="738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6405372" y="4310424"/>
            <a:ext cx="61722" cy="873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6467094" y="4319154"/>
            <a:ext cx="61722" cy="1007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6528816" y="4329226"/>
            <a:ext cx="61722" cy="1141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6590538" y="4340642"/>
            <a:ext cx="61722" cy="1275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6652260" y="4353401"/>
            <a:ext cx="61722" cy="1410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6713982" y="4367503"/>
            <a:ext cx="61722" cy="1544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6775704" y="4382947"/>
            <a:ext cx="61722" cy="1678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6837426" y="4399735"/>
            <a:ext cx="61722" cy="1813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6899148" y="4417866"/>
            <a:ext cx="61722" cy="1947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6960870" y="4437340"/>
            <a:ext cx="61722" cy="2081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7022592" y="4458157"/>
            <a:ext cx="61722" cy="2216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7084314" y="4480317"/>
            <a:ext cx="61722" cy="2350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7146036" y="4503820"/>
            <a:ext cx="61722" cy="2484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7207758" y="4528666"/>
            <a:ext cx="61722" cy="2618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7269480" y="4554855"/>
            <a:ext cx="61722" cy="2753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7331202" y="4582387"/>
            <a:ext cx="61721" cy="2887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7392923" y="4611262"/>
            <a:ext cx="61723" cy="3021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7454646" y="4641480"/>
            <a:ext cx="61722" cy="3156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7516368" y="4673041"/>
            <a:ext cx="61722" cy="3290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7578090" y="4705945"/>
            <a:ext cx="61722" cy="3424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7639812" y="4740192"/>
            <a:ext cx="61721" cy="3559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7701533" y="4775782"/>
            <a:ext cx="61723" cy="3693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7763256" y="4812715"/>
            <a:ext cx="61722" cy="38277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7824978" y="4850992"/>
            <a:ext cx="61722" cy="3961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7886700" y="4890611"/>
            <a:ext cx="61722" cy="4096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7948422" y="4931573"/>
            <a:ext cx="61722" cy="42305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8010144" y="4973878"/>
            <a:ext cx="61722" cy="43649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8071866" y="5017527"/>
            <a:ext cx="61722" cy="4499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8133588" y="5062518"/>
            <a:ext cx="61722" cy="4633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8195310" y="5108852"/>
            <a:ext cx="61721" cy="4767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8257031" y="5156530"/>
            <a:ext cx="61723" cy="4902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8318754" y="5205550"/>
            <a:ext cx="61722" cy="5036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8380476" y="5255914"/>
            <a:ext cx="61722" cy="5170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8442198" y="5307620"/>
            <a:ext cx="61722" cy="53050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8503920" y="5360670"/>
            <a:ext cx="61722" cy="5439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8565642" y="5415062"/>
            <a:ext cx="61721" cy="55736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8627363" y="5470798"/>
            <a:ext cx="61723" cy="5707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8689086" y="5527876"/>
            <a:ext cx="61722" cy="58422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8750808" y="5586298"/>
            <a:ext cx="61722" cy="59764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8812530" y="5646062"/>
            <a:ext cx="61722" cy="61108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8874252" y="5707170"/>
            <a:ext cx="61722" cy="62451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8935974" y="5769621"/>
            <a:ext cx="61722" cy="63793"/>
          </a:xfrm>
          <a:prstGeom prst="line">
            <a:avLst/>
          </a:prstGeom>
          <a:ln w="27940">
            <a:solidFill>
              <a:srgbClr val="FF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Square-root graph: y = sqrt(x)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 real square root needs x&gt;=0.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9343"/>
            <a:ext cx="1645920" cy="53035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609343"/>
            <a:ext cx="157276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609343"/>
            <a:ext cx="1005840" cy="53035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6856" y="1609343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609343"/>
            <a:ext cx="1005840" cy="53035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2696" y="1609343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609343"/>
            <a:ext cx="1005840" cy="53035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1609343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0" y="1609343"/>
            <a:ext cx="1005840" cy="530352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1609343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139696"/>
            <a:ext cx="1645920" cy="53035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139696"/>
            <a:ext cx="157276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sqrt(x)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2139696"/>
            <a:ext cx="1005840" cy="53035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76856" y="2139696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139696"/>
            <a:ext cx="1005840" cy="53035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82696" y="2139696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2139696"/>
            <a:ext cx="1005840" cy="53035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8536" y="2139696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2139696"/>
            <a:ext cx="1005840" cy="530352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94376" y="2139696"/>
            <a:ext cx="93268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0" y="5623560"/>
            <a:ext cx="42062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132588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899648" y="56692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13258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858000" y="5368738"/>
            <a:ext cx="26289" cy="2548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884289" y="5263188"/>
            <a:ext cx="26289" cy="1055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910578" y="5182196"/>
            <a:ext cx="26289" cy="809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936867" y="5113917"/>
            <a:ext cx="26289" cy="682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963156" y="5053762"/>
            <a:ext cx="26289" cy="601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989445" y="4999378"/>
            <a:ext cx="26289" cy="543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015734" y="4949366"/>
            <a:ext cx="26289" cy="500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042023" y="4902817"/>
            <a:ext cx="26289" cy="465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068312" y="4859096"/>
            <a:ext cx="26289" cy="437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094601" y="4817745"/>
            <a:ext cx="26289" cy="413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120890" y="4778414"/>
            <a:ext cx="26289" cy="393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147179" y="4740833"/>
            <a:ext cx="26289" cy="375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173468" y="4704789"/>
            <a:ext cx="26289" cy="360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199757" y="4670106"/>
            <a:ext cx="26289" cy="346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26046" y="4636642"/>
            <a:ext cx="26289" cy="334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252335" y="4604275"/>
            <a:ext cx="26289" cy="323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278624" y="4572905"/>
            <a:ext cx="26289" cy="313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304913" y="4542445"/>
            <a:ext cx="26289" cy="304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331202" y="4512820"/>
            <a:ext cx="26289" cy="296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357491" y="4483965"/>
            <a:ext cx="26288" cy="288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383779" y="4455823"/>
            <a:ext cx="26290" cy="281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410069" y="4428343"/>
            <a:ext cx="26289" cy="27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436358" y="4401481"/>
            <a:ext cx="26288" cy="268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462646" y="4375196"/>
            <a:ext cx="26290" cy="262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488936" y="4349454"/>
            <a:ext cx="26289" cy="257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515225" y="4324222"/>
            <a:ext cx="26289" cy="252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541514" y="4299470"/>
            <a:ext cx="26288" cy="247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7567802" y="4275173"/>
            <a:ext cx="26290" cy="242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594092" y="4251306"/>
            <a:ext cx="26289" cy="238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620381" y="4227847"/>
            <a:ext cx="26289" cy="234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646670" y="4204776"/>
            <a:ext cx="26288" cy="230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672958" y="4182074"/>
            <a:ext cx="26290" cy="227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699248" y="4159724"/>
            <a:ext cx="26289" cy="223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725537" y="4137710"/>
            <a:ext cx="26288" cy="2201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51825" y="4116018"/>
            <a:ext cx="26290" cy="216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778115" y="4094633"/>
            <a:ext cx="26289" cy="213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804404" y="4073543"/>
            <a:ext cx="26288" cy="210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830692" y="4052737"/>
            <a:ext cx="26289" cy="208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856981" y="4032202"/>
            <a:ext cx="26290" cy="205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883271" y="4011930"/>
            <a:ext cx="26289" cy="202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909560" y="3991908"/>
            <a:ext cx="26289" cy="200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935849" y="3972130"/>
            <a:ext cx="26289" cy="197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962138" y="3952586"/>
            <a:ext cx="26289" cy="195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988427" y="3933268"/>
            <a:ext cx="26289" cy="193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014716" y="3914168"/>
            <a:ext cx="26288" cy="191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041004" y="3895279"/>
            <a:ext cx="26290" cy="188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067294" y="3876594"/>
            <a:ext cx="26289" cy="186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093583" y="3858107"/>
            <a:ext cx="26288" cy="184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119871" y="3839812"/>
            <a:ext cx="26290" cy="182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146161" y="3821702"/>
            <a:ext cx="26289" cy="181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172450" y="3803773"/>
            <a:ext cx="26289" cy="179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198739" y="3786019"/>
            <a:ext cx="26288" cy="177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225027" y="3768434"/>
            <a:ext cx="26290" cy="175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251317" y="3751015"/>
            <a:ext cx="26289" cy="17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77606" y="3733756"/>
            <a:ext cx="26289" cy="172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303895" y="3716653"/>
            <a:ext cx="26288" cy="171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30183" y="3699703"/>
            <a:ext cx="26290" cy="169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356473" y="3682900"/>
            <a:ext cx="26289" cy="168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382762" y="3666242"/>
            <a:ext cx="26289" cy="166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409051" y="3649724"/>
            <a:ext cx="26289" cy="165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435340" y="3633343"/>
            <a:ext cx="26289" cy="163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461629" y="3617096"/>
            <a:ext cx="26288" cy="162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487917" y="3600980"/>
            <a:ext cx="26290" cy="161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514207" y="3584991"/>
            <a:ext cx="26289" cy="159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540496" y="3569126"/>
            <a:ext cx="26289" cy="158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566785" y="3553383"/>
            <a:ext cx="26289" cy="157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593074" y="3537759"/>
            <a:ext cx="26289" cy="156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619363" y="3522251"/>
            <a:ext cx="26289" cy="155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645652" y="3506857"/>
            <a:ext cx="26289" cy="153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671941" y="3491573"/>
            <a:ext cx="26289" cy="152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698230" y="3476399"/>
            <a:ext cx="26289" cy="151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724519" y="3461331"/>
            <a:ext cx="26289" cy="150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750808" y="3446367"/>
            <a:ext cx="26289" cy="149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777097" y="3431506"/>
            <a:ext cx="26289" cy="148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803386" y="3416744"/>
            <a:ext cx="26289" cy="147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829675" y="3402081"/>
            <a:ext cx="26289" cy="146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855964" y="3387514"/>
            <a:ext cx="26289" cy="145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8882253" y="3373041"/>
            <a:ext cx="26289" cy="144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908542" y="3358660"/>
            <a:ext cx="26289" cy="143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8934831" y="3344370"/>
            <a:ext cx="26289" cy="142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961120" y="3330170"/>
            <a:ext cx="26289" cy="142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987409" y="3316057"/>
            <a:ext cx="26289" cy="141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013698" y="3302029"/>
            <a:ext cx="26289" cy="140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039987" y="3288086"/>
            <a:ext cx="26289" cy="139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066276" y="3274225"/>
            <a:ext cx="26289" cy="138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092565" y="3260446"/>
            <a:ext cx="26289" cy="137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118854" y="3246747"/>
            <a:ext cx="26288" cy="136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145142" y="3233126"/>
            <a:ext cx="26290" cy="136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171432" y="3219582"/>
            <a:ext cx="26289" cy="135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197721" y="3206115"/>
            <a:ext cx="26289" cy="134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224010" y="3192721"/>
            <a:ext cx="26289" cy="133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250299" y="3179402"/>
            <a:ext cx="26289" cy="133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276588" y="3166154"/>
            <a:ext cx="26289" cy="132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302877" y="3152977"/>
            <a:ext cx="26289" cy="131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329166" y="3139871"/>
            <a:ext cx="26289" cy="131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355455" y="3126833"/>
            <a:ext cx="26289" cy="130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381744" y="3113863"/>
            <a:ext cx="26289" cy="129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408033" y="3100960"/>
            <a:ext cx="26289" cy="129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434322" y="3088122"/>
            <a:ext cx="26289" cy="128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460611" y="3075349"/>
            <a:ext cx="26289" cy="127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486900" y="3062639"/>
            <a:ext cx="26289" cy="127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513189" y="3049993"/>
            <a:ext cx="26289" cy="126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539478" y="3037408"/>
            <a:ext cx="26289" cy="125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565767" y="3024884"/>
            <a:ext cx="26289" cy="125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592056" y="3012420"/>
            <a:ext cx="26289" cy="124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618345" y="3000016"/>
            <a:ext cx="26289" cy="124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644634" y="2987670"/>
            <a:ext cx="26289" cy="123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670923" y="2975381"/>
            <a:ext cx="26289" cy="122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697212" y="2963149"/>
            <a:ext cx="26289" cy="122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723501" y="2950973"/>
            <a:ext cx="26289" cy="121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749790" y="2938853"/>
            <a:ext cx="26289" cy="121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776079" y="2926787"/>
            <a:ext cx="26288" cy="120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802367" y="2914774"/>
            <a:ext cx="26290" cy="120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828657" y="2902815"/>
            <a:ext cx="26289" cy="119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854946" y="2890908"/>
            <a:ext cx="26289" cy="1190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881235" y="2879053"/>
            <a:ext cx="26289" cy="118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907524" y="2867248"/>
            <a:ext cx="26289" cy="118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933813" y="2855494"/>
            <a:ext cx="26289" cy="117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960102" y="2843790"/>
            <a:ext cx="26288" cy="117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986390" y="2832134"/>
            <a:ext cx="26290" cy="116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0012680" y="2820528"/>
            <a:ext cx="26289" cy="116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038969" y="2808969"/>
            <a:ext cx="26289" cy="115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065258" y="2797457"/>
            <a:ext cx="26289" cy="115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091547" y="2785992"/>
            <a:ext cx="26289" cy="114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117836" y="2774573"/>
            <a:ext cx="26289" cy="11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144125" y="2763200"/>
            <a:ext cx="26289" cy="113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170414" y="2751872"/>
            <a:ext cx="26289" cy="113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196703" y="2740588"/>
            <a:ext cx="26289" cy="112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222992" y="2729348"/>
            <a:ext cx="26289" cy="112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249281" y="2718152"/>
            <a:ext cx="26288" cy="111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275569" y="2706999"/>
            <a:ext cx="26290" cy="111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301859" y="2695888"/>
            <a:ext cx="26289" cy="111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328148" y="2684819"/>
            <a:ext cx="26289" cy="1106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354437" y="2673792"/>
            <a:ext cx="26289" cy="110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380726" y="2662806"/>
            <a:ext cx="26289" cy="109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407015" y="2651861"/>
            <a:ext cx="26289" cy="109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433304" y="2640955"/>
            <a:ext cx="26288" cy="109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59592" y="2630090"/>
            <a:ext cx="26290" cy="108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85882" y="2619263"/>
            <a:ext cx="26289" cy="108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2171" y="2608476"/>
            <a:ext cx="26288" cy="107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38459" y="2597727"/>
            <a:ext cx="26290" cy="107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564749" y="2587016"/>
            <a:ext cx="26289" cy="107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591038" y="2576343"/>
            <a:ext cx="26288" cy="106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0617326" y="2565707"/>
            <a:ext cx="26290" cy="106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0643616" y="2555107"/>
            <a:ext cx="26289" cy="106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0669905" y="2544545"/>
            <a:ext cx="26289" cy="105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0696194" y="2534018"/>
            <a:ext cx="26289" cy="105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0722483" y="2523527"/>
            <a:ext cx="26289" cy="104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0748772" y="2513072"/>
            <a:ext cx="26289" cy="104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0775061" y="2502651"/>
            <a:ext cx="26289" cy="104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801350" y="2492266"/>
            <a:ext cx="26288" cy="103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0827638" y="2481914"/>
            <a:ext cx="26290" cy="103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0853928" y="2471597"/>
            <a:ext cx="26289" cy="103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0880217" y="2461313"/>
            <a:ext cx="26288" cy="102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906505" y="2451063"/>
            <a:ext cx="26290" cy="102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932795" y="2440845"/>
            <a:ext cx="26289" cy="102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0959084" y="2430661"/>
            <a:ext cx="26289" cy="101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0985373" y="2420508"/>
            <a:ext cx="26289" cy="101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1011662" y="2410388"/>
            <a:ext cx="26289" cy="101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1037951" y="2400300"/>
            <a:ext cx="26289" cy="100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the square-root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y=sqrt(x) is the inverse of y=x^2 when x is restricted to x&gt;=0.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domain: x&gt;=0     range: y&gt;=0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It begins at (0,0), rises quickly, and then becomes flatter.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y=sqrt(x-h)+k starts at (h,k)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For real-number graphs, the expression inside the square root cannot be negative.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y=x^2, y=x and y=sqrt(x)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Gold: y=x^2     White: y=x     Teal: y=sqrt(x). All meet at (0,0) and (1,1).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5897880"/>
            <a:ext cx="98755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160020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8208" y="594360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160020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097280" y="5897432"/>
            <a:ext cx="61722" cy="4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59002" y="5896089"/>
            <a:ext cx="61722" cy="13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20724" y="5893850"/>
            <a:ext cx="61721" cy="22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2445" y="5890717"/>
            <a:ext cx="61723" cy="31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44168" y="5886688"/>
            <a:ext cx="61722" cy="40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05890" y="5881763"/>
            <a:ext cx="61722" cy="49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67612" y="5875943"/>
            <a:ext cx="61722" cy="58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529334" y="5869228"/>
            <a:ext cx="61722" cy="67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91056" y="5861618"/>
            <a:ext cx="61722" cy="76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52778" y="5853112"/>
            <a:ext cx="61722" cy="85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714500" y="5843711"/>
            <a:ext cx="61722" cy="94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76222" y="5833414"/>
            <a:ext cx="61721" cy="102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37943" y="5822222"/>
            <a:ext cx="61723" cy="111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899666" y="5810135"/>
            <a:ext cx="61722" cy="120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961388" y="5797153"/>
            <a:ext cx="61722" cy="129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023110" y="5783275"/>
            <a:ext cx="61722" cy="138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84832" y="5768501"/>
            <a:ext cx="61722" cy="147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46554" y="5752833"/>
            <a:ext cx="61722" cy="156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208276" y="5736269"/>
            <a:ext cx="61722" cy="165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269998" y="5718810"/>
            <a:ext cx="61722" cy="174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331720" y="5700455"/>
            <a:ext cx="61722" cy="183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93442" y="5681205"/>
            <a:ext cx="61722" cy="192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455164" y="5661059"/>
            <a:ext cx="61722" cy="201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516886" y="5640019"/>
            <a:ext cx="61722" cy="210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78608" y="5618083"/>
            <a:ext cx="61722" cy="219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640330" y="5595251"/>
            <a:ext cx="61722" cy="228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702052" y="5571524"/>
            <a:ext cx="61722" cy="237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763774" y="5546902"/>
            <a:ext cx="61722" cy="246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825496" y="5521385"/>
            <a:ext cx="61722" cy="255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887218" y="5494972"/>
            <a:ext cx="61722" cy="264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48940" y="5467664"/>
            <a:ext cx="61722" cy="273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010662" y="5439460"/>
            <a:ext cx="61722" cy="282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072384" y="5410361"/>
            <a:ext cx="61722" cy="290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134106" y="5380367"/>
            <a:ext cx="61722" cy="299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195828" y="5349478"/>
            <a:ext cx="61722" cy="308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257550" y="5317693"/>
            <a:ext cx="61722" cy="317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319272" y="5285012"/>
            <a:ext cx="61722" cy="326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380994" y="5251437"/>
            <a:ext cx="61721" cy="335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442715" y="5216966"/>
            <a:ext cx="61723" cy="344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504438" y="5181600"/>
            <a:ext cx="61722" cy="353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566160" y="5145338"/>
            <a:ext cx="61722" cy="362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627882" y="5108181"/>
            <a:ext cx="61722" cy="371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689604" y="5070128"/>
            <a:ext cx="61722" cy="380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751326" y="5031181"/>
            <a:ext cx="61722" cy="389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813048" y="4991338"/>
            <a:ext cx="61722" cy="398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874770" y="4950599"/>
            <a:ext cx="61721" cy="407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936491" y="4908965"/>
            <a:ext cx="61723" cy="416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998214" y="4866436"/>
            <a:ext cx="61722" cy="425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059936" y="4823012"/>
            <a:ext cx="61722" cy="434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121658" y="4778692"/>
            <a:ext cx="61722" cy="443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183380" y="4733477"/>
            <a:ext cx="61722" cy="452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245102" y="4687366"/>
            <a:ext cx="61722" cy="461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306824" y="4640360"/>
            <a:ext cx="61722" cy="470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368546" y="4592459"/>
            <a:ext cx="61722" cy="479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430268" y="4543663"/>
            <a:ext cx="61722" cy="487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491990" y="4493971"/>
            <a:ext cx="61722" cy="496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553712" y="4443383"/>
            <a:ext cx="61722" cy="505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615434" y="4391901"/>
            <a:ext cx="61722" cy="514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677156" y="4339523"/>
            <a:ext cx="61722" cy="523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738878" y="4286250"/>
            <a:ext cx="61722" cy="532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800600" y="4232081"/>
            <a:ext cx="61722" cy="541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862322" y="4177017"/>
            <a:ext cx="61722" cy="550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924044" y="4121057"/>
            <a:ext cx="61722" cy="559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985766" y="4064203"/>
            <a:ext cx="61722" cy="568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047488" y="4006453"/>
            <a:ext cx="61722" cy="577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109210" y="3947807"/>
            <a:ext cx="61722" cy="586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170932" y="3888266"/>
            <a:ext cx="61722" cy="595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232654" y="3827830"/>
            <a:ext cx="61722" cy="604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294376" y="3766499"/>
            <a:ext cx="61722" cy="613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356098" y="3704272"/>
            <a:ext cx="61722" cy="622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417820" y="3641150"/>
            <a:ext cx="61722" cy="631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479542" y="3577132"/>
            <a:ext cx="61722" cy="640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5541264" y="3512219"/>
            <a:ext cx="61722" cy="649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602986" y="3446411"/>
            <a:ext cx="61722" cy="658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664708" y="3379708"/>
            <a:ext cx="61722" cy="667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726430" y="3312109"/>
            <a:ext cx="61722" cy="675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788152" y="3243614"/>
            <a:ext cx="61722" cy="684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849874" y="3174225"/>
            <a:ext cx="61722" cy="693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5911596" y="3103940"/>
            <a:ext cx="61722" cy="702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973318" y="3032760"/>
            <a:ext cx="61722" cy="711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035040" y="2960684"/>
            <a:ext cx="61722" cy="720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096762" y="2887713"/>
            <a:ext cx="61722" cy="729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158484" y="2813846"/>
            <a:ext cx="61722" cy="738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220206" y="2739085"/>
            <a:ext cx="61722" cy="747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281928" y="2663428"/>
            <a:ext cx="61722" cy="756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343650" y="2586875"/>
            <a:ext cx="61722" cy="76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405372" y="2509427"/>
            <a:ext cx="61722" cy="774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467094" y="2431084"/>
            <a:ext cx="61722" cy="783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528816" y="2351846"/>
            <a:ext cx="61722" cy="792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590538" y="2271712"/>
            <a:ext cx="61722" cy="801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52260" y="2190683"/>
            <a:ext cx="61722" cy="810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713982" y="2108758"/>
            <a:ext cx="61722" cy="819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775704" y="2025938"/>
            <a:ext cx="61722" cy="828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837426" y="1942223"/>
            <a:ext cx="61722" cy="837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899148" y="1857613"/>
            <a:ext cx="61722" cy="846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960870" y="1772107"/>
            <a:ext cx="61722" cy="855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022592" y="1685705"/>
            <a:ext cx="61722" cy="864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97280" y="587997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159002" y="586206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220724" y="5844159"/>
            <a:ext cx="61721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282445" y="5826252"/>
            <a:ext cx="61723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344168" y="580834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405890" y="579043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467612" y="577253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529334" y="575462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591056" y="573671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652778" y="571881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714500" y="570090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776222" y="5682996"/>
            <a:ext cx="61721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837943" y="5665089"/>
            <a:ext cx="61723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899666" y="564718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961388" y="562927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023110" y="561136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084832" y="559346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2146554" y="557555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2208276" y="555764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2269998" y="553974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2331720" y="552183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2393442" y="550392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2455164" y="5486019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2516886" y="546811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578608" y="545020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640330" y="543229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702052" y="541439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763774" y="539648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2825496" y="537857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2887218" y="536067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2948940" y="534276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010662" y="532485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072384" y="5306949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134106" y="528904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195828" y="527113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257550" y="525322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319272" y="523532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380994" y="5217414"/>
            <a:ext cx="61721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442715" y="5199507"/>
            <a:ext cx="61723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3504438" y="518160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3566160" y="516369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3627882" y="514578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3689604" y="5127879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3751326" y="510997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3813048" y="509206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3874770" y="5074158"/>
            <a:ext cx="61721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3936491" y="5056251"/>
            <a:ext cx="61723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3998214" y="503834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059936" y="502043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121658" y="500253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183380" y="498462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245102" y="496671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306824" y="4948809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368546" y="493090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430268" y="491299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491990" y="489508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553712" y="487718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615434" y="485927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677156" y="484136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738878" y="482346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800600" y="480555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862322" y="478764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924044" y="4769739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985766" y="475183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047488" y="473392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109210" y="471601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170932" y="469811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232654" y="468020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294376" y="466229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356098" y="464439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417820" y="462648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479542" y="460857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5541264" y="4590669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5602986" y="457276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5664708" y="455485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5726430" y="453694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5788152" y="451904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5849874" y="450113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5911596" y="448322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5973318" y="446532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6035040" y="444741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6096762" y="442950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158484" y="4411599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6220206" y="439369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281928" y="437578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6343650" y="435787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405372" y="433997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467094" y="432206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528816" y="430415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590538" y="428625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652260" y="426834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6713982" y="425043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775704" y="4232529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6837426" y="421462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899148" y="419671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6960870" y="417880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7022592" y="416090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7084314" y="414299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7146036" y="412508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7207758" y="410718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7269480" y="408927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7331202" y="4071366"/>
            <a:ext cx="61721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7392923" y="4053459"/>
            <a:ext cx="61723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7454646" y="403555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7516368" y="401764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7578090" y="399973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7639812" y="3981831"/>
            <a:ext cx="61721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7701533" y="3963924"/>
            <a:ext cx="61723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7763256" y="394601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7824978" y="392811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7886700" y="391020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7948422" y="389229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8010144" y="3874388"/>
            <a:ext cx="61722" cy="17908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8071866" y="385648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8133588" y="383857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8195310" y="3820667"/>
            <a:ext cx="61721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8257031" y="3802760"/>
            <a:ext cx="61723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8318754" y="378485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8380476" y="376694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8442198" y="3749039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8503920" y="373113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8565642" y="3713225"/>
            <a:ext cx="61721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8627363" y="3695319"/>
            <a:ext cx="61723" cy="17906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8689086" y="367741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8750808" y="365950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8812530" y="364159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8874252" y="362369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8935974" y="360578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8997696" y="358787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9059418" y="356997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9121140" y="355206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9182862" y="353415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9244584" y="3516249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9306306" y="349834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9368028" y="348043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9429750" y="346252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9491472" y="344462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9553194" y="342671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9614916" y="340880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9676638" y="339090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9738360" y="337299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9800082" y="335508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9861804" y="3337179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9923526" y="331927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9985248" y="330136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10046970" y="328345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10108692" y="3265551"/>
            <a:ext cx="61721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10170413" y="3247644"/>
            <a:ext cx="61723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10232136" y="322973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10293858" y="321183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0355580" y="3193923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0417302" y="3176016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0479024" y="3158109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0540746" y="3140202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0602468" y="3122295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0664190" y="3104388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0725912" y="3086481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0787634" y="3068574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0849356" y="3050667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0911078" y="3032760"/>
            <a:ext cx="61722" cy="17907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097280" y="5784626"/>
            <a:ext cx="61722" cy="1132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159002" y="5737714"/>
            <a:ext cx="61722" cy="469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220724" y="5701718"/>
            <a:ext cx="61721" cy="359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282445" y="5671372"/>
            <a:ext cx="61723" cy="303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1344168" y="5644636"/>
            <a:ext cx="61722" cy="267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1405890" y="5620465"/>
            <a:ext cx="61722" cy="241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1467612" y="5598238"/>
            <a:ext cx="61722" cy="222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1529334" y="5577549"/>
            <a:ext cx="61722" cy="206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1591056" y="5558118"/>
            <a:ext cx="61722" cy="194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1652778" y="5539740"/>
            <a:ext cx="61722" cy="183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1714500" y="5522259"/>
            <a:ext cx="61722" cy="174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1776222" y="5505557"/>
            <a:ext cx="61721" cy="167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1837943" y="5489537"/>
            <a:ext cx="61723" cy="160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1899666" y="5474123"/>
            <a:ext cx="61722" cy="1541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1961388" y="5459249"/>
            <a:ext cx="61722" cy="148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2023110" y="5444864"/>
            <a:ext cx="61722" cy="143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2084832" y="5430922"/>
            <a:ext cx="61722" cy="139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2146554" y="5417384"/>
            <a:ext cx="61722" cy="135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2208276" y="5404218"/>
            <a:ext cx="61722" cy="131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2269998" y="5391393"/>
            <a:ext cx="61722" cy="128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2331720" y="5378885"/>
            <a:ext cx="61722" cy="125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2393442" y="5366672"/>
            <a:ext cx="61722" cy="122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2455164" y="5354733"/>
            <a:ext cx="61722" cy="119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2516886" y="5343051"/>
            <a:ext cx="61722" cy="116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2578608" y="5331610"/>
            <a:ext cx="61722" cy="114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2640330" y="5320396"/>
            <a:ext cx="61722" cy="1121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2702052" y="5309395"/>
            <a:ext cx="61722" cy="110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2763774" y="5298597"/>
            <a:ext cx="61722" cy="107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2825496" y="5287989"/>
            <a:ext cx="61722" cy="106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2887218" y="5277563"/>
            <a:ext cx="61722" cy="104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2948940" y="5267309"/>
            <a:ext cx="61722" cy="102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3010662" y="5257219"/>
            <a:ext cx="61722" cy="100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3072384" y="5247286"/>
            <a:ext cx="61722" cy="99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3134106" y="5237502"/>
            <a:ext cx="61722" cy="97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3195828" y="5227861"/>
            <a:ext cx="61722" cy="96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3257550" y="5218357"/>
            <a:ext cx="61722" cy="95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3319272" y="5208983"/>
            <a:ext cx="61722" cy="93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3380994" y="5199736"/>
            <a:ext cx="61721" cy="92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3442715" y="5190610"/>
            <a:ext cx="61723" cy="91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3504438" y="5181600"/>
            <a:ext cx="61722" cy="90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3566160" y="5172701"/>
            <a:ext cx="61722" cy="88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3627882" y="5163911"/>
            <a:ext cx="61722" cy="87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3689604" y="5155225"/>
            <a:ext cx="61722" cy="86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3751326" y="5146639"/>
            <a:ext cx="61722" cy="85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3813048" y="5138150"/>
            <a:ext cx="61722" cy="84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3874770" y="5129755"/>
            <a:ext cx="61721" cy="83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3936491" y="5121450"/>
            <a:ext cx="61723" cy="83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3998214" y="5113234"/>
            <a:ext cx="61722" cy="82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4059936" y="5105103"/>
            <a:ext cx="61722" cy="81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4121658" y="5097054"/>
            <a:ext cx="61722" cy="80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4183380" y="5089086"/>
            <a:ext cx="61722" cy="79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4245102" y="5081195"/>
            <a:ext cx="61722" cy="78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4306824" y="5073379"/>
            <a:ext cx="61722" cy="78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4368546" y="5065637"/>
            <a:ext cx="61722" cy="77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4430268" y="5057967"/>
            <a:ext cx="61722" cy="76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4491990" y="5050366"/>
            <a:ext cx="61722" cy="76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4553712" y="5042832"/>
            <a:ext cx="61722" cy="75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4615434" y="5035364"/>
            <a:ext cx="61722" cy="74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4677156" y="5027960"/>
            <a:ext cx="61722" cy="74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4738878" y="5020619"/>
            <a:ext cx="61722" cy="73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4800600" y="5013339"/>
            <a:ext cx="61722" cy="72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4862322" y="5006118"/>
            <a:ext cx="61722" cy="72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4924044" y="4998955"/>
            <a:ext cx="61722" cy="71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4985766" y="4991849"/>
            <a:ext cx="61722" cy="71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5047488" y="4984798"/>
            <a:ext cx="61722" cy="70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5109210" y="4977801"/>
            <a:ext cx="61722" cy="69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5170932" y="4970857"/>
            <a:ext cx="61722" cy="69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5232654" y="4963965"/>
            <a:ext cx="61722" cy="68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5294376" y="4957123"/>
            <a:ext cx="61722" cy="68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5356098" y="4950330"/>
            <a:ext cx="61722" cy="67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5417820" y="4943586"/>
            <a:ext cx="61722" cy="67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5479542" y="4936889"/>
            <a:ext cx="61722" cy="66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5541264" y="4930239"/>
            <a:ext cx="61722" cy="66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5602986" y="4923633"/>
            <a:ext cx="61722" cy="66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5664708" y="4917073"/>
            <a:ext cx="61722" cy="65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5726430" y="4910556"/>
            <a:ext cx="61722" cy="65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5788152" y="4904081"/>
            <a:ext cx="61722" cy="64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5849874" y="4897649"/>
            <a:ext cx="61722" cy="64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5911596" y="4891258"/>
            <a:ext cx="61722" cy="63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5973318" y="4884907"/>
            <a:ext cx="61722" cy="63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6035040" y="4878595"/>
            <a:ext cx="61722" cy="63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6096762" y="4872323"/>
            <a:ext cx="61722" cy="62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6158484" y="4866088"/>
            <a:ext cx="61722" cy="62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6220206" y="4859891"/>
            <a:ext cx="61722" cy="61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6281928" y="4853731"/>
            <a:ext cx="61722" cy="61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6343650" y="4847607"/>
            <a:ext cx="61722" cy="61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6405372" y="4841518"/>
            <a:ext cx="61722" cy="60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6467094" y="4835465"/>
            <a:ext cx="61722" cy="60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6528816" y="4829445"/>
            <a:ext cx="61722" cy="60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6590538" y="4823460"/>
            <a:ext cx="61722" cy="59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6652260" y="4817507"/>
            <a:ext cx="61722" cy="59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6713982" y="4811587"/>
            <a:ext cx="61722" cy="59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6775704" y="4805699"/>
            <a:ext cx="61722" cy="58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6837426" y="4799843"/>
            <a:ext cx="61722" cy="58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V="1">
            <a:off x="6899148" y="4794018"/>
            <a:ext cx="61722" cy="58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V="1">
            <a:off x="6960870" y="4788223"/>
            <a:ext cx="61722" cy="57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7022592" y="4782459"/>
            <a:ext cx="61722" cy="57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7084314" y="4776724"/>
            <a:ext cx="61722" cy="57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7146036" y="4771018"/>
            <a:ext cx="61722" cy="57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7207758" y="4765341"/>
            <a:ext cx="61722" cy="56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7269480" y="4759693"/>
            <a:ext cx="61722" cy="56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7331202" y="4754072"/>
            <a:ext cx="61721" cy="56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7392923" y="4748479"/>
            <a:ext cx="61723" cy="559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7454646" y="4742913"/>
            <a:ext cx="61722" cy="55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7516368" y="4737373"/>
            <a:ext cx="61722" cy="55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7578090" y="4731860"/>
            <a:ext cx="61722" cy="55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7639812" y="4726373"/>
            <a:ext cx="61721" cy="54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7701533" y="4720911"/>
            <a:ext cx="61723" cy="54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7763256" y="4715475"/>
            <a:ext cx="61722" cy="54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7824978" y="4710063"/>
            <a:ext cx="61722" cy="54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7886700" y="4704677"/>
            <a:ext cx="61722" cy="53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7948422" y="4699314"/>
            <a:ext cx="61722" cy="53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8010144" y="4693975"/>
            <a:ext cx="61722" cy="53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8071866" y="4688660"/>
            <a:ext cx="61722" cy="53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8133588" y="4683368"/>
            <a:ext cx="61722" cy="52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8195310" y="4678099"/>
            <a:ext cx="61721" cy="526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8257031" y="4672852"/>
            <a:ext cx="61723" cy="52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V="1">
            <a:off x="8318754" y="4667628"/>
            <a:ext cx="61722" cy="52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8380476" y="4662426"/>
            <a:ext cx="61722" cy="52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V="1">
            <a:off x="8442198" y="4657246"/>
            <a:ext cx="61722" cy="51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8503920" y="4652088"/>
            <a:ext cx="61722" cy="51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8565642" y="4646950"/>
            <a:ext cx="61721" cy="51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8627363" y="4641834"/>
            <a:ext cx="61723" cy="51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8689086" y="4636738"/>
            <a:ext cx="61722" cy="50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V="1">
            <a:off x="8750808" y="4631663"/>
            <a:ext cx="61722" cy="50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V="1">
            <a:off x="8812530" y="4626609"/>
            <a:ext cx="61722" cy="50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8874252" y="4621574"/>
            <a:ext cx="61722" cy="50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8935974" y="4616559"/>
            <a:ext cx="61722" cy="50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8997696" y="4611563"/>
            <a:ext cx="61722" cy="49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9059418" y="4606587"/>
            <a:ext cx="61722" cy="49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V="1">
            <a:off x="9121140" y="4601630"/>
            <a:ext cx="61722" cy="49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V="1">
            <a:off x="9182862" y="4596692"/>
            <a:ext cx="61722" cy="49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V="1">
            <a:off x="9244584" y="4591773"/>
            <a:ext cx="61722" cy="49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9306306" y="4586872"/>
            <a:ext cx="61722" cy="49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9368028" y="4581989"/>
            <a:ext cx="61722" cy="48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9429750" y="4577124"/>
            <a:ext cx="61722" cy="48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9491472" y="4572278"/>
            <a:ext cx="61722" cy="48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9553194" y="4567448"/>
            <a:ext cx="61722" cy="48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9614916" y="4562637"/>
            <a:ext cx="61722" cy="48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9676638" y="4557842"/>
            <a:ext cx="61722" cy="47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9738360" y="4553065"/>
            <a:ext cx="61722" cy="47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9800082" y="4548305"/>
            <a:ext cx="61722" cy="47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9861804" y="4543561"/>
            <a:ext cx="61722" cy="47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9923526" y="4538834"/>
            <a:ext cx="61722" cy="47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9985248" y="4534123"/>
            <a:ext cx="61722" cy="47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10046970" y="4529428"/>
            <a:ext cx="61722" cy="46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10108692" y="4524750"/>
            <a:ext cx="61721" cy="46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V="1">
            <a:off x="10170413" y="4520087"/>
            <a:ext cx="61723" cy="46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10232136" y="4515441"/>
            <a:ext cx="61722" cy="46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10293858" y="4510809"/>
            <a:ext cx="61722" cy="46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10355580" y="4506193"/>
            <a:ext cx="61722" cy="46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10417302" y="4501593"/>
            <a:ext cx="61722" cy="46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V="1">
            <a:off x="10479024" y="4497007"/>
            <a:ext cx="61722" cy="45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10540746" y="4492437"/>
            <a:ext cx="61722" cy="45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10602468" y="4487881"/>
            <a:ext cx="61722" cy="45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10664190" y="4483340"/>
            <a:ext cx="61722" cy="45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10725912" y="4478813"/>
            <a:ext cx="61722" cy="45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10787634" y="4474301"/>
            <a:ext cx="61722" cy="45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10849356" y="4469803"/>
            <a:ext cx="61722" cy="44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V="1">
            <a:off x="10911078" y="4465320"/>
            <a:ext cx="61722" cy="44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Kinetic energy versus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constant mass: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57784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52486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81E3F"/>
                </a:solidFill>
                <a:latin typeface="Aptos"/>
              </a:rPr>
              <a:t>K = (1/2)mv^2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199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K is proportional to v^2, so K versus v is an upward parabola through the origin.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5623560"/>
            <a:ext cx="42062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132588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99648" y="56692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8" y="13258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K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858000" y="5623392"/>
            <a:ext cx="26289" cy="1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884289" y="5622888"/>
            <a:ext cx="26289" cy="5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910578" y="5622049"/>
            <a:ext cx="26289" cy="8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936867" y="5620873"/>
            <a:ext cx="26289" cy="11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963156" y="5619363"/>
            <a:ext cx="26289" cy="15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989445" y="5617516"/>
            <a:ext cx="26289" cy="18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015734" y="5615333"/>
            <a:ext cx="26289" cy="21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042023" y="5612815"/>
            <a:ext cx="26289" cy="25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68312" y="5609961"/>
            <a:ext cx="26289" cy="28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094601" y="5606772"/>
            <a:ext cx="26289" cy="31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20890" y="5603246"/>
            <a:ext cx="26289" cy="35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147179" y="5599385"/>
            <a:ext cx="26289" cy="38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73468" y="5595188"/>
            <a:ext cx="26289" cy="41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99757" y="5590655"/>
            <a:ext cx="26289" cy="45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226046" y="5585787"/>
            <a:ext cx="26289" cy="48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252335" y="5580583"/>
            <a:ext cx="26289" cy="52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278624" y="5575043"/>
            <a:ext cx="26289" cy="55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04913" y="5569167"/>
            <a:ext cx="26289" cy="58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331202" y="5562955"/>
            <a:ext cx="26289" cy="62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357491" y="5556408"/>
            <a:ext cx="26288" cy="65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383779" y="5549525"/>
            <a:ext cx="26290" cy="68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410069" y="5542306"/>
            <a:ext cx="26289" cy="72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436358" y="5534752"/>
            <a:ext cx="26288" cy="75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462646" y="5526862"/>
            <a:ext cx="26290" cy="78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488936" y="5518636"/>
            <a:ext cx="26289" cy="82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515225" y="5510074"/>
            <a:ext cx="26289" cy="85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541514" y="5501176"/>
            <a:ext cx="26288" cy="88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567802" y="5491943"/>
            <a:ext cx="26290" cy="92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594092" y="5482374"/>
            <a:ext cx="26289" cy="95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620381" y="5472469"/>
            <a:ext cx="26289" cy="99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646670" y="5462229"/>
            <a:ext cx="26288" cy="102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672958" y="5451652"/>
            <a:ext cx="26290" cy="105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699248" y="5440740"/>
            <a:ext cx="26289" cy="109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725537" y="5429492"/>
            <a:ext cx="26288" cy="112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751825" y="5417909"/>
            <a:ext cx="26290" cy="115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778115" y="5405989"/>
            <a:ext cx="26289" cy="119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804404" y="5393734"/>
            <a:ext cx="26289" cy="122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830693" y="5381143"/>
            <a:ext cx="26288" cy="125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856981" y="5368217"/>
            <a:ext cx="26290" cy="129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883271" y="5354955"/>
            <a:ext cx="26289" cy="132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909560" y="5341356"/>
            <a:ext cx="26288" cy="135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935848" y="5327422"/>
            <a:ext cx="26290" cy="139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962138" y="5313153"/>
            <a:ext cx="26289" cy="142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988427" y="5298547"/>
            <a:ext cx="26289" cy="146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014716" y="5283606"/>
            <a:ext cx="26288" cy="149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041004" y="5268329"/>
            <a:ext cx="26290" cy="152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067294" y="5252717"/>
            <a:ext cx="26289" cy="156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093583" y="5236768"/>
            <a:ext cx="26288" cy="159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119871" y="5220484"/>
            <a:ext cx="26290" cy="162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146161" y="5203864"/>
            <a:ext cx="26289" cy="166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172450" y="5186908"/>
            <a:ext cx="26289" cy="169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198739" y="5169617"/>
            <a:ext cx="26288" cy="17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225027" y="5151990"/>
            <a:ext cx="26290" cy="176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251317" y="5134027"/>
            <a:ext cx="26289" cy="179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277606" y="5115728"/>
            <a:ext cx="26289" cy="182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303895" y="5097094"/>
            <a:ext cx="26288" cy="186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330183" y="5078123"/>
            <a:ext cx="26290" cy="189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356473" y="5058817"/>
            <a:ext cx="26289" cy="193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382762" y="5039176"/>
            <a:ext cx="26289" cy="196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409051" y="5019198"/>
            <a:ext cx="26289" cy="199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435340" y="4998885"/>
            <a:ext cx="26289" cy="203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461629" y="4978236"/>
            <a:ext cx="26289" cy="206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487918" y="4957251"/>
            <a:ext cx="26289" cy="209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514207" y="4935931"/>
            <a:ext cx="26289" cy="213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540496" y="4914274"/>
            <a:ext cx="26289" cy="216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566785" y="4892282"/>
            <a:ext cx="26289" cy="219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593074" y="4869955"/>
            <a:ext cx="26289" cy="223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619363" y="4847291"/>
            <a:ext cx="26289" cy="226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645652" y="4824292"/>
            <a:ext cx="26289" cy="229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671941" y="4800957"/>
            <a:ext cx="26289" cy="233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698230" y="4777286"/>
            <a:ext cx="26289" cy="236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724519" y="4753279"/>
            <a:ext cx="26289" cy="240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750808" y="4728937"/>
            <a:ext cx="26289" cy="243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777097" y="4704259"/>
            <a:ext cx="26289" cy="246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803386" y="4679245"/>
            <a:ext cx="26289" cy="250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829675" y="4653895"/>
            <a:ext cx="26288" cy="253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855963" y="4628210"/>
            <a:ext cx="26290" cy="256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882253" y="4602189"/>
            <a:ext cx="26289" cy="260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908542" y="4575832"/>
            <a:ext cx="26289" cy="263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934831" y="4549140"/>
            <a:ext cx="26289" cy="266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61120" y="4522111"/>
            <a:ext cx="26289" cy="270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987409" y="4494747"/>
            <a:ext cx="26289" cy="273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13698" y="4467047"/>
            <a:ext cx="26289" cy="277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039987" y="4439011"/>
            <a:ext cx="26289" cy="280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066276" y="4410640"/>
            <a:ext cx="26289" cy="283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092565" y="4381933"/>
            <a:ext cx="26289" cy="287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118854" y="4352890"/>
            <a:ext cx="26288" cy="290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145142" y="4323511"/>
            <a:ext cx="26290" cy="293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171432" y="4293797"/>
            <a:ext cx="26289" cy="297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197721" y="4263747"/>
            <a:ext cx="26289" cy="300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224010" y="4233361"/>
            <a:ext cx="26289" cy="303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250299" y="4202639"/>
            <a:ext cx="26289" cy="307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276588" y="4171582"/>
            <a:ext cx="26289" cy="310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302877" y="4140188"/>
            <a:ext cx="26289" cy="313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329166" y="4108459"/>
            <a:ext cx="26289" cy="317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355455" y="4076395"/>
            <a:ext cx="26289" cy="320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381744" y="4043994"/>
            <a:ext cx="26289" cy="324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408033" y="4011258"/>
            <a:ext cx="26289" cy="327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434322" y="3978186"/>
            <a:ext cx="26289" cy="330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460611" y="3944778"/>
            <a:ext cx="26289" cy="334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486900" y="3911035"/>
            <a:ext cx="26288" cy="337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513188" y="3876955"/>
            <a:ext cx="26290" cy="340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539478" y="3842540"/>
            <a:ext cx="26289" cy="344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565767" y="3807790"/>
            <a:ext cx="26289" cy="347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592056" y="3772703"/>
            <a:ext cx="26289" cy="350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618345" y="3737281"/>
            <a:ext cx="26289" cy="354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644634" y="3701523"/>
            <a:ext cx="26289" cy="357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670923" y="3665429"/>
            <a:ext cx="26289" cy="360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697212" y="3628999"/>
            <a:ext cx="26289" cy="364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723501" y="3592234"/>
            <a:ext cx="26289" cy="367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749790" y="3555133"/>
            <a:ext cx="26289" cy="371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776079" y="3517696"/>
            <a:ext cx="26288" cy="374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802367" y="3479924"/>
            <a:ext cx="26290" cy="377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828657" y="3441815"/>
            <a:ext cx="26289" cy="381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854946" y="3403371"/>
            <a:ext cx="26289" cy="384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881235" y="3364591"/>
            <a:ext cx="26289" cy="387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907524" y="3325476"/>
            <a:ext cx="26289" cy="391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933813" y="3286024"/>
            <a:ext cx="26289" cy="394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960102" y="3246237"/>
            <a:ext cx="26289" cy="397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986391" y="3206115"/>
            <a:ext cx="26289" cy="401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0012680" y="3165656"/>
            <a:ext cx="26289" cy="404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0038969" y="3124861"/>
            <a:ext cx="26289" cy="407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0065258" y="3083731"/>
            <a:ext cx="26289" cy="411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091547" y="3042265"/>
            <a:ext cx="26289" cy="414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117836" y="3000464"/>
            <a:ext cx="26289" cy="418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144125" y="2958326"/>
            <a:ext cx="26288" cy="421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170413" y="2915853"/>
            <a:ext cx="26290" cy="424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196703" y="2873044"/>
            <a:ext cx="26289" cy="428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222992" y="2829900"/>
            <a:ext cx="26289" cy="431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249281" y="2786419"/>
            <a:ext cx="26289" cy="434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275570" y="2742603"/>
            <a:ext cx="26289" cy="438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301859" y="2698451"/>
            <a:ext cx="26289" cy="441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328148" y="2653963"/>
            <a:ext cx="26289" cy="444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354437" y="2609140"/>
            <a:ext cx="26289" cy="448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380726" y="2563981"/>
            <a:ext cx="26289" cy="451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407015" y="2518486"/>
            <a:ext cx="26289" cy="454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0433304" y="2472655"/>
            <a:ext cx="26288" cy="458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0459592" y="2426488"/>
            <a:ext cx="26290" cy="461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485882" y="2379986"/>
            <a:ext cx="26289" cy="465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512171" y="2333148"/>
            <a:ext cx="26288" cy="468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538459" y="2285974"/>
            <a:ext cx="26290" cy="471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564749" y="2238465"/>
            <a:ext cx="26289" cy="475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591038" y="2190620"/>
            <a:ext cx="26289" cy="478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617327" y="2142439"/>
            <a:ext cx="26289" cy="481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643616" y="2093922"/>
            <a:ext cx="26289" cy="485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669905" y="2045069"/>
            <a:ext cx="26289" cy="488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696194" y="1995881"/>
            <a:ext cx="26289" cy="491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722483" y="1946357"/>
            <a:ext cx="26289" cy="495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748772" y="1896497"/>
            <a:ext cx="26289" cy="498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775061" y="1846302"/>
            <a:ext cx="26289" cy="501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801350" y="1795770"/>
            <a:ext cx="26288" cy="505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827638" y="1744903"/>
            <a:ext cx="26290" cy="508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853928" y="1693700"/>
            <a:ext cx="26289" cy="512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880217" y="1642162"/>
            <a:ext cx="26288" cy="515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906505" y="1590288"/>
            <a:ext cx="26290" cy="518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932795" y="1538077"/>
            <a:ext cx="26289" cy="522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959084" y="1485532"/>
            <a:ext cx="26288" cy="525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985372" y="1432650"/>
            <a:ext cx="26290" cy="528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1011662" y="1379433"/>
            <a:ext cx="26289" cy="532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1037951" y="1325880"/>
            <a:ext cx="26289" cy="53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the kinetic-energy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Mass is constant, so K depends on the square of speed.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v becomes 2v  -&gt;  K becomes 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v becomes 3v  -&gt;  K becomes 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Speed cannot be negative, so the physical K-v graph uses only v&gt;=0.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The curve starts at the origin and becomes steeper as speed increases.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OSCILLATIONS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pendulum: T versus length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small oscillations: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57784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52486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081E3F"/>
                </a:solidFill>
                <a:latin typeface="Aptos"/>
              </a:rPr>
              <a:t>T = 2pi sqrt(L/g)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199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 is proportional to sqrt(L): it rises, but its slope gradually decreases.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5623560"/>
            <a:ext cx="42062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132588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99648" y="566928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8" y="13258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858000" y="5368738"/>
            <a:ext cx="26289" cy="2548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884289" y="5263188"/>
            <a:ext cx="26289" cy="1055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910578" y="5182196"/>
            <a:ext cx="26289" cy="809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936867" y="5113917"/>
            <a:ext cx="26289" cy="682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963156" y="5053762"/>
            <a:ext cx="26289" cy="601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989445" y="4999378"/>
            <a:ext cx="26289" cy="543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015734" y="4949366"/>
            <a:ext cx="26289" cy="500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042023" y="4902817"/>
            <a:ext cx="26289" cy="465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68312" y="4859096"/>
            <a:ext cx="26289" cy="437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094601" y="4817745"/>
            <a:ext cx="26289" cy="413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20890" y="4778414"/>
            <a:ext cx="26289" cy="393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147179" y="4740833"/>
            <a:ext cx="26289" cy="375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73468" y="4704789"/>
            <a:ext cx="26289" cy="360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99757" y="4670106"/>
            <a:ext cx="26289" cy="346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226046" y="4636642"/>
            <a:ext cx="26289" cy="334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252335" y="4604275"/>
            <a:ext cx="26289" cy="323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278624" y="4572905"/>
            <a:ext cx="26289" cy="313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04913" y="4542445"/>
            <a:ext cx="26289" cy="304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331202" y="4512820"/>
            <a:ext cx="26289" cy="296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357491" y="4483965"/>
            <a:ext cx="26288" cy="288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383779" y="4455823"/>
            <a:ext cx="26290" cy="281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410069" y="4428343"/>
            <a:ext cx="26289" cy="27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436358" y="4401481"/>
            <a:ext cx="26288" cy="268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462646" y="4375196"/>
            <a:ext cx="26290" cy="262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488936" y="4349454"/>
            <a:ext cx="26289" cy="257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515225" y="4324222"/>
            <a:ext cx="26289" cy="252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541514" y="4299470"/>
            <a:ext cx="26288" cy="247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567802" y="4275173"/>
            <a:ext cx="26290" cy="242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594092" y="4251306"/>
            <a:ext cx="26289" cy="238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620381" y="4227847"/>
            <a:ext cx="26289" cy="234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646670" y="4204776"/>
            <a:ext cx="26288" cy="230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672958" y="4182074"/>
            <a:ext cx="26290" cy="227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699248" y="4159724"/>
            <a:ext cx="26289" cy="223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725537" y="4137710"/>
            <a:ext cx="26288" cy="2201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751825" y="4116018"/>
            <a:ext cx="26290" cy="2169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778115" y="4094633"/>
            <a:ext cx="26289" cy="213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804404" y="4073543"/>
            <a:ext cx="26288" cy="210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830692" y="4052737"/>
            <a:ext cx="26289" cy="208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856981" y="4032202"/>
            <a:ext cx="26290" cy="205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883271" y="4011930"/>
            <a:ext cx="26289" cy="202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909560" y="3991908"/>
            <a:ext cx="26289" cy="200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935849" y="3972130"/>
            <a:ext cx="26289" cy="197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962138" y="3952586"/>
            <a:ext cx="26289" cy="195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988427" y="3933268"/>
            <a:ext cx="26289" cy="193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014716" y="3914168"/>
            <a:ext cx="26288" cy="191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041004" y="3895279"/>
            <a:ext cx="26290" cy="188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067294" y="3876594"/>
            <a:ext cx="26289" cy="186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093583" y="3858107"/>
            <a:ext cx="26288" cy="184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119871" y="3839812"/>
            <a:ext cx="26290" cy="182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146161" y="3821702"/>
            <a:ext cx="26289" cy="181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172450" y="3803773"/>
            <a:ext cx="26289" cy="179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198739" y="3786019"/>
            <a:ext cx="26288" cy="177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225027" y="3768434"/>
            <a:ext cx="26290" cy="175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251317" y="3751015"/>
            <a:ext cx="26289" cy="17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277606" y="3733756"/>
            <a:ext cx="26289" cy="172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303895" y="3716653"/>
            <a:ext cx="26288" cy="171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330183" y="3699703"/>
            <a:ext cx="26290" cy="169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356473" y="3682900"/>
            <a:ext cx="26289" cy="168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382762" y="3666242"/>
            <a:ext cx="26289" cy="166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409051" y="3649724"/>
            <a:ext cx="26289" cy="165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435340" y="3633343"/>
            <a:ext cx="26289" cy="163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461629" y="3617096"/>
            <a:ext cx="26288" cy="162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487917" y="3600980"/>
            <a:ext cx="26290" cy="1611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514207" y="3584991"/>
            <a:ext cx="26289" cy="159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540496" y="3569126"/>
            <a:ext cx="26289" cy="158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566785" y="3553383"/>
            <a:ext cx="26289" cy="157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593074" y="3537759"/>
            <a:ext cx="26289" cy="156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619363" y="3522251"/>
            <a:ext cx="26289" cy="155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645652" y="3506857"/>
            <a:ext cx="26289" cy="153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671941" y="3491573"/>
            <a:ext cx="26289" cy="152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698230" y="3476399"/>
            <a:ext cx="26289" cy="151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724519" y="3461331"/>
            <a:ext cx="26289" cy="1506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750808" y="3446367"/>
            <a:ext cx="26289" cy="149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777097" y="3431506"/>
            <a:ext cx="26289" cy="148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803386" y="3416744"/>
            <a:ext cx="26289" cy="147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829675" y="3402081"/>
            <a:ext cx="26289" cy="146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855964" y="3387514"/>
            <a:ext cx="26289" cy="145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882253" y="3373041"/>
            <a:ext cx="26289" cy="144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908542" y="3358660"/>
            <a:ext cx="26289" cy="143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934831" y="3344370"/>
            <a:ext cx="26289" cy="142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61120" y="3330170"/>
            <a:ext cx="26289" cy="142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987409" y="3316057"/>
            <a:ext cx="26289" cy="141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13698" y="3302029"/>
            <a:ext cx="26289" cy="140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039987" y="3288086"/>
            <a:ext cx="26289" cy="139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066276" y="3274225"/>
            <a:ext cx="26289" cy="138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092565" y="3260446"/>
            <a:ext cx="26289" cy="137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118854" y="3246747"/>
            <a:ext cx="26288" cy="136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145142" y="3233126"/>
            <a:ext cx="26290" cy="136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171432" y="3219582"/>
            <a:ext cx="26289" cy="135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197721" y="3206115"/>
            <a:ext cx="26289" cy="134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224010" y="3192721"/>
            <a:ext cx="26289" cy="133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250299" y="3179402"/>
            <a:ext cx="26289" cy="133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276588" y="3166154"/>
            <a:ext cx="26289" cy="132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302877" y="3152977"/>
            <a:ext cx="26289" cy="131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329166" y="3139871"/>
            <a:ext cx="26289" cy="131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355455" y="3126833"/>
            <a:ext cx="26289" cy="130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381744" y="3113863"/>
            <a:ext cx="26289" cy="129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408033" y="3100960"/>
            <a:ext cx="26289" cy="129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434322" y="3088122"/>
            <a:ext cx="26289" cy="128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460611" y="3075349"/>
            <a:ext cx="26289" cy="127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486900" y="3062639"/>
            <a:ext cx="26289" cy="127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513189" y="3049993"/>
            <a:ext cx="26289" cy="126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539478" y="3037408"/>
            <a:ext cx="26289" cy="125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565767" y="3024884"/>
            <a:ext cx="26289" cy="125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592056" y="3012420"/>
            <a:ext cx="26289" cy="124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618345" y="3000016"/>
            <a:ext cx="26289" cy="124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644634" y="2987670"/>
            <a:ext cx="26289" cy="123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670923" y="2975381"/>
            <a:ext cx="26289" cy="122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697212" y="2963149"/>
            <a:ext cx="26289" cy="122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723501" y="2950973"/>
            <a:ext cx="26289" cy="121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749790" y="2938853"/>
            <a:ext cx="26289" cy="121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776079" y="2926787"/>
            <a:ext cx="26288" cy="120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802367" y="2914774"/>
            <a:ext cx="26290" cy="120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828657" y="2902815"/>
            <a:ext cx="26289" cy="119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854946" y="2890908"/>
            <a:ext cx="26289" cy="1190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881235" y="2879053"/>
            <a:ext cx="26289" cy="118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907524" y="2867248"/>
            <a:ext cx="26289" cy="118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933813" y="2855494"/>
            <a:ext cx="26289" cy="117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960102" y="2843790"/>
            <a:ext cx="26288" cy="117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986390" y="2832134"/>
            <a:ext cx="26290" cy="116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0012680" y="2820528"/>
            <a:ext cx="26289" cy="116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0038969" y="2808969"/>
            <a:ext cx="26289" cy="115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0065258" y="2797457"/>
            <a:ext cx="26289" cy="115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091547" y="2785992"/>
            <a:ext cx="26289" cy="114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117836" y="2774573"/>
            <a:ext cx="26289" cy="114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144125" y="2763200"/>
            <a:ext cx="26289" cy="113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170414" y="2751872"/>
            <a:ext cx="26289" cy="1132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196703" y="2740588"/>
            <a:ext cx="26289" cy="112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222992" y="2729348"/>
            <a:ext cx="26289" cy="1124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249281" y="2718152"/>
            <a:ext cx="26288" cy="111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275569" y="2706999"/>
            <a:ext cx="26290" cy="111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301859" y="2695888"/>
            <a:ext cx="26289" cy="111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328148" y="2684819"/>
            <a:ext cx="26289" cy="1106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354437" y="2673792"/>
            <a:ext cx="26289" cy="110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380726" y="2662806"/>
            <a:ext cx="26289" cy="109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407015" y="2651861"/>
            <a:ext cx="26289" cy="109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0433304" y="2640955"/>
            <a:ext cx="26288" cy="1090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0459592" y="2630090"/>
            <a:ext cx="26290" cy="108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485882" y="2619263"/>
            <a:ext cx="26289" cy="108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512171" y="2608476"/>
            <a:ext cx="26288" cy="1078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538459" y="2597727"/>
            <a:ext cx="26290" cy="107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564749" y="2587016"/>
            <a:ext cx="26289" cy="107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591038" y="2576343"/>
            <a:ext cx="26288" cy="106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617326" y="2565707"/>
            <a:ext cx="26290" cy="106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643616" y="2555107"/>
            <a:ext cx="26289" cy="106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669905" y="2544545"/>
            <a:ext cx="26289" cy="105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696194" y="2534018"/>
            <a:ext cx="26289" cy="105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722483" y="2523527"/>
            <a:ext cx="26289" cy="1049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748772" y="2513072"/>
            <a:ext cx="26289" cy="104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775061" y="2502651"/>
            <a:ext cx="26289" cy="104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801350" y="2492266"/>
            <a:ext cx="26288" cy="103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827638" y="2481914"/>
            <a:ext cx="26290" cy="103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853928" y="2471597"/>
            <a:ext cx="26289" cy="103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880217" y="2461313"/>
            <a:ext cx="26288" cy="102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906505" y="2451063"/>
            <a:ext cx="26290" cy="102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932795" y="2440845"/>
            <a:ext cx="26289" cy="102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959084" y="2430661"/>
            <a:ext cx="26289" cy="101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985373" y="2420508"/>
            <a:ext cx="26289" cy="101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1011662" y="2410388"/>
            <a:ext cx="26289" cy="101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1037951" y="2400300"/>
            <a:ext cx="26289" cy="100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the pendulum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one place, g is constant. The period depends on the square root of length.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C8FF"/>
                </a:solidFill>
                <a:latin typeface="Aptos"/>
              </a:rPr>
              <a:t>T is proportional to sqrt(L)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L becomes 4L  -&gt;  T becomes 2T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L becomes 9L  -&gt;  T becomes 3T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5AD680"/>
                </a:solidFill>
                <a:latin typeface="Aptos"/>
              </a:rPr>
              <a:t>T^2 versus L is a straight line through the origin.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GRAVITATION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Kepler's third 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For planets orbiting the same central body: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36192"/>
            <a:ext cx="5303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5"/>
            <a:ext cx="4974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81E3F"/>
                </a:solidFill>
                <a:latin typeface="Aptos"/>
              </a:rPr>
              <a:t>T^2 is proportional to R^3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98063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T is proportional to R^(3/2)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55263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 versus R is a rising curved graph.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5669279"/>
            <a:ext cx="46634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899648" y="5714999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2801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400800" y="5667111"/>
            <a:ext cx="29146" cy="21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429946" y="5663146"/>
            <a:ext cx="29147" cy="39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459093" y="5658011"/>
            <a:ext cx="29146" cy="51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488239" y="5651930"/>
            <a:ext cx="29147" cy="60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517386" y="5645033"/>
            <a:ext cx="29146" cy="68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546532" y="5637406"/>
            <a:ext cx="29147" cy="76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575679" y="5629115"/>
            <a:ext cx="29146" cy="8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604825" y="5620208"/>
            <a:ext cx="29147" cy="89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33972" y="5610725"/>
            <a:ext cx="29146" cy="94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663118" y="5600699"/>
            <a:ext cx="29147" cy="100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92265" y="5590159"/>
            <a:ext cx="29146" cy="105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721411" y="5579129"/>
            <a:ext cx="29147" cy="110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750558" y="5567628"/>
            <a:ext cx="29146" cy="115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779704" y="5555677"/>
            <a:ext cx="29147" cy="119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808851" y="5543290"/>
            <a:ext cx="29146" cy="123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837997" y="5530483"/>
            <a:ext cx="29147" cy="128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867144" y="5517270"/>
            <a:ext cx="29146" cy="132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896290" y="5503662"/>
            <a:ext cx="29147" cy="136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925437" y="5489671"/>
            <a:ext cx="29146" cy="139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954583" y="5475306"/>
            <a:ext cx="29147" cy="143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983730" y="5460578"/>
            <a:ext cx="29146" cy="147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012876" y="5445494"/>
            <a:ext cx="29147" cy="150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042023" y="5430064"/>
            <a:ext cx="29146" cy="154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071169" y="5414295"/>
            <a:ext cx="29147" cy="157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100316" y="5398193"/>
            <a:ext cx="29146" cy="161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129462" y="5381766"/>
            <a:ext cx="29147" cy="164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158609" y="5365021"/>
            <a:ext cx="29146" cy="167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187755" y="5347962"/>
            <a:ext cx="29147" cy="170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216902" y="5330596"/>
            <a:ext cx="29146" cy="173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246048" y="5312927"/>
            <a:ext cx="29147" cy="176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75195" y="5294962"/>
            <a:ext cx="29146" cy="179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304341" y="5276705"/>
            <a:ext cx="29147" cy="182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333488" y="5258160"/>
            <a:ext cx="29146" cy="185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362634" y="5239332"/>
            <a:ext cx="29147" cy="188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391781" y="5220224"/>
            <a:ext cx="29146" cy="191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420927" y="5200842"/>
            <a:ext cx="29147" cy="193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450074" y="5181189"/>
            <a:ext cx="29146" cy="196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479220" y="5161269"/>
            <a:ext cx="29147" cy="199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508367" y="5141084"/>
            <a:ext cx="29146" cy="201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537513" y="5120640"/>
            <a:ext cx="29147" cy="204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566660" y="5099937"/>
            <a:ext cx="29146" cy="207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595806" y="5078981"/>
            <a:ext cx="29146" cy="209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624952" y="5057774"/>
            <a:ext cx="29147" cy="212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7654099" y="5036319"/>
            <a:ext cx="29147" cy="214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683246" y="5014619"/>
            <a:ext cx="29146" cy="217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712392" y="4992676"/>
            <a:ext cx="29147" cy="219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741539" y="4970493"/>
            <a:ext cx="29146" cy="221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770685" y="4948073"/>
            <a:ext cx="29146" cy="224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799831" y="4925419"/>
            <a:ext cx="29147" cy="226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828978" y="4902532"/>
            <a:ext cx="29147" cy="228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858125" y="4879415"/>
            <a:ext cx="29146" cy="231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887271" y="4856070"/>
            <a:ext cx="29147" cy="233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916418" y="4832500"/>
            <a:ext cx="29146" cy="235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945564" y="4808706"/>
            <a:ext cx="29147" cy="237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974711" y="4784691"/>
            <a:ext cx="29146" cy="240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003857" y="4760456"/>
            <a:ext cx="29147" cy="242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033004" y="4736004"/>
            <a:ext cx="29146" cy="244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062150" y="4711337"/>
            <a:ext cx="29146" cy="246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091296" y="4686456"/>
            <a:ext cx="29147" cy="248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120443" y="4661363"/>
            <a:ext cx="29147" cy="250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149590" y="4636061"/>
            <a:ext cx="29146" cy="253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178736" y="4610550"/>
            <a:ext cx="29147" cy="255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207883" y="4584833"/>
            <a:ext cx="29146" cy="257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237029" y="4558910"/>
            <a:ext cx="29146" cy="259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266175" y="4532785"/>
            <a:ext cx="29147" cy="261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295322" y="4506457"/>
            <a:ext cx="29147" cy="263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324469" y="4479929"/>
            <a:ext cx="29146" cy="265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353615" y="4453203"/>
            <a:ext cx="29147" cy="267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382762" y="4426280"/>
            <a:ext cx="29146" cy="269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411908" y="4399160"/>
            <a:ext cx="29147" cy="271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441055" y="4371846"/>
            <a:ext cx="29146" cy="273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470201" y="4344339"/>
            <a:ext cx="29147" cy="275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499348" y="4316641"/>
            <a:ext cx="29146" cy="276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528494" y="4288752"/>
            <a:ext cx="29147" cy="278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57641" y="4260674"/>
            <a:ext cx="29146" cy="280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586787" y="4232408"/>
            <a:ext cx="29147" cy="282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615934" y="4203956"/>
            <a:ext cx="29146" cy="284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645080" y="4175318"/>
            <a:ext cx="29147" cy="286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674227" y="4146496"/>
            <a:ext cx="29146" cy="288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703373" y="4117491"/>
            <a:ext cx="29147" cy="290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732520" y="4088304"/>
            <a:ext cx="29146" cy="291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761666" y="4058937"/>
            <a:ext cx="29147" cy="293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790813" y="4029390"/>
            <a:ext cx="29146" cy="295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819959" y="3999664"/>
            <a:ext cx="29147" cy="297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849106" y="3969761"/>
            <a:ext cx="29146" cy="299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878252" y="3939682"/>
            <a:ext cx="29147" cy="300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907399" y="3909427"/>
            <a:ext cx="29146" cy="302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936545" y="3878997"/>
            <a:ext cx="29147" cy="304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965692" y="3848395"/>
            <a:ext cx="29146" cy="306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994838" y="3817619"/>
            <a:ext cx="29147" cy="307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023985" y="3786673"/>
            <a:ext cx="29146" cy="309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053131" y="3755556"/>
            <a:ext cx="29147" cy="311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082278" y="3724269"/>
            <a:ext cx="29146" cy="312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111424" y="3692814"/>
            <a:ext cx="29147" cy="314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140571" y="3661191"/>
            <a:ext cx="29146" cy="316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169717" y="3629401"/>
            <a:ext cx="29146" cy="317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198863" y="3597445"/>
            <a:ext cx="29147" cy="319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228010" y="3565324"/>
            <a:ext cx="29147" cy="321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257157" y="3533038"/>
            <a:ext cx="29146" cy="322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286303" y="3500589"/>
            <a:ext cx="29147" cy="324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315450" y="3467978"/>
            <a:ext cx="29146" cy="326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344596" y="3435205"/>
            <a:ext cx="29146" cy="327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373742" y="3402270"/>
            <a:ext cx="29147" cy="329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402889" y="3369175"/>
            <a:ext cx="29147" cy="330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432036" y="3335921"/>
            <a:ext cx="29146" cy="332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461182" y="3302508"/>
            <a:ext cx="29147" cy="334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490329" y="3268937"/>
            <a:ext cx="29146" cy="335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519475" y="3235209"/>
            <a:ext cx="29147" cy="337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548622" y="3201325"/>
            <a:ext cx="29146" cy="338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577768" y="3167284"/>
            <a:ext cx="29147" cy="340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606915" y="3133089"/>
            <a:ext cx="29146" cy="341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636061" y="3098739"/>
            <a:ext cx="29147" cy="343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665208" y="3064235"/>
            <a:ext cx="29146" cy="345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694354" y="3029578"/>
            <a:ext cx="29147" cy="346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723501" y="2994769"/>
            <a:ext cx="29146" cy="348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752647" y="2959809"/>
            <a:ext cx="29147" cy="349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781794" y="2924697"/>
            <a:ext cx="29146" cy="351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810940" y="2889435"/>
            <a:ext cx="29147" cy="352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840087" y="2854023"/>
            <a:ext cx="29146" cy="354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869233" y="2818462"/>
            <a:ext cx="29147" cy="355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898380" y="2782753"/>
            <a:ext cx="29146" cy="357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927526" y="2746896"/>
            <a:ext cx="29147" cy="358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956673" y="2710891"/>
            <a:ext cx="29146" cy="360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985819" y="2674740"/>
            <a:ext cx="29147" cy="361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014966" y="2638443"/>
            <a:ext cx="29146" cy="362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044112" y="2602000"/>
            <a:ext cx="29147" cy="364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073259" y="2565413"/>
            <a:ext cx="29146" cy="365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102405" y="2528681"/>
            <a:ext cx="29147" cy="367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131552" y="2491805"/>
            <a:ext cx="29146" cy="368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160698" y="2454786"/>
            <a:ext cx="29147" cy="370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189845" y="2417625"/>
            <a:ext cx="29146" cy="371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218991" y="2380321"/>
            <a:ext cx="29147" cy="373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248138" y="2342876"/>
            <a:ext cx="29146" cy="374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277284" y="2305290"/>
            <a:ext cx="29147" cy="375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306431" y="2267563"/>
            <a:ext cx="29146" cy="377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0335577" y="2229696"/>
            <a:ext cx="29147" cy="378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0364724" y="2191690"/>
            <a:ext cx="29146" cy="380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393870" y="2153545"/>
            <a:ext cx="29147" cy="381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423017" y="2115261"/>
            <a:ext cx="29146" cy="382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452163" y="2076839"/>
            <a:ext cx="29146" cy="384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481309" y="2038280"/>
            <a:ext cx="29147" cy="385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510456" y="1999584"/>
            <a:ext cx="29147" cy="386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539603" y="1960752"/>
            <a:ext cx="29146" cy="388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568749" y="1921783"/>
            <a:ext cx="29147" cy="389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597896" y="1882679"/>
            <a:ext cx="29146" cy="391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627042" y="1843440"/>
            <a:ext cx="29146" cy="392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656188" y="1804066"/>
            <a:ext cx="29147" cy="393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685335" y="1764558"/>
            <a:ext cx="29147" cy="395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714482" y="1724916"/>
            <a:ext cx="29146" cy="396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743628" y="1685142"/>
            <a:ext cx="29147" cy="397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772775" y="1645234"/>
            <a:ext cx="29146" cy="399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801921" y="1605194"/>
            <a:ext cx="29146" cy="400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831067" y="1565022"/>
            <a:ext cx="29147" cy="401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860214" y="1524718"/>
            <a:ext cx="29147" cy="403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889361" y="1484284"/>
            <a:ext cx="29146" cy="404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918507" y="1443718"/>
            <a:ext cx="29147" cy="405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947654" y="1403023"/>
            <a:ext cx="29146" cy="406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976800" y="1362198"/>
            <a:ext cx="29147" cy="408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1005947" y="1321243"/>
            <a:ext cx="29146" cy="409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1035093" y="1280159"/>
            <a:ext cx="29147" cy="410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Theory of Kepler's third-law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 is orbital period and R is the orbital radius or semi-major axis.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T^2/R^3 = constant for bodies orbiting the same central 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Therefore T^2 plotted against R^3 gives a straight line through the origin.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But T plotted directly against R is a curved graph because T is proportional to R^(3/2).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The constant changes if the central mass changes.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Kinetic energy versus mass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Momentum p is constant. Draw the relation between kinetic energy K and mass m.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Step 1:  K=p^2/(2m)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With p constant, K is proportional to 1/m.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D680"/>
                </a:solidFill>
                <a:latin typeface="Aptos"/>
              </a:rPr>
              <a:t>Decreasing rectangular hyperbola.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5669279"/>
            <a:ext cx="46634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99648" y="5714999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2801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91709" y="1380674"/>
            <a:ext cx="28855" cy="5630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0564" y="1943767"/>
            <a:ext cx="28855" cy="4323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49419" y="2376153"/>
            <a:ext cx="28855" cy="3424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78274" y="2718611"/>
            <a:ext cx="28855" cy="2779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07129" y="2996552"/>
            <a:ext cx="28855" cy="2300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35984" y="3226639"/>
            <a:ext cx="28855" cy="1936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64839" y="3420251"/>
            <a:ext cx="28855" cy="1651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93694" y="3585424"/>
            <a:ext cx="28855" cy="1425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22549" y="3727996"/>
            <a:ext cx="28855" cy="1243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1404" y="3852309"/>
            <a:ext cx="28855" cy="1093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80259" y="3961658"/>
            <a:ext cx="28855" cy="969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09114" y="4058593"/>
            <a:ext cx="28855" cy="865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37969" y="4145114"/>
            <a:ext cx="28856" cy="777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66825" y="4222814"/>
            <a:ext cx="28855" cy="701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95680" y="4292975"/>
            <a:ext cx="28855" cy="636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24535" y="4356645"/>
            <a:ext cx="28855" cy="580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53390" y="4414685"/>
            <a:ext cx="28855" cy="531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82245" y="4467810"/>
            <a:ext cx="28855" cy="488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11100" y="4516618"/>
            <a:ext cx="28855" cy="449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39955" y="4561615"/>
            <a:ext cx="28855" cy="416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68810" y="4603231"/>
            <a:ext cx="28855" cy="386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97665" y="4641834"/>
            <a:ext cx="28855" cy="359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226520" y="4677738"/>
            <a:ext cx="28855" cy="334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255375" y="4711218"/>
            <a:ext cx="28855" cy="312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284230" y="4742511"/>
            <a:ext cx="28855" cy="293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13085" y="4771824"/>
            <a:ext cx="28855" cy="275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41940" y="4799339"/>
            <a:ext cx="28855" cy="258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70795" y="4825218"/>
            <a:ext cx="28855" cy="243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99650" y="4849601"/>
            <a:ext cx="28855" cy="230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428505" y="4872616"/>
            <a:ext cx="28855" cy="217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57360" y="4894373"/>
            <a:ext cx="28855" cy="206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86215" y="4914973"/>
            <a:ext cx="28855" cy="195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515070" y="4934507"/>
            <a:ext cx="28855" cy="185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543925" y="4953054"/>
            <a:ext cx="28855" cy="176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572780" y="4970688"/>
            <a:ext cx="28855" cy="167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601635" y="4987474"/>
            <a:ext cx="28855" cy="159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30490" y="5003473"/>
            <a:ext cx="28855" cy="152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59345" y="5018738"/>
            <a:ext cx="28855" cy="145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688200" y="5033319"/>
            <a:ext cx="28855" cy="139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717055" y="5047261"/>
            <a:ext cx="28855" cy="133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45910" y="5060604"/>
            <a:ext cx="28856" cy="127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774766" y="5073387"/>
            <a:ext cx="28855" cy="122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803621" y="5085644"/>
            <a:ext cx="28855" cy="117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832476" y="5097407"/>
            <a:ext cx="28855" cy="112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861331" y="5108705"/>
            <a:ext cx="28855" cy="108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890186" y="5119566"/>
            <a:ext cx="28855" cy="104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919041" y="5130013"/>
            <a:ext cx="28855" cy="100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947896" y="5140071"/>
            <a:ext cx="28855" cy="96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976751" y="5149761"/>
            <a:ext cx="28855" cy="93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005606" y="5159102"/>
            <a:ext cx="28855" cy="90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034461" y="5168113"/>
            <a:ext cx="28855" cy="86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063316" y="5176812"/>
            <a:ext cx="28855" cy="84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092171" y="5185213"/>
            <a:ext cx="28855" cy="81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121026" y="5193333"/>
            <a:ext cx="28855" cy="78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149881" y="5201185"/>
            <a:ext cx="28855" cy="75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178736" y="5208782"/>
            <a:ext cx="28855" cy="73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207591" y="5216136"/>
            <a:ext cx="28855" cy="71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236446" y="5223259"/>
            <a:ext cx="28855" cy="69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265301" y="5230162"/>
            <a:ext cx="28855" cy="66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294156" y="5236854"/>
            <a:ext cx="28855" cy="64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323011" y="5243345"/>
            <a:ext cx="28855" cy="62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351866" y="5249644"/>
            <a:ext cx="28855" cy="61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380721" y="5255760"/>
            <a:ext cx="28855" cy="59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409576" y="5261700"/>
            <a:ext cx="28855" cy="57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438431" y="5267472"/>
            <a:ext cx="28855" cy="56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467286" y="5273082"/>
            <a:ext cx="28855" cy="54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496141" y="5278539"/>
            <a:ext cx="28855" cy="53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524996" y="5283846"/>
            <a:ext cx="28855" cy="51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553851" y="5289012"/>
            <a:ext cx="28855" cy="50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582706" y="5294041"/>
            <a:ext cx="28856" cy="48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611562" y="5298938"/>
            <a:ext cx="28855" cy="47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640417" y="5303710"/>
            <a:ext cx="28855" cy="46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669272" y="5308360"/>
            <a:ext cx="28855" cy="45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98127" y="5312893"/>
            <a:ext cx="28855" cy="44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26982" y="5317314"/>
            <a:ext cx="28855" cy="43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55837" y="5321626"/>
            <a:ext cx="28855" cy="42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784692" y="5325834"/>
            <a:ext cx="28855" cy="41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813547" y="5329942"/>
            <a:ext cx="28855" cy="40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42402" y="5333952"/>
            <a:ext cx="28855" cy="39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71257" y="5337869"/>
            <a:ext cx="28855" cy="38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00112" y="5341695"/>
            <a:ext cx="28855" cy="37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28967" y="5345434"/>
            <a:ext cx="28855" cy="36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822" y="5349088"/>
            <a:ext cx="28855" cy="35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986677" y="5352661"/>
            <a:ext cx="28855" cy="34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015532" y="5356155"/>
            <a:ext cx="28855" cy="3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044387" y="5359573"/>
            <a:ext cx="28855" cy="33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73242" y="5362917"/>
            <a:ext cx="28855" cy="32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02097" y="5366190"/>
            <a:ext cx="28855" cy="32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130952" y="5369393"/>
            <a:ext cx="28855" cy="31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159807" y="5372529"/>
            <a:ext cx="28855" cy="30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188662" y="5375601"/>
            <a:ext cx="28855" cy="30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217517" y="5378609"/>
            <a:ext cx="28855" cy="29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246372" y="5381557"/>
            <a:ext cx="28855" cy="28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275227" y="5384445"/>
            <a:ext cx="28855" cy="28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304082" y="5387276"/>
            <a:ext cx="28855" cy="27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332937" y="5390051"/>
            <a:ext cx="28855" cy="27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361792" y="5392772"/>
            <a:ext cx="28855" cy="26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390647" y="5395441"/>
            <a:ext cx="28856" cy="26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419503" y="5398058"/>
            <a:ext cx="28855" cy="25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448358" y="5400626"/>
            <a:ext cx="28855" cy="25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477213" y="5403146"/>
            <a:ext cx="28855" cy="24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506068" y="5405619"/>
            <a:ext cx="28855" cy="24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534923" y="5408047"/>
            <a:ext cx="28855" cy="23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563778" y="5410430"/>
            <a:ext cx="28855" cy="23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592633" y="5412770"/>
            <a:ext cx="28855" cy="22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621488" y="5415068"/>
            <a:ext cx="28855" cy="22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650343" y="5417325"/>
            <a:ext cx="28855" cy="22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679198" y="5419543"/>
            <a:ext cx="28855" cy="21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708053" y="5421722"/>
            <a:ext cx="28855" cy="21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736908" y="5423863"/>
            <a:ext cx="28855" cy="21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765763" y="5425968"/>
            <a:ext cx="28855" cy="20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794618" y="5428036"/>
            <a:ext cx="28855" cy="20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823473" y="5430070"/>
            <a:ext cx="28855" cy="20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852328" y="5432070"/>
            <a:ext cx="28855" cy="19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881183" y="5434036"/>
            <a:ext cx="28855" cy="19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910038" y="5435971"/>
            <a:ext cx="28855" cy="19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938893" y="5437874"/>
            <a:ext cx="28855" cy="18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967748" y="5439746"/>
            <a:ext cx="28855" cy="18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996603" y="5441587"/>
            <a:ext cx="28855" cy="18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025458" y="5443400"/>
            <a:ext cx="28855" cy="17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054313" y="5445184"/>
            <a:ext cx="28855" cy="17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083168" y="5446940"/>
            <a:ext cx="28855" cy="17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112023" y="5448669"/>
            <a:ext cx="28855" cy="17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140878" y="5450371"/>
            <a:ext cx="28855" cy="16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169733" y="5452047"/>
            <a:ext cx="28855" cy="16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198588" y="5453697"/>
            <a:ext cx="28855" cy="16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227443" y="5455323"/>
            <a:ext cx="28856" cy="16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256299" y="5456924"/>
            <a:ext cx="28855" cy="15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285154" y="5458502"/>
            <a:ext cx="28855" cy="15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314009" y="5460056"/>
            <a:ext cx="28855" cy="15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0342864" y="5461587"/>
            <a:ext cx="28855" cy="15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371719" y="5463097"/>
            <a:ext cx="28855" cy="14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400574" y="5464584"/>
            <a:ext cx="28855" cy="14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429429" y="5466050"/>
            <a:ext cx="28855" cy="14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458284" y="5467495"/>
            <a:ext cx="28855" cy="14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487139" y="5468920"/>
            <a:ext cx="28855" cy="14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515994" y="5470325"/>
            <a:ext cx="28855" cy="13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544849" y="5471710"/>
            <a:ext cx="28855" cy="13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573704" y="5473077"/>
            <a:ext cx="28855" cy="13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602559" y="5474424"/>
            <a:ext cx="28855" cy="13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631414" y="5475753"/>
            <a:ext cx="28855" cy="13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660269" y="5477064"/>
            <a:ext cx="28855" cy="12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689124" y="5478357"/>
            <a:ext cx="28855" cy="12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717979" y="5479633"/>
            <a:ext cx="28855" cy="12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746834" y="5480893"/>
            <a:ext cx="28855" cy="12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775689" y="5482135"/>
            <a:ext cx="28855" cy="12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804544" y="5483361"/>
            <a:ext cx="28855" cy="12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833399" y="5484572"/>
            <a:ext cx="28855" cy="11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862254" y="5485766"/>
            <a:ext cx="28855" cy="11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891109" y="5486946"/>
            <a:ext cx="28855" cy="11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919964" y="5488110"/>
            <a:ext cx="28855" cy="11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948819" y="5489259"/>
            <a:ext cx="28855" cy="11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977674" y="5490394"/>
            <a:ext cx="28855" cy="11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1006529" y="5491515"/>
            <a:ext cx="28855" cy="11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1035384" y="5492622"/>
            <a:ext cx="28856" cy="10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Homework: draw x^2 + y^2 =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Identify the curve, its centre and its radius.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Step 1:  Compare with x^2+y^2=R^2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5AC8FF"/>
                </a:solidFill>
                <a:latin typeface="Aptos"/>
              </a:rPr>
              <a:t>Step 2:  R^2=9, so R=3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Centre (0,0), radius 3.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37960" y="3474719"/>
            <a:ext cx="43891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3252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62488" y="3520439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12801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10377437" y="3417278"/>
            <a:ext cx="1003" cy="574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0374430" y="3359906"/>
            <a:ext cx="3007" cy="573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0369423" y="3302674"/>
            <a:ext cx="5007" cy="572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10362422" y="3245652"/>
            <a:ext cx="7001" cy="570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0353434" y="3188908"/>
            <a:ext cx="8988" cy="567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0342472" y="3132513"/>
            <a:ext cx="10962" cy="563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329549" y="3076535"/>
            <a:ext cx="12923" cy="559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0314679" y="3021042"/>
            <a:ext cx="14870" cy="554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0297882" y="2966102"/>
            <a:ext cx="16797" cy="549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0279178" y="2911782"/>
            <a:ext cx="18704" cy="543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0258590" y="2858147"/>
            <a:ext cx="20588" cy="536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0236142" y="2805264"/>
            <a:ext cx="22448" cy="528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0211863" y="2753196"/>
            <a:ext cx="24279" cy="520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0185781" y="2702007"/>
            <a:ext cx="26082" cy="511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0157928" y="2651759"/>
            <a:ext cx="27853" cy="502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0128339" y="2602515"/>
            <a:ext cx="29589" cy="492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097049" y="2554333"/>
            <a:ext cx="31290" cy="481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064097" y="2507272"/>
            <a:ext cx="32952" cy="470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029522" y="2461390"/>
            <a:ext cx="34575" cy="458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9993367" y="2416743"/>
            <a:ext cx="36155" cy="446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9955676" y="2373384"/>
            <a:ext cx="37691" cy="433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9916495" y="2331367"/>
            <a:ext cx="39181" cy="42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9875872" y="2290744"/>
            <a:ext cx="40623" cy="406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9833855" y="2251563"/>
            <a:ext cx="42017" cy="391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9790496" y="2213872"/>
            <a:ext cx="43359" cy="376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9745849" y="2177717"/>
            <a:ext cx="44647" cy="361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9699967" y="2143142"/>
            <a:ext cx="45882" cy="345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9652906" y="2110190"/>
            <a:ext cx="47061" cy="329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9604724" y="2078900"/>
            <a:ext cx="48182" cy="31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9555480" y="2049311"/>
            <a:ext cx="49244" cy="295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9505232" y="2021458"/>
            <a:ext cx="50248" cy="278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9454043" y="1995376"/>
            <a:ext cx="51189" cy="260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9401975" y="1971097"/>
            <a:ext cx="52068" cy="242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9349092" y="1948649"/>
            <a:ext cx="52883" cy="224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9295457" y="1928061"/>
            <a:ext cx="53635" cy="205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9241137" y="1909357"/>
            <a:ext cx="54320" cy="187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9186197" y="1892560"/>
            <a:ext cx="54940" cy="167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9130704" y="1877690"/>
            <a:ext cx="55493" cy="148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9074726" y="1864767"/>
            <a:ext cx="55978" cy="129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9018331" y="1853805"/>
            <a:ext cx="56395" cy="109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8961587" y="1844817"/>
            <a:ext cx="56744" cy="89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8904565" y="1837816"/>
            <a:ext cx="57022" cy="70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8847333" y="1832809"/>
            <a:ext cx="57232" cy="50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8789961" y="1829802"/>
            <a:ext cx="57372" cy="30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8732520" y="1828799"/>
            <a:ext cx="57441" cy="10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8675078" y="1828799"/>
            <a:ext cx="57442" cy="10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8617706" y="1829802"/>
            <a:ext cx="57372" cy="30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8560474" y="1832809"/>
            <a:ext cx="57232" cy="50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8503452" y="1837816"/>
            <a:ext cx="57022" cy="70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8446708" y="1844817"/>
            <a:ext cx="56744" cy="89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8390313" y="1853805"/>
            <a:ext cx="56395" cy="109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8334335" y="1864767"/>
            <a:ext cx="55978" cy="129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8278842" y="1877690"/>
            <a:ext cx="55493" cy="148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8223902" y="1892560"/>
            <a:ext cx="54940" cy="167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8169582" y="1909357"/>
            <a:ext cx="54320" cy="187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8115947" y="1928061"/>
            <a:ext cx="53635" cy="205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8063064" y="1948649"/>
            <a:ext cx="52883" cy="224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8010996" y="1971097"/>
            <a:ext cx="52068" cy="242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7959807" y="1995376"/>
            <a:ext cx="51189" cy="260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7909560" y="2021458"/>
            <a:ext cx="50247" cy="278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7860315" y="2049311"/>
            <a:ext cx="49245" cy="295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7812133" y="2078900"/>
            <a:ext cx="48182" cy="31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7765072" y="2110190"/>
            <a:ext cx="47061" cy="329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7719190" y="2143142"/>
            <a:ext cx="45882" cy="345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7674543" y="2177717"/>
            <a:ext cx="44647" cy="361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7631184" y="2213872"/>
            <a:ext cx="43359" cy="376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7589167" y="2251563"/>
            <a:ext cx="42017" cy="391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7548544" y="2290744"/>
            <a:ext cx="40623" cy="406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7509363" y="2331367"/>
            <a:ext cx="39181" cy="42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7471672" y="2373384"/>
            <a:ext cx="37691" cy="433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7435517" y="2416743"/>
            <a:ext cx="36155" cy="446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7400942" y="2461390"/>
            <a:ext cx="34575" cy="458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7367990" y="2507272"/>
            <a:ext cx="32952" cy="470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7336700" y="2554333"/>
            <a:ext cx="31290" cy="481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7307111" y="2602515"/>
            <a:ext cx="29589" cy="492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7279258" y="2651759"/>
            <a:ext cx="27853" cy="502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7253176" y="2702007"/>
            <a:ext cx="26082" cy="511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7228897" y="2753196"/>
            <a:ext cx="24279" cy="520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7206449" y="2805264"/>
            <a:ext cx="22448" cy="528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7185861" y="2858147"/>
            <a:ext cx="20588" cy="536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7167157" y="2911782"/>
            <a:ext cx="18704" cy="543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7150360" y="2966102"/>
            <a:ext cx="16797" cy="549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7135490" y="3021042"/>
            <a:ext cx="14870" cy="554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7122567" y="3076535"/>
            <a:ext cx="12923" cy="559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7111605" y="3132513"/>
            <a:ext cx="10962" cy="563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7102617" y="3188908"/>
            <a:ext cx="8988" cy="567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7095616" y="3245652"/>
            <a:ext cx="7001" cy="570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7090609" y="3302674"/>
            <a:ext cx="5007" cy="572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7087602" y="3359906"/>
            <a:ext cx="3007" cy="573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7086600" y="3417278"/>
            <a:ext cx="1002" cy="574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086600" y="3474719"/>
            <a:ext cx="1002" cy="574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087602" y="3532161"/>
            <a:ext cx="3007" cy="573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090609" y="3589533"/>
            <a:ext cx="5007" cy="572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095616" y="3646765"/>
            <a:ext cx="7001" cy="570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102617" y="3703787"/>
            <a:ext cx="8988" cy="567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111605" y="3760531"/>
            <a:ext cx="10962" cy="563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122567" y="3816926"/>
            <a:ext cx="12923" cy="559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135490" y="3872904"/>
            <a:ext cx="14870" cy="554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150360" y="3928397"/>
            <a:ext cx="16797" cy="549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167157" y="3983337"/>
            <a:ext cx="18704" cy="543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185861" y="4037657"/>
            <a:ext cx="20588" cy="536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206449" y="4091292"/>
            <a:ext cx="22448" cy="528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228897" y="4144175"/>
            <a:ext cx="24279" cy="520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253176" y="4196243"/>
            <a:ext cx="26082" cy="511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279258" y="4247432"/>
            <a:ext cx="27853" cy="502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307111" y="4297679"/>
            <a:ext cx="29589" cy="492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336700" y="4346924"/>
            <a:ext cx="31290" cy="481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367990" y="4395106"/>
            <a:ext cx="32952" cy="470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400942" y="4442167"/>
            <a:ext cx="34575" cy="458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435517" y="4488049"/>
            <a:ext cx="36155" cy="446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471672" y="4532696"/>
            <a:ext cx="37691" cy="433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509363" y="4576055"/>
            <a:ext cx="39181" cy="42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548544" y="4618072"/>
            <a:ext cx="40623" cy="406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7589167" y="4658695"/>
            <a:ext cx="42017" cy="391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7631184" y="4697876"/>
            <a:ext cx="43359" cy="376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7674543" y="4735567"/>
            <a:ext cx="44647" cy="361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719190" y="4771722"/>
            <a:ext cx="45882" cy="345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765072" y="4806297"/>
            <a:ext cx="47061" cy="329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812133" y="4839249"/>
            <a:ext cx="48182" cy="31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860315" y="4870539"/>
            <a:ext cx="49244" cy="295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909559" y="4900128"/>
            <a:ext cx="50248" cy="278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959807" y="4927981"/>
            <a:ext cx="51189" cy="260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010996" y="4954063"/>
            <a:ext cx="52068" cy="242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063064" y="4978342"/>
            <a:ext cx="52883" cy="224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115947" y="5000790"/>
            <a:ext cx="53635" cy="205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169582" y="5021378"/>
            <a:ext cx="54320" cy="187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223902" y="5040082"/>
            <a:ext cx="54940" cy="167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278842" y="5056879"/>
            <a:ext cx="55493" cy="148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334335" y="5071749"/>
            <a:ext cx="55978" cy="129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390313" y="5084672"/>
            <a:ext cx="56395" cy="109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446708" y="5095634"/>
            <a:ext cx="56744" cy="89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8503452" y="5104622"/>
            <a:ext cx="57022" cy="70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8560474" y="5111623"/>
            <a:ext cx="57232" cy="50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8617706" y="5116630"/>
            <a:ext cx="57372" cy="30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675078" y="5119637"/>
            <a:ext cx="57442" cy="10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8732520" y="5119637"/>
            <a:ext cx="57441" cy="10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8789961" y="5116630"/>
            <a:ext cx="57372" cy="30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8847333" y="5111623"/>
            <a:ext cx="57232" cy="50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8904565" y="5104622"/>
            <a:ext cx="57022" cy="70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8961587" y="5095634"/>
            <a:ext cx="56744" cy="89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018331" y="5084672"/>
            <a:ext cx="56395" cy="109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074726" y="5071749"/>
            <a:ext cx="55978" cy="129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130704" y="5056879"/>
            <a:ext cx="55493" cy="148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186197" y="5040082"/>
            <a:ext cx="54940" cy="167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241137" y="5021378"/>
            <a:ext cx="54320" cy="187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295457" y="5000790"/>
            <a:ext cx="53635" cy="205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349092" y="4978342"/>
            <a:ext cx="52883" cy="224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401975" y="4954063"/>
            <a:ext cx="52068" cy="242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9454043" y="4927981"/>
            <a:ext cx="51189" cy="260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9505232" y="4900128"/>
            <a:ext cx="50248" cy="278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9555480" y="4870539"/>
            <a:ext cx="49244" cy="295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9604724" y="4839249"/>
            <a:ext cx="48182" cy="312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9652906" y="4806297"/>
            <a:ext cx="47061" cy="329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9699967" y="4771722"/>
            <a:ext cx="45882" cy="345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9745849" y="4735567"/>
            <a:ext cx="44647" cy="361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9790496" y="4697876"/>
            <a:ext cx="43359" cy="376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833855" y="4658695"/>
            <a:ext cx="42017" cy="391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875872" y="4618072"/>
            <a:ext cx="40623" cy="406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916495" y="4576055"/>
            <a:ext cx="39181" cy="42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955676" y="4532696"/>
            <a:ext cx="37691" cy="433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993367" y="4488049"/>
            <a:ext cx="36155" cy="446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0029522" y="4442167"/>
            <a:ext cx="34575" cy="458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0064097" y="4395106"/>
            <a:ext cx="32952" cy="470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0097049" y="4346924"/>
            <a:ext cx="31290" cy="481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0128339" y="4297680"/>
            <a:ext cx="29589" cy="492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0157928" y="4247432"/>
            <a:ext cx="27853" cy="502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0185781" y="4196243"/>
            <a:ext cx="26082" cy="511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0211863" y="4144175"/>
            <a:ext cx="24279" cy="520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236142" y="4091292"/>
            <a:ext cx="22448" cy="528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0258590" y="4037657"/>
            <a:ext cx="20588" cy="536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0279178" y="3983337"/>
            <a:ext cx="18704" cy="543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0297882" y="3928397"/>
            <a:ext cx="16797" cy="549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314679" y="3872904"/>
            <a:ext cx="14870" cy="554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329549" y="3816926"/>
            <a:ext cx="12923" cy="559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0342472" y="3760531"/>
            <a:ext cx="10962" cy="563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0353434" y="3703787"/>
            <a:ext cx="8988" cy="567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0362422" y="3646765"/>
            <a:ext cx="7001" cy="570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0369423" y="3589533"/>
            <a:ext cx="5007" cy="572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374430" y="3532161"/>
            <a:ext cx="3007" cy="573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377437" y="3474720"/>
            <a:ext cx="1003" cy="574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Homework: S.H.M. velocity-position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9E40"/>
                </a:solidFill>
                <a:latin typeface="Aptos"/>
              </a:rPr>
              <a:t>For v=omega sqrt(A^2-x^2), draw the graph between v and x.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Simple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v^2=omega^2(A^2-x^2)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x^2/A^2 + v^2/(omega A)^2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Upper half of an ellipse because speed is non-negative.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D680"/>
                </a:solidFill>
                <a:latin typeface="Aptos"/>
              </a:rPr>
              <a:t>Maximum at x=0; zero at x=+A and -A.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5669279"/>
            <a:ext cx="46634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3252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99648" y="5714999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2801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B0B6C0"/>
                </a:solidFill>
                <a:latin typeface="Aptos"/>
              </a:rPr>
              <a:t>v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10675324" y="5605446"/>
            <a:ext cx="296" cy="638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0674436" y="5541631"/>
            <a:ext cx="888" cy="638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10672957" y="5477856"/>
            <a:ext cx="1479" cy="637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0670886" y="5414138"/>
            <a:ext cx="2071" cy="637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0668225" y="5350499"/>
            <a:ext cx="2661" cy="636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664975" y="5286956"/>
            <a:ext cx="3250" cy="635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0661136" y="5223530"/>
            <a:ext cx="3839" cy="634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0656709" y="5160240"/>
            <a:ext cx="4427" cy="632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0651697" y="5097105"/>
            <a:ext cx="5012" cy="631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0646099" y="5034144"/>
            <a:ext cx="5598" cy="629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0639919" y="4971377"/>
            <a:ext cx="6180" cy="627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0633158" y="4908822"/>
            <a:ext cx="6761" cy="625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0625818" y="4846499"/>
            <a:ext cx="7340" cy="623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0617901" y="4784426"/>
            <a:ext cx="7917" cy="620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0609410" y="4722623"/>
            <a:ext cx="8491" cy="618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600347" y="4661108"/>
            <a:ext cx="9063" cy="615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590715" y="4599901"/>
            <a:ext cx="9632" cy="6120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580517" y="4539019"/>
            <a:ext cx="10198" cy="608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569757" y="4478481"/>
            <a:ext cx="10760" cy="605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558436" y="4418307"/>
            <a:ext cx="11321" cy="601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546560" y="4358513"/>
            <a:ext cx="11876" cy="597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534130" y="4299118"/>
            <a:ext cx="12430" cy="593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521152" y="4240141"/>
            <a:ext cx="12978" cy="589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507630" y="4181600"/>
            <a:ext cx="13522" cy="585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493566" y="4123511"/>
            <a:ext cx="14064" cy="580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10478966" y="4065893"/>
            <a:ext cx="14600" cy="576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10463834" y="4008764"/>
            <a:ext cx="15132" cy="571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10448175" y="3952140"/>
            <a:ext cx="15659" cy="566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10431993" y="3896040"/>
            <a:ext cx="16182" cy="561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10415293" y="3840479"/>
            <a:ext cx="16700" cy="555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10398081" y="3785476"/>
            <a:ext cx="17212" cy="550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10380362" y="3731047"/>
            <a:ext cx="17719" cy="544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10362140" y="3677208"/>
            <a:ext cx="18222" cy="538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10343422" y="3623976"/>
            <a:ext cx="18718" cy="532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10324214" y="3571366"/>
            <a:ext cx="19208" cy="526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10304520" y="3519396"/>
            <a:ext cx="19694" cy="519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10284348" y="3468081"/>
            <a:ext cx="20172" cy="513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10263703" y="3417436"/>
            <a:ext cx="20645" cy="506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10242592" y="3367477"/>
            <a:ext cx="21111" cy="499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10221020" y="3318220"/>
            <a:ext cx="21572" cy="492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10198996" y="3269678"/>
            <a:ext cx="22024" cy="485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0176524" y="3221867"/>
            <a:ext cx="22472" cy="478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10153613" y="3174802"/>
            <a:ext cx="22911" cy="470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10130269" y="3128497"/>
            <a:ext cx="23344" cy="463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10106499" y="3082966"/>
            <a:ext cx="23770" cy="455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10082310" y="3038222"/>
            <a:ext cx="24189" cy="447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10057711" y="2994280"/>
            <a:ext cx="24599" cy="439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0032707" y="2951153"/>
            <a:ext cx="25004" cy="431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0007308" y="2908854"/>
            <a:ext cx="25399" cy="422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9981520" y="2867395"/>
            <a:ext cx="25788" cy="414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9955352" y="2826790"/>
            <a:ext cx="26168" cy="406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9928811" y="2787051"/>
            <a:ext cx="26541" cy="397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9901906" y="2748190"/>
            <a:ext cx="26905" cy="388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9874645" y="2710219"/>
            <a:ext cx="27261" cy="379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9847036" y="2673149"/>
            <a:ext cx="27609" cy="370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9819087" y="2636992"/>
            <a:ext cx="27949" cy="361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9790808" y="2601758"/>
            <a:ext cx="28279" cy="352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9762206" y="2567459"/>
            <a:ext cx="28602" cy="342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9733290" y="2534104"/>
            <a:ext cx="28916" cy="333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9704070" y="2501705"/>
            <a:ext cx="29220" cy="323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9674553" y="2470270"/>
            <a:ext cx="29517" cy="314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9644750" y="2439810"/>
            <a:ext cx="29803" cy="304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9614668" y="2410334"/>
            <a:ext cx="30082" cy="294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9584318" y="2381850"/>
            <a:ext cx="30350" cy="284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 flipV="1">
            <a:off x="9553709" y="2354368"/>
            <a:ext cx="30609" cy="274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 flipV="1">
            <a:off x="9522849" y="2327896"/>
            <a:ext cx="30860" cy="264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 flipV="1">
            <a:off x="9491749" y="2302441"/>
            <a:ext cx="31100" cy="254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9460418" y="2278012"/>
            <a:ext cx="31331" cy="244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9428864" y="2254616"/>
            <a:ext cx="31554" cy="233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9397099" y="2232260"/>
            <a:ext cx="31765" cy="223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 flipV="1">
            <a:off x="9365131" y="2210951"/>
            <a:ext cx="31968" cy="213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9332970" y="2190695"/>
            <a:ext cx="32161" cy="202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9300627" y="2171499"/>
            <a:ext cx="32343" cy="191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 flipV="1">
            <a:off x="9268110" y="2153369"/>
            <a:ext cx="32517" cy="181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 flipV="1">
            <a:off x="9235431" y="2136309"/>
            <a:ext cx="32679" cy="170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 flipV="1">
            <a:off x="9202598" y="2120326"/>
            <a:ext cx="32833" cy="159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9169622" y="2105424"/>
            <a:ext cx="32976" cy="149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 flipV="1">
            <a:off x="9136513" y="2091607"/>
            <a:ext cx="33109" cy="138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 flipV="1">
            <a:off x="9103280" y="2078880"/>
            <a:ext cx="33233" cy="127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 flipV="1">
            <a:off x="9069935" y="2067247"/>
            <a:ext cx="33345" cy="116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9036487" y="2056711"/>
            <a:ext cx="33448" cy="105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 flipV="1">
            <a:off x="9002947" y="2047275"/>
            <a:ext cx="33540" cy="94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 flipV="1">
            <a:off x="8969324" y="2038943"/>
            <a:ext cx="33623" cy="83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 flipV="1">
            <a:off x="8935629" y="2031716"/>
            <a:ext cx="33695" cy="72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8901872" y="2025598"/>
            <a:ext cx="33757" cy="61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 flipV="1">
            <a:off x="8868063" y="2020589"/>
            <a:ext cx="33809" cy="50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8834213" y="2016692"/>
            <a:ext cx="33850" cy="38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8800333" y="2013908"/>
            <a:ext cx="33880" cy="27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8766431" y="2012237"/>
            <a:ext cx="33902" cy="16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8732520" y="2011679"/>
            <a:ext cx="33911" cy="5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8698608" y="2011679"/>
            <a:ext cx="33912" cy="5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8664706" y="2012237"/>
            <a:ext cx="33902" cy="16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8630826" y="2013908"/>
            <a:ext cx="33880" cy="27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8596976" y="2016692"/>
            <a:ext cx="33850" cy="38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8563167" y="2020589"/>
            <a:ext cx="33809" cy="50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8529410" y="2025598"/>
            <a:ext cx="33757" cy="61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8495715" y="2031716"/>
            <a:ext cx="33695" cy="72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8462092" y="2038943"/>
            <a:ext cx="33623" cy="83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8428552" y="2047275"/>
            <a:ext cx="33540" cy="94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8395104" y="2056711"/>
            <a:ext cx="33448" cy="105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8361759" y="2067247"/>
            <a:ext cx="33345" cy="116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328526" y="2078880"/>
            <a:ext cx="33233" cy="127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8295417" y="2091607"/>
            <a:ext cx="33109" cy="138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8262441" y="2105424"/>
            <a:ext cx="32976" cy="149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8229608" y="2120326"/>
            <a:ext cx="32833" cy="159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8196929" y="2136309"/>
            <a:ext cx="32679" cy="170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8164412" y="2153369"/>
            <a:ext cx="32517" cy="181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8132069" y="2171499"/>
            <a:ext cx="32343" cy="191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8099908" y="2190695"/>
            <a:ext cx="32161" cy="202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067940" y="2210951"/>
            <a:ext cx="31968" cy="213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8036175" y="2232260"/>
            <a:ext cx="31765" cy="223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8004621" y="2254616"/>
            <a:ext cx="31554" cy="233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7973290" y="2278012"/>
            <a:ext cx="31331" cy="244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7942190" y="2302441"/>
            <a:ext cx="31100" cy="254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7911330" y="2327896"/>
            <a:ext cx="30860" cy="264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7880721" y="2354368"/>
            <a:ext cx="30609" cy="274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7850371" y="2381850"/>
            <a:ext cx="30350" cy="284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7820289" y="2410334"/>
            <a:ext cx="30082" cy="294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7790486" y="2439810"/>
            <a:ext cx="29803" cy="304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7760970" y="2470270"/>
            <a:ext cx="29516" cy="314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7731749" y="2501705"/>
            <a:ext cx="29221" cy="323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7702833" y="2534104"/>
            <a:ext cx="28916" cy="333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7674231" y="2567459"/>
            <a:ext cx="28602" cy="342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7645952" y="2601758"/>
            <a:ext cx="28279" cy="352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7618003" y="2636992"/>
            <a:ext cx="27949" cy="361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7590394" y="2673149"/>
            <a:ext cx="27609" cy="370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7563133" y="2710219"/>
            <a:ext cx="27261" cy="379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7536228" y="2748190"/>
            <a:ext cx="26905" cy="388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7509687" y="2787051"/>
            <a:ext cx="26541" cy="397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7483519" y="2826790"/>
            <a:ext cx="26168" cy="406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7457731" y="2867395"/>
            <a:ext cx="25788" cy="414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7432332" y="2908854"/>
            <a:ext cx="25399" cy="422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7407328" y="2951153"/>
            <a:ext cx="25004" cy="431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7382729" y="2994280"/>
            <a:ext cx="24599" cy="439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7358540" y="3038222"/>
            <a:ext cx="24189" cy="447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7334770" y="3082966"/>
            <a:ext cx="23770" cy="455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>
            <a:off x="7311426" y="3128497"/>
            <a:ext cx="23344" cy="463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>
            <a:off x="7288515" y="3174802"/>
            <a:ext cx="22911" cy="470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7266043" y="3221867"/>
            <a:ext cx="22472" cy="478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7244019" y="3269678"/>
            <a:ext cx="22024" cy="485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7222447" y="3318220"/>
            <a:ext cx="21572" cy="492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7201336" y="3367477"/>
            <a:ext cx="21111" cy="499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7180691" y="3417436"/>
            <a:ext cx="20645" cy="506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7160519" y="3468081"/>
            <a:ext cx="20172" cy="513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>
            <a:off x="7140825" y="3519396"/>
            <a:ext cx="19694" cy="519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7121617" y="3571366"/>
            <a:ext cx="19208" cy="526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7102899" y="3623976"/>
            <a:ext cx="18718" cy="532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>
            <a:off x="7084677" y="3677208"/>
            <a:ext cx="18222" cy="538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H="1">
            <a:off x="7066958" y="3731047"/>
            <a:ext cx="17719" cy="544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>
            <a:off x="7049746" y="3785476"/>
            <a:ext cx="17212" cy="550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>
            <a:off x="7033046" y="3840479"/>
            <a:ext cx="16700" cy="555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7016864" y="3896040"/>
            <a:ext cx="16182" cy="561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>
            <a:off x="7001205" y="3952140"/>
            <a:ext cx="15659" cy="566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6986073" y="4008764"/>
            <a:ext cx="15132" cy="571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6971473" y="4065893"/>
            <a:ext cx="14600" cy="576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6957409" y="4123511"/>
            <a:ext cx="14064" cy="580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6943887" y="4181600"/>
            <a:ext cx="13522" cy="585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6930909" y="4240141"/>
            <a:ext cx="12978" cy="589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6918479" y="4299118"/>
            <a:ext cx="12430" cy="593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6906603" y="4358513"/>
            <a:ext cx="11876" cy="597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6895282" y="4418307"/>
            <a:ext cx="11321" cy="601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6884522" y="4478481"/>
            <a:ext cx="10760" cy="605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6874324" y="4539019"/>
            <a:ext cx="10198" cy="608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6864692" y="4599901"/>
            <a:ext cx="9632" cy="6120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6855629" y="4661108"/>
            <a:ext cx="9063" cy="615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6847138" y="4722623"/>
            <a:ext cx="8491" cy="618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6839221" y="4784426"/>
            <a:ext cx="7917" cy="620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6831881" y="4846499"/>
            <a:ext cx="7340" cy="623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6825120" y="4908822"/>
            <a:ext cx="6761" cy="625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>
            <a:off x="6818940" y="4971377"/>
            <a:ext cx="6180" cy="627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>
            <a:off x="6813342" y="5034144"/>
            <a:ext cx="5598" cy="629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>
            <a:off x="6808330" y="5097105"/>
            <a:ext cx="5012" cy="631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>
            <a:off x="6803903" y="5160240"/>
            <a:ext cx="4427" cy="632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H="1">
            <a:off x="6800064" y="5223530"/>
            <a:ext cx="3839" cy="634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>
            <a:off x="6796814" y="5286956"/>
            <a:ext cx="3250" cy="635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H="1">
            <a:off x="6794153" y="5350499"/>
            <a:ext cx="2661" cy="636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H="1">
            <a:off x="6792082" y="5414138"/>
            <a:ext cx="2071" cy="637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>
            <a:off x="6790603" y="5477856"/>
            <a:ext cx="1479" cy="637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H="1">
            <a:off x="6789715" y="5541631"/>
            <a:ext cx="888" cy="638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>
            <a:off x="6789420" y="5605446"/>
            <a:ext cx="295" cy="638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Graph-shape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|x| -&gt; V shape     1/x -&gt; rectangular hyperbola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x^2 -&gt; parabola     sqrt(x) -&gt; rising curve for x&gt;=0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inverse power: larger denominator power -&gt; faster decrease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1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m1 x m2 = -1 for perpendicular non-vertical lines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8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Draw every graph once using a small value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Label both axes and mark important points or intercepts.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93391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Complete the circle and S.H.M. questions without looking at the answer slide.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B0B6C0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