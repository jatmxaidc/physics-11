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Starts at Units 04 slide 49. Then PW Units and Measurement Lecture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Units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Units and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Dimensional Questions and Error Combination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16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115568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12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Dimensional questions continued from Units 04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73936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19656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19656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Error in a sum and a difference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43230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7802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7802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Error in a product, a quotient and a power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9067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36391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36391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Percentage error in energy, density and g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49039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9475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94759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Error in a sine, a lens and an 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Where we left Units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we finished significant figures, accuracy, precision, and the mean error of a pendulum. The next board in that deck is slide 49: matching powers of M, L and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50591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We finish those dimensional questions first. After that we learn how an error grows when two measured quantities are added, multiplied, divided, or raised to a power.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22191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96849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Write the formula first. The formula tells you whether to add absolute errors or relative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73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Class notes will be saved after teaching. This deck is for the 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Matching powers still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the unknown as a product of powers. Put dimensions on both sides. Equate the powers of M, of L and of T separately. A pure number such as 2π or 6π never comes out of this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96312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two quantities in the list have the same dimensions, they cannot both be used as separate base quantities. If a quantity is an angle, it is a pure number and cannot build a force or a time by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67911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014215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Same dimensions, or a pure angle, means the method stops.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Electric field and magnetic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relation between [E] and [B]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282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465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70992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[E] = [B] [L] [T]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037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219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18541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[E] = [B] [L]⁻¹ [T]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6791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974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66090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[E] = [B] [L] [T]⁻¹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546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729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13639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[E] = [B] [L]⁻¹ [T]⁻¹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Electric field and magnetic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 an electromagnetic wave, E = c B. Speed c carries the extra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[c] = L T⁻¹, so [E] = [B] × L T⁻¹.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That is [E] = [B] [L] [T]⁻¹.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Permittivity and permeability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relation between [ε_0] and [μ_0]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824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007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664207"/>
            <a:ext cx="9637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[μ_0] = [ε_0] [L]² [T]⁻²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1579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139696"/>
            <a:ext cx="9637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[μ_0] = [ε_0] [L]⁻² [T]²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6334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517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615184"/>
            <a:ext cx="9637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[μ_0] = [ε_0]⁻¹ [L]² [T]⁻²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089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272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090672"/>
            <a:ext cx="9637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[μ_0] = [ε_0]⁻¹ [L]⁻² [T]²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Permittivity and permeability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Use c = 1 / √(μ_0 ε_0). Square both sides.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μ_0 ε_0 = 1 / c², so [μ_0] [ε_0] = L⁻² T².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[μ_0] = [ε_0]⁻¹ [L]⁻² [T]².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Same dimensions as 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 = (E × B) / μ_0. Its dimensions match which of these?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1965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379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0136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Energy / (charge × current)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951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7685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Force / (length × time)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706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5234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Energy / volume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461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64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2783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Power /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Same dimensions as 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Build [S] from the known formulas, then compare.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[E] = M L T⁻³ I⁻¹, [B] = M T⁻² I⁻¹, [μ_0] = M L T⁻² I⁻².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[E B / μ_0] = M T⁻³.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Force / (length × time) = M T⁻³.  Power / area = M T⁻³.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options 2 and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Mass and angular momentum are pure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 a new system, mass and angular momentum are dimensionless, and length has dimension L. Which statements are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7568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 of force is L⁻³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5117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 of energy is L⁻²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449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2666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 of power is L⁻⁵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204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0215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 of linear momentum is L⁻¹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Mass and angular momentum are pure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Angular momentum m v r is a pure number, and m is a pure number, so velocity must cancel the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[v] = L⁻¹.  Then [time] = length / speed = L².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[force] = [mass × acceleration] = L⁻³.  [energy] = force × length = L⁻².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3:  [power] = energy / time = L⁻⁴, not L⁻⁵.  [momentum] = m v = L⁻¹.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Correct: options 1, 2 and 4.  Option 3 is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Young’s modulus in F, A and V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Speed V, area A and force F are the base quantities. [Young’s modulus]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A⁻¹ V⁰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A² V⁻¹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A² V⁻²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A² V⁻³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Young’s modulus in F, A and V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Young’s modulus is stress / strain, and strain is a pure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Y = F /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Speed is not needed, so its power is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3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F A⁻¹ V⁰   (option 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Density from force, velocity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F, V and T are base quantities. The dimensional formula of density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110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93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92807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V⁴ T⁻⁶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6829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V⁻⁴ T⁻²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4378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F² V⁻² T⁶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1927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V⁻² T²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Density from force, velocity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Assume density = Fᵃ Vᵇ Tᶜ and match M, L,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Mass: a = 1.  Length: a + b = -3, so b = -4.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Time: -2a - b + c = 0 → -2 - (-4) + c = 0 → c = -2.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F V⁻⁴ T⁻²   (option 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Viscosity from momentum, area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P, A and T are base quantities. The dimensional formula of viscosity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110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93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92807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[P A⁻¹]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6829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[P A T⁻¹]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4378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[P A⁻¹ T]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1927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[P A⁻¹ T⁻¹]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Viscosity from momentum, area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From F = 6π η r v, the dimensions of η are M L⁻¹ T⁻¹.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η = Pᵃ Aᵇ Tᶜ.  Mass gives a =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Length: 1 + 2b = -1, so b = -1.  Time: -1 + c = -1, so c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[P A⁻¹]   (option 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Mass from time, velocity and angular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Express mass using time t, velocity v and angular momentum J.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Mass from time, velocity and angular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[J] = M L² T⁻¹. Assume M = Jᵃ vᵇ tᶜ.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Mass: a = 1.  Length: 2 + b = 0, so b = -2.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Time: -1 - (-2) + c = 0, so c = -1.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3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Mass = J / (v² 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Young’s modulus from c, h and 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Young’s modulus is a product of powers of c, h and G. Which powers are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739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75564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= 7, β = -1, γ = -2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494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3113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= -7, β = -1, γ = -2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249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0662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= 7, β = -1, γ = 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004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1868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18211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= -7, β = 1, γ = -2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equations for 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[Y] = M L⁻¹ T⁻², [c] = L T⁻¹, [h] = M L² T⁻¹, [G] = M⁻¹ L³ T⁻².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Mass: β - γ =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Length: α + 2β + 3γ = -1.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Time: -α - β - 2γ = -2, so α + β + 2γ = 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the three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From mass, β = 1 + γ. Put that into the time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α + (1 + γ) + 2γ = 2  →  α + 3γ =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Length then gives α + 5γ = -3. Subtract: 2γ = -4, so γ = -2.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α = 1 - 3(-2) = 7.  β = 1 + (-2) = -1.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7, β = -1, γ = -2   (option 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leaking balloon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Gas speed depends on the radius through a power a. The emptying time T depends on surface tension S, outlet area A, density ρ and starting radius R through powers α, β, γ and δ.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311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494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212848"/>
            <a:ext cx="10552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= 1/2, α = 1/2, β = -1, γ = 1, δ = 3/2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7066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88336"/>
            <a:ext cx="10552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= -1/2, α = -1/2, β = -1, γ = -1/2, δ = 5/2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1821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163824"/>
            <a:ext cx="10552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= -1/2, α = -1/2, β = -1, γ = 1/2, δ = 7/2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6576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75887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639312"/>
            <a:ext cx="10552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= 1/2, α = 1/2, β = -1/2, γ = 1/2, δ = 7/2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speed of the 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speed of the leaving gas is fixed by S, ρ and the present radius 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v ∝ S½ ρ⁻½ r⁻½.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Mass cancels. What remains is a speed, and the power of r is -1/2. So a = -1/2.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time to empty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Volume leaves through area A, so the radius falls as dr/dt ∝ A v / r².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With v ∝ r⁻½, we get dr/dt ∝ A S½ ρ⁻½ r⁻⁵⁄².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Time to fall from R to 0 is T ∝ R⁷⁄² / (A S½ ρ⁻½).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So α = -1/2, β = -1, γ = 1/2, δ = 7/2.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cases where dimensions refuse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Torque, energy and work have the same dimensions. Using all three as base quantities cannot produce a new formula for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If g is said to depend on force, energy, mass and velocity, that is four quantities and only three equations (M, L, T). The powers are not unique.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4495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If force is said to depend on an angle, a velocity and an energy, the angle is a pure number. It cannot supply the dimensions of force.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050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Write “not possible” and name the reason. That is a full answer.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equation cannot be fully derived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equation cannot be obtained from dimensions alone?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739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75564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= 6π η r v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494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3113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ω t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249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0662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 = ρ g h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004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1868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18211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v = d / 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equation cannot be fully derived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Dimensions can give the powers. They cannot give a pure number such as 6π.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F, η, r and v can be matched, but 6π stays unknown.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θ = ω t, P = ρ g h and v = d / t are products of powers. Their number in front is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F = 6π η r v   (option 1)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error to write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absolute error has the same unit as the quantity. A relative error is the absolute error divided by the measured value, so it has no unit. Percentage error is the relative error × 100.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50591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a sum or a difference, write the absolute error directly. For a product, a quotient, or a power, write the relative error directly, then multiply by the answer if the absolute error is asked.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22191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968496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Report the result as (value ± absolute error) with the unit.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Sum and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Y = A + B, or Y = A − B, the maximum absolute error is the sum of the two absolute errors. The errors are added even when the quantities are subtracted.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ΔY = ΔA + ΔB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77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Relative error of a sum = (ΔA + ΔB) / (A +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56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Relative error of a difference = (ΔA + ΔB) / (A −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251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Two close numbers subtracted leave a small answer and a large percentage error.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Product, quotient and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Y = A B, or Y = A / B, the relative errors are added. The same rule covers a power: each relative error is multiplied by the size of its 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13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ΔY / Y = ΔA / A + ΔB /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62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= k Aᵐ Bⁿ    →    ΔY / Y = |m| ΔA/A + |n| ΔB/B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850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313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A fixed number such as 1/2, 2 or π has no measurement error. Its power still multiplies the relative error of the measured quantity.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the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small change follows the derivative. If y = xⁿ, then Δy / y = |n| Δx / x. That is the power rule written in one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= sin θ    →    Δy = |cos θ| Δθ, with Δθ in radians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= 1/x    →    Δy / y = Δx /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30752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77056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Take every power as a positive number when you want the maximum error.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Percentage error 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X = Mᵃ Lᵇ T⁻ᶜ. Percentage errors in M, L and T are α, β and γ, and they are small. The maximum percentage error in X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3969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12140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(aα − bβ + cγ)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151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9689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(aα + bβ + cγ)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906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7238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(aα + bβ − cγ)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661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4787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(α + β + γ) %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Percentage error 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power of T is −c. For the maximum error we use the size of that power, which is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ΔX / X × 100 = |a|α + |b|β + |−c|γ.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With positive a, b and c this is (aα + bβ + cγ)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product of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 = a² b³ / (c √d). Percentage errors in a, b, c and d are 1%, 2%, 3% and 4%. The percentage error in P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3969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12140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13 %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151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9689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16 %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906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7238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12 %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661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4787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10 %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product of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√d means d raised to 1/2. Each percentage is multiplied by the size of its 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2×1 + 3×2 + 1×3 + (1/2)×4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2 + 6 + 3 + 2 = 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13 %   (option 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of a rectangular 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plate is (2.00 ± 0.02) cm by (1.00 ± 0.01) cm. The percentage error in its area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4 %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of a rectangular 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Area = length × breadth, so the relative errors are added.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ΔA / A = 0.02/2.00 + 0.01/1.00 = 0.01 + 0.01.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Percentage error = 0.02 × 100 = 2 %.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2 %   (option 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m = (5.0 ± 0.5) kg and v = (20.0 ± 0.4) m/s. The kinetic energy with its error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(1000 ± 140) J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(1000 ± 0.14) J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(500 ± 140) J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(1000 ± 70) J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 = (1/2) m v². The 1/2 is exact, so it adds no error term. The power of v is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K = (1/2)×5×400 = 1000 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ΔK / K = 0.5/5 + 2×(0.4/20) = 0.10 + 0.04 = 0.14.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ΔK = 0.14 × 1000 = 140 J.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(1000 ± 140) J   (option 1)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Side of a square 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area of a square park is (100 ± 0.2) m². The side of the park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110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93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92807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(10.00 ± 0.01)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6829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(10.00 ± 0.02)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4378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(10.0 ± 0.1)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1927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(10.00 ± 0.20) 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Side of a square 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Find the side first. Area = side², so the relative error in the side is half the relative error in the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Side = √100 = 10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Δl / l = (1/2) × (0.2 / 100) = 0.001.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Δl = 0.001 × 10 = 0.01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(10.00 ± 0.01) m   (option 1)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 = F / L². The percentage error in F is 4 % and the percentage error in L is 2 %. The percentage error in P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4825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29967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237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0545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92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98094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747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930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45643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8 %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 is squared, so its percentage error is doubled and then added to the percentage error in 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ΔP / P × 100 = 4 + 2×2 = 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8 %   (option 4)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Density of a wire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ρ = m / (π r² L). m = (0.4 ± 0.01) g, L = (8 ± 0.04) cm, r = (6 ± 0.03) mm. The percentage error in density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7568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5117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449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2666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204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0215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5 %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Density of a wire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π is exact. Each relative error uses its own unit, so millimetres and centimetres can stay as they 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(0.01/0.4)×100 + 2×(0.03/6)×100 + (0.04/8)×100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2.5 + 1.0 + 0.5 =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4 %   (option 3)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Relative error in Z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Z = A² B³ / C⁴. The maximum relative error in Z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9820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ΔA/A + ΔB/B + ΔC/C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9820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2ΔA/A + 3ΔB/B − 4ΔC/C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9820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2ΔA/A + 3ΔB/B + 4ΔC/C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9820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2ΔA/A + 3ΔB/B + ΔC/C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Relative error in Z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power of C is −4. For the maximum error that power is taken as 4, and the term is added.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ΔZ / Z = 2 ΔA/A + 3 ΔB/B + 4 ΔC/C.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Torque has dimensions M L² T⁻². If M, L and T are each measured to 5 % accuracy, the percentage error in torque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4825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29967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237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0545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25 %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92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98094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15 %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747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930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45643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10 %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powers are 1 for mass, 2 for length and 2 for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1×5 + 2×5 + 2×5 = 5 + 10 + 10 = 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25 %   (option 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 from a pendulum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 T = 2π √(l/g), the relative errors in l and T are α and β. The percentage error in g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0253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2082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8424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(α + β) × 100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7802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5973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(α + β/2) × 100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5351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93522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(α/2 + β) × 100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2900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4728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41071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(α + 2β) ×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g from a pendulum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Square the period formula and solve for g. The 4π² is exact.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g = 4π² l / T².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Δg / g = Δl/l + 2 ΔT/T = α + 2β.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Percentage error = (α + 2β) × 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measured pendulum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l = 10 cm, known to 1 mm. The time for 200 oscillations is 100 s, read on a clock of 1 s resolution. The percentage error in g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3969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12140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151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9689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906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7238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661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4787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2 %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measured pendulum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number of oscillations is exact, so the relative error in the period equals the relative error in the total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Δl / l = 0.1 cm / 10 cm = 0.01.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ΔT / T = 1 s / 100 s = 0.01.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Δg / g = 0.01 + 2×0.01 = 0.03, so the percentage error is 3 %.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3 %   (option 1). The fractional error is 0.03.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Error in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y = sin θ. At θ = π/6 the percentage error in θ is 2 %. Find the percentage error in 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Error in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Δy = |cos θ| Δθ, and Δθ must be in radians. A 2 % error means Δθ = 0.02 × 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Δy / y = |cot θ| × Δθ = √3 × 0.02 × (π/6).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Percentage error = √3 × 0.02 × (π/6) × 100 = π/√3 %.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27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π/√3 %  (about 1.81 %)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Where the percentage error is smallest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y = m tan θ, and m is exact. The absolute error in θ is the same at every angle. The percentage error in y is smallest at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7568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30°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5117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45°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449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2666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60°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204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0215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90°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Where the percentage error is smallest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y = m tan θ. The constant m cancels in the relative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Δy / y = 2 Δθ / sin 2θ.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With Δθ fixed, this is smallest when sin 2θ =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2θ = 90°, so θ = 45°.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θ = 45°   (option 2)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Series, product and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R_1 = (10 ± 1) Ω and R_2 = (20 ± 1) Ω.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Series: R = 30 Ω, ΔR = 2 Ω, percentage = (2/30)×100 = 6.67 %.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Product: R_1 R_2 = 200, relative error = 0.10 + 0.05 = 0.15.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Absolute error in the product = 200 × 0.15 = 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Difference: R = 10 Ω, ΔR = 2 Ω, percentage = 20 %.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87952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334256"/>
            <a:ext cx="10689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Quotient R_2 / R_1 = 2 also has relative error 0.15, so its absolute error is 0.30 Ω.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Parallel resistors and a thin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two resistors in parallel, 1/R = 1/R_1 + 1/R_2. Differentiating gives the absolute error in R from the squares of the two resistances.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ΔR = R² ( ΔR_1 / R_1² + ΔR_2 / R_2²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4495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thin lens with a real image uses the same shape: 1/f = 1/u + 1/v, so Δf = f² (Δu/u² + Δv/v²).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42232"/>
            <a:ext cx="1101852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288536"/>
            <a:ext cx="10689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Series capacitors, and 1/f = 1/u + 1/v, follow this same squared form.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resistors in 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R_1 = (20 ± 2) Ω and R_2 = (5 ± 1) Ω are in parallel. Find the percentage error and the absolute error in the equivalent resistance.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resistors in 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First find the equivalent resistance, then use the parallel error formula.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R = (20×5)/(20+5) = 4 Ω.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ΔR / R = 4 (2/20² + 1/5²) = 4 (0.005 + 0.04) = 0.18.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Percentage error = 18 %.  Absolute error = 0.18 × 4 = 0.72 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393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18 % and 0.72 Ω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Focal length of a convex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Object distance u = (10 ± 0.1) cm and image distance v = (20 ± 0.2) cm. The error in the focal length is n %. Find 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Focal length of a convex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Use 1/f = 1/u + 1/v with both distances taken positive.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1/f = 1/10 + 1/20 = 3/20, so f = 20/3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Δf / f = f (0.1/10² + 0.2/20²) = (20/3)(0.001 + 0.0005).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(20/3)×0.0015 = 0.01, so the percentage error is 1 %.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n = 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Error in d from 2d sin θ = 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λ is known exactly, and the error in θ is the same at every angle. As θ increases from 0° to 90°, which statement is true?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4825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29967"/>
            <a:ext cx="10094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absolute error in d stays constant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237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05456"/>
            <a:ext cx="10094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absolute error in d increases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92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980944"/>
            <a:ext cx="10094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fractional error in d stays constant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747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930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456432"/>
            <a:ext cx="10094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fractional error in d decreases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Error in d from 2d sin θ = 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 = λ / (2 sin θ). Differentiating with respect to θ gives the fractional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Δd / d = |cot θ| Δθ.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As θ rises from 0° toward 90°, cot θ falls, so the fractional error falls.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Error in the ratio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r = (1 − a)/(1 + a), and the error in the dimensionless quantity a is Δa. Then Δr equals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Δa / (1 + a)²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−2 Δa / (1 + a)²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Δa / (1 − a)²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 a Δa / (1 − a²)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Error in the ratio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r with respect to a. The two minus signs in the quotient rule add.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dr/da = −2 / (1 + a)².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Δr = −2 Δa / (1 + a)².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option 2. The size of the error is 2 Δa / (1 + a)².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Energy that falls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E = A² exp(−α t), with α = 0.2 s⁻¹. The error in A is 1.25 % and the error in t is 1.50 %. At t = 5 s, the percentage error in E is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Energy that falls with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Take the logarithm. The power of A contributes 2. The exponential contributes α × the absolute error in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Δt = 0.015 × 5 = 0.075 s, so α Δt = 0.2 × 0.075 = 0.015.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Percentage from A: 2 × 1.25 = 2.5. From time: 1.5.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Total percentage error = 2.5 + 1.5 =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4 %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Current in a diode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 = (exp(1000 V/T) − 1) mA. At 300 K the current is 5 mA, and the voltage error is 0.01 V. The error in the current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075688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0.2 mA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551176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0.02 mA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449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026664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0.5 mA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204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502152"/>
            <a:ext cx="91805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0.05 mA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Current in a diode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measured current fixes the exponential. Then differentiate with respect to 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exp(1000 V/T) = I + 1 = 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ΔI = 6 × (1000/300) × 0.01 = 6 × (10/3) × 0.01.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ΔI = 0.2 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Final answer: 0.2 mA   (option 1)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 from a periodic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 = 2π √[7(R − r)/(5g)]. R = (60 ± 1) mm, r = (10 ± 1) mm. Five periods are 0.52, 0.56, 0.57, 0.54 and 0.59 s. The watch reads to 0.01 s. Which statements are true?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225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408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304288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error in r is 10 %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7980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779776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error in T is 3.57 %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2735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255264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error in T is 2 %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749039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730752"/>
            <a:ext cx="9454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error in g is 11 %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the mean period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Mean of the five times: (0.52 + 0.56 + 0.57 + 0.54 + 0.59)/5 = 0.556 s, taken as 0.56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Mean absolute error ≈ 0.02 s, larger than the least count 0.01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ΔT / T × 100 = (0.02 / 0.56) × 100 = 3.57 %.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Error in r: (1/10)×100 = 10 %. The 2 % statement is false.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Statements 1 and 2 are true.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the error in 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From the period formula, g depends on (R − r) and on T².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R − r = 50 mm, Δ(R − r) = 1 + 1 = 2 mm, so 4 %.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The T² term contributes 2 × 3.57 % = 7.14 %.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Percentage error in g = 4 + 7.14 ≈ 11 %.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True statements: 1, 2 and 4.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reading written as 2.5 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When a mass is written 2.5 g and no separate instrument error is given, the last written digit is the uncertain one. The absolute error is one unit in that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Absolute error = 0.1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53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Percentage error = (0.1 / 2.5) × 100 = 4 %.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22191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968496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If the instrument’s least count is given, use that least count as the absolute error.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Units 05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Sum or difference: add the absolute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Product or quotient: add the relative errors.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 power multiplies its own relative error. Use the positive size of the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10711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Parallel resistors and a lens use ΔR = R² (ΔR_1/R_1² + ΔR_2/R_2²).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187952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334256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Dimensions still cannot produce a pure number such as 6π. That limit from the first half of class stays.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FOR THE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Lines worth writing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Maximum absolute error in a sum or a difference is ΔA + ΔB.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Maximum relative error in a product or a quotient is ΔA/A + ΔB/B.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Y = Aᵐ Bⁿ, the maximum relative error is |m|ΔA/A + |n|ΔB/B.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result is written (measured value ± absolute error) unit.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22191"/>
            <a:ext cx="1101852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968496"/>
            <a:ext cx="10689336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These four lines cover the error chapter in the board paper.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Before the next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A = (2.0 ± 0.1) and B = (3.0 ± 0.2). Find A B with its absolute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A sphere’s mass has 2 % error and its diameter has 1 % error. Find the percentage error in density.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R_1 = (100 ± 3) Ω and R_2 = (200 ± 4) Ω in series. Find the percentage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7355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For a pendulum, l has 1 % error and T has 2 % error. Find the percentage error in 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507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Next class: metre scale, vernier callipers and screw gauge.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