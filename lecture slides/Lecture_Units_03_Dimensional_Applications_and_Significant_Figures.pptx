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PW Units and Measurement Lecture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Units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Units and 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Dimensional Applications and Significant Figures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8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14300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From Units 02: derive a formula (pendulum)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73736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830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Uses of dimensional analysis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39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77439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sin / log / exp — find unknown constants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92608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7180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7180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New fundamental quantities (F, a, t …)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52044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6616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Deducing relations by matching powers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411480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605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Dimensional vs dimensionless constants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470916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5488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548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Limitations + significant figures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Where we left Units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Last class we locked homogeneity: things that are added must match in dimensions. We also treated sin θ, eˣ and log x as the number 1 for dimensions.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Units 02 ended by opening the next idea — slide 51: use dimensions to find the powers in a formula. We finish that idea first, then go into exam applications and significant figures.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73075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87705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Start today from Units 02 slide 51: derive the pendulum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2803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Class notes will be saved after teaching. This deck is for the 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FROM UNITS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Using dimensions to derive a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Sometimes we know which quantities a formula depends on, but we do not know the powers. Dimensional analysis can find those powers. We assume a product form, write dimensions on both sides, and match the powers of M, L and T one by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87752"/>
            <a:ext cx="110185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Example idea: time period T of a simple pendulum depends on length l and acceleration due to gravity g. We write T = k lᵃ gᵇ, where k is a pure number. Then we find a and b. The method cannot give the value of k — experiment or deeper theory gives k = 2π.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09651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24281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T ∝ lᵃ gᵇ   →   find a and b by comparing powers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What we assume when we derive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We assume the unknown relation is a product of powers: quantity = constant × (first quantity)ᵃ × (second)ᵇ × …. This works when each variable appears once as a power. It fails if the true law has a sum of two different terms, or a trigonometric factor that we forgot to treat as dimensionless.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3347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Also, if a quantity depends on more variables than we can balance with M, L, T alone, dimensions may not give a unique answer. Then we need more physics. Keep that honesty for board answers under limitations.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965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k is a pure number here. Dimensions ignore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Pendulum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Write T = k lᵃ gᵇ. Now match dimensions of both sides.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Left side [T] = T¹. Right side = Lᵃ × (L T⁻²)ᵇ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Right side becomes Lᵃ⁺ᵇ T⁻²ᵇ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Match time power: 1 = −2b  ⇒  b = −1/2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6382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Match length power: 0 = a + b  ⇒  a = +1/2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12463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So T = k √(l/g). Real formula uses k = 2π.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Uses of dimensional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Dimensional analysis has three standard school uses. First, check whether an equation is dimensionally correct. Second, convert a numerical value from one system of units to another using n1 u1 = n2 u2. Third, find how physical quantities are related — the powers in a formula — when we know which quantities matter.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33472"/>
            <a:ext cx="11018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a 3-mark CBSE answer, write the definition of homogeneity briefly, list these three uses, and add one limitation. That structure scores cleanly without long English.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95935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10565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Check  ·  Convert  ·  Derive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Uses of dimensional analysis (3 marks)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To check whether an equation is dimensionally 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To convert a value from one system of units to another.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To find the relation between physical quantities (derive formula).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7063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1693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Check  ·  Convert  ·  Derive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136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Limitation: cannot find dimensionless constants like 2π or 1/2.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NEET: time period from α and 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Max acceleration of oscillating particle is α, max velocity is β. Time period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58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7685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2π α/β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2432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642615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2π α β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0837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08375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2π β/α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74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7413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2π α² / β²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NEET: time period from α and 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Easy way: check which option has dimension of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In SHM, max speed β = A ω, max acceleration α = A ω²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Divide: α/β = ω. Time period is T = 2π / 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So T = 2π × (β/α)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363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2π β/α   (option 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Which does NOT have dimension of time?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L, C, R are inductance, capacitance, resistance. Which has no dimension of time?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58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7685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RC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2432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642615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L/R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0837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08375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√(LC)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74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7413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L/C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Which does NOT have dimension of time?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Remember three time formulas from circuits.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RC has dimension of time. L/R has dimension of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√(LC) also has dimension of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L/C does not become time. That is the odd one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363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L/C   (option 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Inside sin, log and eˣ — the hard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Any argument sitting inside sin, cos, tan, log or e  must be dimensionless. That means its dimensions are M⁰ L⁰ T⁰. If two pieces are added inside that argument, each piece must also be dimensionless — and they must match each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11018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Outside, the whole sin or log is just a pure number for dimensions. So if Force = A cos(Bx), then [A] = [Force], and [Bx] = 1.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6791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01421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Inside = dimensionless    ·    Outside multiplier matches the left side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How to attack such an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Step 1: Mark every + or − inside the sin / log / exp. Those pieces match.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Step 2: Each piece alone must be dimensionless (equal to 1 for dimensions).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Step 3: The factor in front of sin / log / exp matches the left-hand quantity.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Step 4: Multiply or divide to get the combination the question asks for.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27355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41985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Do not invent physics. Read only what the equation allows.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165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λt sits inside sin, and λ is length, that equation is dimensionally wrong.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Force with cos and sin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 = A cos(Bx) + C sin(Dt). Find dimensions of (A D)/B.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Force with cos and sin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Idea: Bx and Dt are dimensionless. A and C carry the force.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[Bx] = 1 ⇒ [B] = 1/[x] = L⁻¹.   [Dt] = 1 ⇒ [D] = T⁻¹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[A] = [C] = [F] = M L T⁻²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3:  [A D / B] = [F] × T⁻¹ / L⁻¹ = [F] × (L / 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63824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same as Force × length /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Velocity with square-root density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V = α / (β + √density). Find [α] and [β].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Velocity with square-root density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Idea: β is added to √density, so they match. Then α / that piece = velocity.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[β] = [√density] = (M L⁻³)½ = M½ L⁻³ᐟ²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[α] = [V] × [β] = L T⁻¹ × M½ L⁻³ᐟ²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[α] = M½ L⁻¹ᐟ² T⁻¹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821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Final: [β] = M½ L⁻³ᐟ² ;  [α] = M½ L⁻¹ᐟ² T⁻¹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Pressure with a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P = A log_e(B/t − C V). Find [A B] and [B C].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Pressure with a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Idea: log is a pure number, so [A] = [P]. Inside, each term is dimensionless.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[A] = [P] = M L⁻¹ T⁻².   B/t = 1 ⇒ [B] =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C V = 1 ⇒ [C] = 1/[V] = L⁻³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[A B] = M L⁻¹ T⁻¹ ;   [B C] = T L⁻³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821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Final: [AB] = M L⁻¹ T⁻¹ ;  [BC] = L⁻³ 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NCERT: which displacement is wrong?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relation for displacement y is dimensionally NOT correct?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y = a sin(2π t / T)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y = a sin(v t / λ)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y = √2 a sin(2π t / T) cos(2π x / λ)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y = (x/t) sin(λ 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NCERT: which displacement is wrong?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Check the angle inside sin. It must be dimensionless.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Options 1–3: t/T, vt/λ, x/λ are all dimensionless. Fine.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5AC8FF"/>
                </a:solidFill>
                <a:latin typeface="Aptos"/>
              </a:rPr>
              <a:t>Step 2:  Option 4: λ t has dimensions L × T. Not an angle. Also x/t is velocity, not length.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option 4 — y = (x/t) sin(λ 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New fundamental quantities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Sometimes the question says: treat force, acceleration and time as the basic set. Then rewrite length or energy using only those letters. You assume length = F^α a^β t^γ, put dimensions of both sides, and match powers of M, L, 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8775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fast board shortcut: start from a formula you already trust. From s = (1/2) a t² you see length looks like a t². Force does not appear, so F⁰ a¹ t².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00507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15137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Assume powers → equate M, L, T → solve α, β, γ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Length in terms of F, a, 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F, a and t are fundamental, dimension of length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F⁰ a¹ T²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 a² T²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 a² T⁰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F⁰ a 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Length in terms of F, a, 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Shortcut: length from kinematics looks like a t².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s ∝ a t²  ⇒  [length] = F⁰ a¹ T²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Full method: L = F^α a^β t^γ gives α = 0, β = 1, γ =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F⁰ a¹ T²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Energy in terms of F, a, 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force, acceleration and time are basic, dimension of energy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F² A⁻¹ T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 A T²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 A T⁻²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 A⁻¹ 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Energy in terms of F, a, 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Energy = force × distance, and distance ~ a t².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E = F × l = F × (a t²) = F A T²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4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F A T²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Surface tension from E, V, 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energy E, velocity V and time T are fundamental, surface tension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12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31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3113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[E V⁻² T⁻²]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9689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[E⁻² V T⁻²]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443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[E⁻² V⁻² T²]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10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28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2841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[E V⁻² T²]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Surface tension from E, V, 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Surface tension S = F/l. Rewrite using energy and length = V 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S = F/l = (F l)/l² = E / l²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l = V T  ⇒  S = E / (V T)² = E V⁻² T⁻²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[E V⁻² T⁻²]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Deducing a relation by powers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Suppose critical velocity depends on viscosity η, density ρ and radius r. Write v_c = ηˣ ρʸ rᶻ. Put dimensions of every letter. Match powers of M, L and T. Solve the three equations for x, y, 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8775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Board tip: often attack the mass power first. It is usually the simplest equation.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68503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83133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Q = k Aᵃ Bᵇ Cᶜ     →     equate [M], [L], [T]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Critical velocity exponents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v_c = [ηˣ ρʸ rᶻ], find x, y, z.  (AIPMT style)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1, 1, 1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1, −1, −1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−1, −1, 1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−1, 1, −1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Critical velocity exponents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Need [η] first. From F = 6π η r v, [η] = M L⁻¹ T⁻¹.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5AC8FF"/>
                </a:solidFill>
                <a:latin typeface="Aptos"/>
              </a:rPr>
              <a:t>Step 1:  L T⁻¹ = (M L⁻¹ T⁻¹)ˣ (M L⁻³)ʸ (L)ᶻ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Time: −1 = −x ⇒ x = 1.  Mass: 0 = x+y ⇒ y = −1.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Length: 1 = −x − 3y + z ⇒ z = −1.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8211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x = 1, y = −1, z = −1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Spring frequency powers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 = c mˣ Kʸ. Find x and y. (c dimensionless)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21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3969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= 1/2, y = 1/2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871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054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0545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= −1/2, y = −1/2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529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87121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= 1/2, y = −1/2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186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369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3697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= −1/2, y = 1/2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Spring frequency powers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[f] = T⁻¹. From F = K x, [K] = M T⁻².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T⁻¹ = Mˣ (M T⁻²)ʸ  ⇒  −1 = −2y ⇒ y = 1/2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Mass: 0 = x + y ⇒ x = −1/2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x = −1/2 , y = 1/2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NEET: length from h, G, 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combination of h, G, c has dimensions of length? [NEET]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√(h G) / c³ᐟ²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√(h G) / c⁵ᐟ²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√(h c / G)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√(G c) / h³ᐟ²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NEET: length from h, G, 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Tip: first match mass. [h] = M L² T⁻¹, [G] = M⁻¹ L³ T⁻².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√(h G) kills mass. Remaining length and time need c³ᐟ².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Check: √(h G)/c³ᐟ² → L¹. That is option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√(h G) / c³ᐟ²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Four kinds of quantities (board map)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Before significant figures, lock this language. A quantity may or may not have dimensions, and it may or may not change from problem to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59152"/>
            <a:ext cx="5303520" cy="141732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Dimensional variable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98064"/>
            <a:ext cx="502920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Has dimensions. Value can change. Example: force, velocity.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359152"/>
            <a:ext cx="5303520" cy="141732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Dimensionless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98064"/>
            <a:ext cx="502920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No dimensions. Value can change. Example: strain, angle in a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59352"/>
            <a:ext cx="5303520" cy="141732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Dimensional constant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98264"/>
            <a:ext cx="502920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Has dimensions. Fixed value. Example: G, h, 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59352"/>
            <a:ext cx="5303520" cy="141732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C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CC48"/>
                </a:solidFill>
                <a:latin typeface="Aptos"/>
              </a:rPr>
              <a:t>Dimensionless constant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98264"/>
            <a:ext cx="502920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No dimensions. Fixed number. Example: π, e, 2 in formulas.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Which is a dimensional constant?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of the following is a dimensional constant?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21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3969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Relative density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871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054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0545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Gravitational constant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529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87121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Refractive index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186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369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3697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Poisson’s ratio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Which is a dimensional constant?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Relative density, μ, Poisson’s ratio are ratios — dimensionless.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G has a fixed value and dimensions M⁻¹ L³ T⁻².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gravitational constant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Limitations of dimensional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Dimensions are powerful, but they are not magic. They cannot invent a pure number like 2π. They cannot invent sin or cos. They struggle when two different quantities share the same dimensions. And they cannot build a formula that is a sum of two different kinds of terms.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334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Cannot find dimensionless constants (2π, 1/2, 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906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Cannot derive trig / exponential pieces of a formula.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478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Fails if the quantity depends on more than three independent variables (with only M, L, 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507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Cannot derive formulas that need + or − of unlike structures (like s = ut + ½at²).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908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Dimensionally possible does not mean physically true.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Which equation can be derived dimensionally?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of the following can be derived using dimensions alone?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 = v t − (1/2) a t²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v² = u² − 2 a 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h = ω² r² / (2 g)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v = d / 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Which equation can be derived dimensionally?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Sums with two terms, or unknown numbers like 1/2 and 2, cannot be fixed by dimensions.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v = d/t is a single product/quotient. Dimensions can support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Best pick among these: v = d/t  (option 4)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Significant figures — why they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measurement is never infinitely precise. Significant figures tell us which digits in a reported number are trustworthy. They are the digits that carry real information from the measuring instrument.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96312"/>
            <a:ext cx="11018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Example idea: if a scale can only read to 0.1 cm, writing 12.345 cm pretends we know more than we do. Significant-figure rules keep our writing honest.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6791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01421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Significant digits = the digits that count in a measured value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Rules to count significant digits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Every non-zero digit is significant.  (234 →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Zeros trapped between non-zero digits are significant.  (402 →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Trailing zeros with no decimal point are not significant.  (5280 →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Trailing zeros after a decimal point are significant.  (23.500 → 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5. Leading zeros before the first non-zero digit are not significant.  (0.034 →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649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6. Exact counted numbers have infinite significant figures.  (12 eggs)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221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7. In a × 10ⁿ form, only the digits in a are significant.  (1.608×10²³ → 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1655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power of ten itself is not a significant digit.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Counting table (board examples)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29184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078992"/>
            <a:ext cx="292608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22776" y="1078992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Significant digits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1078992"/>
            <a:ext cx="475488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8856" y="1078992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17904"/>
            <a:ext cx="32918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17904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23.500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517904"/>
            <a:ext cx="29260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22776" y="1517904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517904"/>
            <a:ext cx="47548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8856" y="1517904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zeros after decimal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956815"/>
            <a:ext cx="32918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956815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402 cm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1956815"/>
            <a:ext cx="29260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22776" y="1956815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1956815"/>
            <a:ext cx="47548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8856" y="1956815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zero between non-zeros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395728"/>
            <a:ext cx="32918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395728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5280 kg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2395728"/>
            <a:ext cx="29260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22776" y="2395728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2395728"/>
            <a:ext cx="47548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2395728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no decimal — trailing zero drops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834639"/>
            <a:ext cx="32918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834639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6.780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2834639"/>
            <a:ext cx="29260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2776" y="2834639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2834639"/>
            <a:ext cx="47548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48856" y="2834639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trailing zero after decimal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32918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273552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0.034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3273552"/>
            <a:ext cx="29260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22776" y="3273552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80" y="3273552"/>
            <a:ext cx="47548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48856" y="3273552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leading zeros do not count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3712463"/>
            <a:ext cx="32918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3712463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3.070 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86200" y="3712463"/>
            <a:ext cx="29260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22776" y="3712463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2280" y="3712463"/>
            <a:ext cx="47548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48856" y="3712463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middle + trailing after decimal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151376"/>
            <a:ext cx="32918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151376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1.608 × 10²³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86200" y="4151376"/>
            <a:ext cx="29260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22776" y="4151376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4151376"/>
            <a:ext cx="47548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151376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only the mantissa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Count the significant digits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How many significant digits are in 0.0340?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21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3969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871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054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0545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529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87121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186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369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3697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Count the significant digits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Leading zeros before 3 do not count. Trailing zero after decimal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Digits that count: 3, 4, 0  →  three significant digits.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Scientific notation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Number of significant digits in 2.50 × 10⁻⁴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21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3969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871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054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0545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529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87121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186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369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3697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Scientific notation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Look only at 2.50. The power −4 is not counted.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2, 5 and trailing 0 after decimal → three significant digits.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4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Units 03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Inside sin / log / exp → dimensionless. Outside factor matches left 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5AC8FF"/>
                </a:solidFill>
                <a:latin typeface="Aptos"/>
              </a:rPr>
              <a:t>New fundamentals: assume powers, equate M L T, or use a known formula shortcut.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Dimensional constant example: G. Dimensionless constant example: 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Limit: cannot get pure numbers or invent +/− multi-term formulas.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Significant figures: count only the trustworthy digits of a measurement.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Ready theory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Arguments of trigonometric, logarithmic and exponential functions are dimensionless.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Dimensional analysis can check a formula, convert units, and find powers in a product law.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It cannot determine dimensionless constants or formulas with + / − of unlike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Significant figures are the meaningful digits in a measured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5. Leading zeros are never significant; trailing zeros after a decimal 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307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 3 marks: definition + one use + one limitation of dimensional analysis.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If y = A eᴮˣ ⁺ Cᐟᵗ, find [A], [B] and [C].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If F, A, D are fundamental, write Young’s modulus in that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Write five limitations of dimensional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Count significant digits: 0.002040 and 2.040 × 10³.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5. Which is dimensionless: G, μ, strain, Planck’s constant?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307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Next: more on errors and measuring instruments (later PW lectures).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