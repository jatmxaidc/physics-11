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2-hour class. Leftover from L01 plus ASTC and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Item 01 is the recap. Then leftover L01, ASTC, table,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minutes. Do not re-teach. Point, they say the line, you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the three lines. Keep only sin²+cos²=1 if memory 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sin=2 is impossible. Then the three results from last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prove in class. Last class marked H.W on 1+tan²=sec². Divide P²+B²=H² by B².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prove in class. Last class marked H.W on 1+cot²=cosec². Divide P²+B²=H² by P².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h1 = x tanθ, h2 = (d−x) tanφ. Difference = x tanθ − (d−x) tanφ.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 = x tan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 = (d−x) tanφ. Difference = x tanθ − (d−x) tanφ.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 = (h1−h2)/tanθ.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Opposite = h1−h2. Adjacent =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= (h1−h2)/tanθ. Wrong options use sum or multiply by 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Silver Tea Cups. Q1 all, Q2 sin, Q3 tan, Q4 cos. Reciprocals follow the same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ASTC in a circle. Starting from Q1, go anti-clockwise: All, Silver, Tea, Cups.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Option 1: sin and cosec.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and cosec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sin(180−θ)=sin θ. cos(180−θ)=−cos θ. 120° is the brother of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column by column. tan 90° is not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quadrant: sine positive, cosine negative. ASTC: Silver.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They copy from the 0–180 table.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sin120=√3/2, cos150=−√3/2, tan135=−1, sin150=1/2, cos120=−1/2.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Opposite 3 is 37°, opposite 4 is 53°.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Opposite 3 is 37°, opposite 4 is 53°.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sin increases, cos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increases, cos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Same angle. Answer is 1. Do not compute 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angle. Identity. Do not compute 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hour done. Towers, ASTC, table. After break: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= Rθ with θ in radian. Never put 90° into this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Wherever you see π rad, put 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1° = π/180 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rad = 180/π.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Distance = πR/2. Do not hint the degree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 out R×90°. Convert 90° = π/2. Distance = πR/2.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Wait. π/3 rad =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π rad = 180°. 180/3 = 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board. Do not show answers. Tonight is the next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 stays unanswered.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Interior third angle = 70°. Exterior β = 110°.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answers. 5π/6=150°, 2π/3=120°, 4π/3=240°, 3π/5=108°, 5π=900°, 2π/5=72°, 7π/12=105°, 5π/2=450°, 3π=540°.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answers. 120°=2π/3, 30°=π/6, 150°=5π/6, 270°=3π/2, 135°=3π/4. π is already radian.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sin 53 × cosec 53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sin180=0 so the product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tan θ = h/l so l = h / tan θ = h cot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Wire length = h / sinθ. After it falls, x = h cot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reveal. Answer is 10/(√3−1) m. Draw: slope 30°, sun 60° to horizontal, pole 10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before the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minutes. They say each boxed line. Then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Silver Tea Cups. Then 37/53 from 3-4-5.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180=π. Arc=Rθ in radian. Never put 90° into Rθ.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tonight. Conversions and PYQs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D646"/>
                </a:solidFill>
                <a:latin typeface="Aptos"/>
              </a:rPr>
              <a:t>Height, ASTC and radian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recap of Lecture 01  —  ratios, identities, range, and last-class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Homework from last class  —  prove  1 + tan²θ = sec²θ  and  1 + cot²θ = cosec²θ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Height and distance  —  elevation and depression  (leftover from Lecture 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ASTC  —  which ratios are positive in each quadrant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Standard angles  0° to 180°,  and  37° / 53°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Radian measure,  arc = Rθ,  degree  ↔  radian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 — 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We stop here only to lock what you already wrote. Then today’s leftover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  —  opposite θ          B  —  adjacent to θ          H  —  hypotenuse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Sides are named from θ, not from how the figure sits.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θ = P/H      cos θ = B/H      tan θ = P/B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cosec θ = H/P    sec θ = H/B      cot θ = B/P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35808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82112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sin · cosec = 1     cos · sec = 1     tan · cot 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three identities — one Pythagoras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Start from  P² + B² = H².  Divide by H², by B², by P².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sin²θ  +  cos²θ  =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1  +  tan²θ  =  sec²θ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1  +  cot²θ  =  cosec²θ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4173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If you keep only one line:  sin²θ + cos²θ 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Range, and the questions we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Sine is P/H. H is longest, so sine cannot be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−1 ≤ sin θ ≤ 1      −1 ≤ cos θ ≤ 1      tan 90° is not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Questions from last class — you already have these in the notebook: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θ = 2     →     P = 2k,  B = k,  H = √5 k     sin = 2/√5,  cos = 1/√5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(sin θ + cos θ)/(sin θ − cos θ) = 11/5     →     tan θ = 8/3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Nested similar triangles     →     y = 3/2     x = 8/3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28416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We stopped after x = 8/3. First: last-class homework. Then height and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last class — prove this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Starting from  P² + B² = H²,  divide both sides by B² and hence prove that  1 + tan²θ = sec²θ.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Copy the question. This is homework from last class. Do not wait for the proof on this 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last class — prove this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Starting from  P² + B² = H²,  divide both sides by P² and hence prove that  1 + cot²θ = cosec²θ.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Copy the question. This is homework from last class. Do not wait for the proof on this 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Observer between two towers — elevation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From a point on level ground between two vertical towers that are d metres apart, the angles of elevation to the tops of the nearer and farther towers are θ and φ respectively. The observer is x metres from the nearer tower. What is the difference in heights of the towers?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 (tan θ − tan φ)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tan θ  −  (d − x) tan φ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tan θ − tan φ · d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(tan θ − tan φ) / 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Nearer tower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Observer is x metres from the nearer tower. Elevation to that top is 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tan θ  =  h₁ /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Opposite = height.  Adjacent =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h₁  =  x tan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6C0"/>
                </a:solidFill>
                <a:latin typeface="Aptos"/>
              </a:rPr>
              <a:t>Next: the farther tower.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Farther tower, then the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Observer is (d − x) metres from the farther tower. Elevation to that top is φ.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h₂  =  (d − x) tan 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Same idea. Adjacent is now d −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h₁ − h₂  =  x tan θ  −  (d − x) tan 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the question asks for the farther minus the nearer, flip the sign. Always sketch before you write tan.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the top of one tower — depression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Two towers are separated by a horizontal distance D. From the top of the first tower (height h₁), the angle of depression to the top of the second tower (height h₂) is θ. Which relation correctly gives D in terms of h₁, h₂ and θ? Take h₁ &gt; h₂.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  =  (h₁ + h₂) /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  =  (h₁ − h₂)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  =  (h₂ − h₁) / tan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  =  tan θ · (h₁ + h₂)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Write tan θ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From the top of the first tower, look down to the top of the second. h₁ &gt; h₂.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tan θ  =  (h₁ − h₂) /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Opposite = height drop.  Adjacent = 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94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6C0"/>
                </a:solidFill>
                <a:latin typeface="Aptos"/>
              </a:rPr>
              <a:t>Depression looks down, so the opposite side is the difference of heights, never the sum.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6C0"/>
                </a:solidFill>
                <a:latin typeface="Aptos"/>
              </a:rPr>
              <a:t>Next: solve for 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Solve for 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tan θ  =  (h₁ − h₂) /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D  =  (h₁ − h₂) /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Wrong options use (h₁ + h₂) or multiply by tan θ. Depression looks down, so the opposite side is the difference of heights, never the sum.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ratios are positive?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ratio is positive only in the quadrants named below. Reciprocals take the same 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36192"/>
            <a:ext cx="11018520" cy="77724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19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I    0° to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All     sin, cos, tan  and the three reciprocals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04872"/>
            <a:ext cx="11018520" cy="77724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09CFF"/>
                </a:solidFill>
                <a:latin typeface="Aptos"/>
              </a:rPr>
              <a:t>II   90° to 180°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Silver  sin and cosec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73552"/>
            <a:ext cx="11018520" cy="77724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FF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CC48"/>
                </a:solidFill>
                <a:latin typeface="Aptos"/>
              </a:rPr>
              <a:t>III  180° to 270°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47472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Tea     tan and cot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42231"/>
            <a:ext cx="11018520" cy="777240"/>
          </a:xfrm>
          <a:prstGeom prst="roundRect">
            <a:avLst/>
          </a:prstGeom>
          <a:solidFill>
            <a:srgbClr val="0C101A"/>
          </a:solidFill>
          <a:ln w="1905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59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IV   270° to 360°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343399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Cups    cos and sec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All  ·  Silver  ·  Tea  ·  Cups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this as a plus-sign of four rooms. Start at the first quadrant and go anti-clockwise.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A  S  T  C     →     All   sin   tan   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Second quadrant: sine is positive, cosine is negative, so tangent is negative.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That is why  cos 120°  and  tan 135°  carry a minus in the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Signs in the second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In the second quadrant (90° to 180°), which of the following pairs is positive?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55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73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sin θ  and  cosec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39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cos θ  and  sec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5054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tan θ  and  cot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8712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all six ratios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Second quadrant — Silver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ASTC: second quadrant is S — sine. Cosecant is 1/sine, so it is positive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θ  and  cosec θ  are positive.   cos, sec, tan, cot are negative.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say “sine is positive so tangent is positive”. Tangent is sine over cosine, and cosine is negative 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Brother angle in the second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angle past 90° uses a brother angle in the first quadrant. ASTC gives the 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(180° − θ)  =  sin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(180° − θ)  =  − cos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tan (180° − θ)  =  − tan 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4480560" cy="12344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1682495"/>
            <a:ext cx="4151376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120°  =  180° − 60°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Example:  sin 120° = sin 60° = √3/2.     cos 120° = − cos 60° = −1/2.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sin, cos, tan 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15214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554480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2763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029967"/>
            <a:ext cx="1554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10312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505456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57860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25526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tan 90° is not defined.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sin, cos, tan from 90° to 180°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5544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15214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4456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135°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150°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078992"/>
            <a:ext cx="1892807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152144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ptos"/>
              </a:rPr>
              <a:t>180°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554480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2763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√3/2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554480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27632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029967"/>
            <a:ext cx="15544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10312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34456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−1/√2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−√3/2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2029967"/>
            <a:ext cx="1892807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103120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2505456"/>
            <a:ext cx="15544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257860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5416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undef.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78224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34456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20072" y="2505456"/>
            <a:ext cx="1892807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648" y="2578608"/>
            <a:ext cx="1819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25526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Range: −1 ≤ sin θ ≤ 1     and     −1 ≤ cos θ ≤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Read these from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From the 0° to 180° table, find the value of each of the following.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(i)     sin 120°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(ii)    cos 150°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(iii)   tan 135°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(iv)    sin 150°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(v)     cos 120°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the 0°–180°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120°  =  √3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cos 150°  =  −√3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tan 135°  =  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5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sin 150°  =  1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cos 120°  =  −1 /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3–4–5 triangle — 37° and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097280" y="1078992"/>
            <a:ext cx="2194560" cy="246888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" y="341802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1756" y="3584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409C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9033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9E40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7321" y="137525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556" y="325343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078992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In a 3–4–5 right triangle, find sin, cos and tan of 37°, and sin, cos and tan of 53°.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3–4–5 triangle — 37° and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097280" y="1078992"/>
            <a:ext cx="2194560" cy="2468880"/>
          </a:xfrm>
          <a:prstGeom prst="rtTriangle">
            <a:avLst/>
          </a:prstGeom>
          <a:solidFill>
            <a:srgbClr val="2A70B2"/>
          </a:solidFill>
          <a:ln w="28575">
            <a:solidFill>
              <a:srgbClr val="A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8252" y="3418027"/>
            <a:ext cx="118872" cy="118872"/>
          </a:xfrm>
          <a:prstGeom prst="rect">
            <a:avLst/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1756" y="3584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409C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9033"/>
            <a:ext cx="475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9E40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7321" y="137525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556" y="3253435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1"/>
            <a:ext cx="219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FFD646"/>
                </a:solidFill>
                <a:latin typeface="Aptos"/>
              </a:rPr>
              <a:t>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078992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37° = 3/5      cos 37° = 4/5      tan 37° = 3/4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37160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53° = 4/5      cos 53° = 3/5      tan 53° = 4/3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2879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tan 37° &lt; tan 53°  because  3/4 &lt; 4/3.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2140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Also:  sin 53° × cosec 53° = 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the angle increases from 0° to 90°, then what happens to the value of sin θ and the value of cos θ?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755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739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sin θ increases,  cos θ decreases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396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sin θ decreases,  cos θ increases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5054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both decrease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8712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both increase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0° to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sin θ  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 → 1/2 → 1/√2 → √3/2 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789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cos θ  decreases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 → √3/2 → 1/√2 → 1/2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0° → 90°:  sin ↑     cos ↓     tan ↑     (tan 90° not defined)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value of  sin² 40°  +  cos² 40°.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sin² 40° + cos² 40°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True for every θ. Here θ = 40°.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sin²θ  +  cos²θ  =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sin² 40° + cos² 40°  =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Do not compute 40°. Same angle, so the identity is enough.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916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72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409CFF"/>
                </a:solidFill>
                <a:latin typeface="Aptos"/>
              </a:rPr>
              <a:t>Next: radian measure  →  conversions  →  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Arc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Arc length  =  R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must be in radian. Never put 90° into this formula.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Arc  =  R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Practical unit of angle: degree.     SI unit of angle: radian.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+θ anti-clockwise     −θ clockwise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one line:  180° = π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Lock this. Every conversion starts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789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2252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79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Next: degree → radian, then radian → degree.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Degree →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1°  =  π / 180  rad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Divide the lock-line by 180.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FFFFFF"/>
                </a:solidFill>
                <a:latin typeface="Aptos"/>
              </a:rPr>
              <a:t>So  θ°  in radian  =  θ × (π / 180).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Multiply the degree by π/180.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ANGLE AND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Radian →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5AC8FF"/>
                </a:solidFill>
                <a:latin typeface="Aptos"/>
              </a:rPr>
              <a:t>1 rad  =  180° / 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Divide the lock-line by 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9222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FFFFFF"/>
                </a:solidFill>
                <a:latin typeface="Aptos"/>
              </a:rPr>
              <a:t>So  θ rad  in degree  =  θ × (180 / π).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Multiply the radian by 180/π.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Arc on a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An object moves on the circumference of a circle of radius R. If the object turns through 90°, find the total distance moved by the object.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Object turns 90° on a circle of radius 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object moves on the circumference of a circle of radius R and turns through 90°. Find the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Distance = R ×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Distance = R × (π/2 rad)  =  πR/2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path = arc = Rθ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Convert 90° first:  90° = 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πR /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First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Convert π/3 radian into degree.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π / 3 rad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π / 3  rad  =  180° / 3  =  60°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36192"/>
            <a:ext cx="44805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682495"/>
            <a:ext cx="4151376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π / 3 rad  =  60°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these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Convert the following into degree or radian, as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(i)     π/2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36192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(ii)    π/4 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(iii)   π/6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(iv)    45°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(v)     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2140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(vi)    60°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 six conversions from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π/2 rad = 90°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78992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π/4 rad = 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π/6 rad =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371600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45° = π/4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64207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= π/2 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64207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60° = π/3 rad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Find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triangle has two interior angles 40° and 70°. The side next to the 70° angle is extended. If β is the exterior angle formed at that vertex, find the value of β.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radian into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Convert the following radian measures into degree.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(i)  5π/6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(ii)  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(iii)  4π/3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(iv)  3π/5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(v)  5π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(vi)  2π/5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(vii)  7π/12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(viii)  5π/2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031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(ix)  3π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degree into radian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Convert the following into radian.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(i)  120°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(ii)  30°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(iii)  150°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(iv)  270°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(v)  135°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(vi)  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Product of a ratio and its reciprocal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value of  sin 53°  ×  cosec 53°.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Product of three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value of  sin 180°  ·  cos 135°  ·  tan 120°.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Shadow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vertical pole of height h casts a shadow of length l when the Sun is at an angle θ above the horizon. Which of the following expresses the shadow length l in terms of h and θ?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075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939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tan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414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97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4597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072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254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8254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729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912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912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  =  h / sin 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Wire from the top of a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pole of height h has a wire attached from the top to the ground at an angle θ. If the wire breaks and falls to the ground without changing length, find the horizontal distance x from the base of the pole where the wire touches the ground.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cot θ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tan θ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sin θ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  =  h sec 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Shadow on sloping 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vertical pole of height h = 10 m stands on ground that slopes upwards at a constant angle α = 30° with the horizontal. If the Sun’s angle of elevation above the horizontal is θ = 60°, what is the length of the shadow cast by the pole on the sloping ground?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 m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m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10√3 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10 / (√3 − 1) 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What we lock from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Height and distance. Sketch first. Tangent is opposite over adjacent.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Elevation:     h  =  x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Two towers:    h₁ − h₂  =  x tan θ  −  (d − x) tan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Depression:    D  =  (h₁ − h₂) / tan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Depression looks down. Opposite is the difference of heights, never the sum.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ASTC and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A  S  T  C     →     All   sin   tan   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Reciprocals take the same sign.  sin(180° − θ) = sin θ.  cos(180° − θ) = −cos 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37° = 3/5     cos 37° = 4/5     tan 37° = 3/4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53° = 4/5     cos 53° = 3/5     tan 53° = 4/3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tan 90° is not defined.  −1 ≤ sin θ ≤ 1  and  −1 ≤ cos θ ≤ 1.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Radian — the one lock-line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5AC8FF"/>
                </a:solidFill>
                <a:latin typeface="Aptos"/>
              </a:rPr>
              <a:t>180°  =  π rad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78992"/>
            <a:ext cx="448056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225295"/>
            <a:ext cx="415137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Wherever you see π rad, put 180°.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degree → radian:     multiply by  π/180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radian → degree:     multiply by  180/π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1401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Arc length  =  R θ     with θ in radian.     Never  R × 90°.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7121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90° on a circle of radius R  →  distance  πR/2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Tonight: remaining conversions and the height–distance PYQs.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Do not leave ASTC and 180° = π rad unwritten.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