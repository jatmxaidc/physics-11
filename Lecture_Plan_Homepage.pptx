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this homepage. Say: this is our year, not a copied coaching batch. Point to the four dates. Point to daily test. Point to Lecture 01 Mathematical Tools. Do not spend more than 3 minutes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every PW topic is in the plan. Banking, FBD, rolling, 2D collision each get a full hour. Shared days are only where PW split one idea. Theory 24 Dec. Done 31 Dec.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Aptos"/>
              </a:rPr>
              <a:t>CLASS 11 PHYSICS EXCELLENCE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Lecture Plan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C8E6"/>
                </a:solidFill>
                <a:latin typeface="Aptos"/>
              </a:rPr>
              <a:t>CBSE annual examination  +  NEET foundation   •   one student, one clear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2670048" cy="960120"/>
          </a:xfrm>
          <a:prstGeom prst="roundRect">
            <a:avLst/>
          </a:prstGeom>
          <a:solidFill>
            <a:srgbClr val="0E2A52"/>
          </a:solidFill>
          <a:ln w="1270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7393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0BEDC"/>
                </a:solidFill>
                <a:latin typeface="Aptos"/>
              </a:rPr>
              <a:t>We start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64208"/>
            <a:ext cx="2670048" cy="960120"/>
          </a:xfrm>
          <a:prstGeom prst="roundRect">
            <a:avLst/>
          </a:prstGeom>
          <a:solidFill>
            <a:srgbClr val="0E2A52"/>
          </a:solidFill>
          <a:ln w="1270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77393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133 TOPICS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0BEDC"/>
                </a:solidFill>
                <a:latin typeface="Aptos"/>
              </a:rPr>
              <a:t>Every PW Class 11 topic kept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64208"/>
            <a:ext cx="2670048" cy="960120"/>
          </a:xfrm>
          <a:prstGeom prst="roundRect">
            <a:avLst/>
          </a:prstGeom>
          <a:solidFill>
            <a:srgbClr val="0E2A52"/>
          </a:solidFill>
          <a:ln w="1270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77393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99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0BEDC"/>
                </a:solidFill>
                <a:latin typeface="Aptos"/>
              </a:rPr>
              <a:t>Packed only where time allows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64208"/>
            <a:ext cx="2670048" cy="960120"/>
          </a:xfrm>
          <a:prstGeom prst="roundRect">
            <a:avLst/>
          </a:prstGeom>
          <a:solidFill>
            <a:srgbClr val="0E2A52"/>
          </a:solidFill>
          <a:ln w="1270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177393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31 DEC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0BEDC"/>
                </a:solidFill>
                <a:latin typeface="Aptos"/>
              </a:rPr>
              <a:t>Class 11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346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Aptos"/>
              </a:rPr>
              <a:t>HOW EACH WEEK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08960"/>
            <a:ext cx="6903720" cy="384048"/>
          </a:xfrm>
          <a:prstGeom prst="roundRect">
            <a:avLst/>
          </a:prstGeom>
          <a:solidFill>
            <a:srgbClr val="0E2A52"/>
          </a:solidFill>
          <a:ln w="9525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200400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ptos"/>
              </a:rPr>
              <a:t>Week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Starts Tuesday 1 Sep  •  then Monday–Saturday, 60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47872"/>
            <a:ext cx="6903720" cy="384048"/>
          </a:xfrm>
          <a:prstGeom prst="roundRect">
            <a:avLst/>
          </a:prstGeom>
          <a:solidFill>
            <a:srgbClr val="0E2A52"/>
          </a:solidFill>
          <a:ln w="9525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63931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ptos"/>
              </a:rPr>
              <a:t>After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39312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Daily test of 5–10 questions  •  must be done before next lecture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86783"/>
            <a:ext cx="6903720" cy="384048"/>
          </a:xfrm>
          <a:prstGeom prst="roundRect">
            <a:avLst/>
          </a:prstGeom>
          <a:solidFill>
            <a:srgbClr val="0E2A52"/>
          </a:solidFill>
          <a:ln w="9525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078223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ptos"/>
              </a:rPr>
              <a:t>Next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78223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Teacher solves the weak questions first  •  then new topic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25696"/>
            <a:ext cx="6903720" cy="384048"/>
          </a:xfrm>
          <a:prstGeom prst="roundRect">
            <a:avLst/>
          </a:prstGeom>
          <a:solidFill>
            <a:srgbClr val="0E2A52"/>
          </a:solidFill>
          <a:ln w="9525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517136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ptos"/>
              </a:rPr>
              <a:t>Sunday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517136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Formula sheet  •  error-log update  •  one timed mixed 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834640"/>
            <a:ext cx="3977639" cy="2029968"/>
          </a:xfrm>
          <a:prstGeom prst="roundRect">
            <a:avLst/>
          </a:prstGeom>
          <a:solidFill>
            <a:srgbClr val="0E2A52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296265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Aptos"/>
              </a:rPr>
              <a:t>WE START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2004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Lecture 01  •  Tue 1 Sep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493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Trigonometry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858768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CDE6"/>
                </a:solidFill>
                <a:latin typeface="Aptos"/>
              </a:rPr>
              <a:t>Ratios, identities, right-triangle
problems  •  PW lecture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462272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AF37"/>
                </a:solidFill>
                <a:latin typeface="Aptos"/>
              </a:rPr>
              <a:t>Then: Algebra → Vectors → Units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029200"/>
            <a:ext cx="11109960" cy="658368"/>
          </a:xfrm>
          <a:prstGeom prst="roundRect">
            <a:avLst/>
          </a:prstGeom>
          <a:solidFill>
            <a:srgbClr val="0E2A52"/>
          </a:solidFill>
          <a:ln w="9525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10235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Aptos"/>
              </a:rPr>
              <a:t>Promise of this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340096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Every PW topic is taught. Hard ideas get a full hour. Related PW titles share a day only when 60 minutes is enough. Class 11 done by 31 December.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5216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8CAF"/>
                </a:solidFill>
                <a:latin typeface="Aptos"/>
              </a:rPr>
              <a:t>Handwritten notes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053328"/>
            <a:ext cx="11109960" cy="9144"/>
          </a:xfrm>
          <a:prstGeom prst="rect">
            <a:avLst/>
          </a:prstGeom>
          <a:solidFill>
            <a:srgbClr val="28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693408"/>
            <a:ext cx="10241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ED2E6"/>
                </a:solidFill>
                <a:latin typeface="Aptos"/>
              </a:rPr>
              <a:t>CLASS 11 PHYSICS  •  CBSE 2026–27 + NEET FOUNDATION  •  1 SEP 2026 – 31 DEC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69340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Aptos"/>
              </a:rPr>
              <a:t>YEAR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91440"/>
            <a:ext cx="8595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Class 11 Physics  •  133 PW topics  •  1 Sep → 31 Dec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Full hour for hard topics. Shared hour only when the second title 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749039" cy="4315968"/>
          </a:xfrm>
          <a:prstGeom prst="roundRect">
            <a:avLst/>
          </a:prstGeom>
          <a:solidFill>
            <a:srgbClr val="F7FAFD"/>
          </a:solidFill>
          <a:ln w="14604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841248"/>
            <a:ext cx="3749039" cy="658368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89611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PHASE 1  •  1 SEP – 12 OCT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170432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Tools, vectors, units, kinematics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2763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Maths     11 topics · 9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1168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Vectors    7 topics · 5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39572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Units     10 topics · 8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77977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1D motion 14 topics · 9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16382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Plane      7 topics · 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4787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93192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L001  1 Sep   Trigonometry (full hour)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31596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L036  12 Oct  Plane practice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841248"/>
            <a:ext cx="3749039" cy="4315968"/>
          </a:xfrm>
          <a:prstGeom prst="roundRect">
            <a:avLst/>
          </a:prstGeom>
          <a:solidFill>
            <a:srgbClr val="F7FAFD"/>
          </a:solidFill>
          <a:ln w="14604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841248"/>
            <a:ext cx="3749039" cy="658368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89611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PHASE 2  •  13 OCT – 24 NOV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1170432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Laws to solids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62763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Laws      16 topics · 11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01168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WEP        8 topics · 5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39572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CoM        7 topics · 5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77977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Rotation  12 topics · 9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16382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Gravitation 6 topics · 5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54787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Solids     3 topics · 2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93192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31596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L073  24 Nov  Solids practice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841248"/>
            <a:ext cx="3749039" cy="4315968"/>
          </a:xfrm>
          <a:prstGeom prst="roundRect">
            <a:avLst/>
          </a:prstGeom>
          <a:solidFill>
            <a:srgbClr val="F7FAFD"/>
          </a:solidFill>
          <a:ln w="14604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841248"/>
            <a:ext cx="3749039" cy="658368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89611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PHASE 3  •  25 NOV – 31 DEC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1170432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Fluids to waves + 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162763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Fluids     8 topics · 5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201168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Thermal    6 topics · 5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2" y="239572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KTG+thermo 6 topics · 6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277977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Oscillations 6 topics · 5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316382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Waves      6 topics · 5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2" y="354787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Lock tests 6 days (25–31 Dec)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393192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431596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A26"/>
                </a:solidFill>
                <a:latin typeface="Aptos"/>
              </a:rPr>
              <a:t>L105  31 Dec  Class 11 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303520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Daily test after every lecture   •   70% chapter gate before moving on   •   weak topics reteach within 7 days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65099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0AAB9"/>
                </a:solidFill>
                <a:latin typeface="Aptos"/>
              </a:rPr>
              <a:t>Handwritten notes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852160"/>
            <a:ext cx="11201400" cy="9144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693408"/>
            <a:ext cx="10241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ED2E6"/>
                </a:solidFill>
                <a:latin typeface="Aptos"/>
              </a:rPr>
              <a:t>CLASS 11 PHYSICS  •  CBSE 2026–27 + NEET FOUNDATION  •  1 SEP 2026 – 31 DEC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69340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