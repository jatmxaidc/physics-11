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2-hour class. Hour 1: leftover L02 from slide 29. Hour 2: PW class-02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Inequalities and full 0–180 table first. Then leftover radian. Then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each line. H is longest. sin=2 is impossible. tan 90 not 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cosec and sec cannot sit between −1 and 1. 0 to 90: sin up, cos down, tan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divisions. No writing today. Keep sin²+cos²=1 if memory is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sin(180−θ)=sin θ. cos(180−θ)=−cos θ. tan(180−θ)=−tan θ. 120° is the brother of 60°.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the full-width table. Reciprocals of 0 and of 1. tan 90 and sec 90 undefined.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Second quadrant: sin and cosec positive. tan 90 still undefined.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minutes. They say All Silver Tea Cups. Reciprocals take the same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the 3-4-5 lines. tan 90 not defined. We stopped at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Tangent is opposite over adjacent. Depression uses the difference of heights.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skip. Slide 29 was the break. Arc, 180=π, conversions, leftover PYQs.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 = Rθ with θ in radian. Never put 90° into this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Wherever you see π rad, put 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1° = π/180 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rad = 180/π.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Cross out R×90°. 90°=π/2. Distance=πR/2.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Put π rad = 180°. 180/3 = 60°.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left to right. π rad = 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Each one is  (number) × 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π is already radian. π° would be π²/180.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Interior third = 70°. Exterior β = 110°.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Same angle. Reciprocal. Value is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sin180=0. Product is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tan θ = h/l. Answer is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x = h(cosec−cot). None of the four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a=l/2, b=l√3/2. tan60=(10+a)/b. l=10 m.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Hour 1 done. Leftover from L02 slide 29. After break: PW class-02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once. Å is 10^−10 m. fm is femtometre, nuclear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Parallel: same direction, θ=0. Orthogonal: 90°. Antiparallel: opposite, 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Complementary sum to 90. Acute &lt; 90. Obtuse &gt; 90 and ≤ 180. Alternate equal when lines are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Do not write sin30/30. Convert 30° to π/6 rad. y = 3/π.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Write ten times on a rough page after class. A and B are 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Denominator 1 − tanA tanB for sum. Plus in the denominator for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A = B = θ. sin 2θ = 2 sinθ cosθ. Then 2θ = α gives the half-angle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 2θ = cos²θ − sin²θ = 1 − 2sin²θ. Rearrange: sin θ = √[(1−cos2θ)/2].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sin120=√3/2. cos150=−√3/2.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sin240=−√3/2. cos120=−1/2. Third quadrant, sine is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Both equal cos θ. cos 90 = 0, sin 90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sin(180−θ)=sinθ. sin(270+θ)= −cosθ because sin270= −1, cos270=0.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Zeros at 0, 180, 360. Peak +1 at 90. Trough −1 at 270.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 0 = +1, cos 90 = 0, cos 180 = −1, cos 270 = 0, back to +1 at 360.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Asymptotes at 90° and 270°. Period 180°. Odd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Asymptotes at 0°, 180°, 360°. cot 90°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 = 1/cos. |sec| ≥ 1. Asymptotes at 90° and 270°.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cosec = 1/sin. |cosec| ≥ 1. Asymptotes at 0°, 180°, 360°.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 is even. sin and tan are odd. From 360 − θ and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 odd, cos even. −1/2, +1/2, −√3/2, −1/2, −1/2.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moving. No second break. 37/53 then small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sin127=cos37=4/5. cos143= −sin53= −4/5. tan143= −tan37= −3/4.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(√6+√2)/4.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sin75 = (√6+√2)/4 same as 105. sin15 = (√6−√2)/4.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θ ≤ 5°. sinθ≈θ, tanθ≈θ in radian. cosθ≈1. Never leave θ in degree.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π/90, π/60,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Option 2: π/90. Not 2°, not 2 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These were leftover after the sine allied board. Cosine at 90 changes to 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150 = 180−30. tan negative in Q2. −1/√3.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(13) sin θ. (14) − cos θ. Expand with compound. No pen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A PT, B QT, C QT, D PS. Option 1. Modulus =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test before the next lecture. Compound lines ten times on a rough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last class from slide 29. They say 180=π. Arc=Rθ in radian.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each boxed line. θ outside a ratio is radian. Compound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 even. sin and tan odd. sin(90−θ)=cosθ.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sinθ≈θ, tanθ≈θ in radian. cosθ≈1. θ≤5°. tan2° is π/90 not 2°.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·  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·   2026–27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D646"/>
                </a:solidFill>
                <a:latin typeface="Aptos"/>
              </a:rPr>
              <a:t>Leftover radian, then feel of trigonometry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—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3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Inequalities, identities, brother angle, then the 0°–180° table for all six ratios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Leftover from last class, from slide 29  —  radian,  conversions,  leftover PYQs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Feel of trigonometry  —  θ outside a ratio must be in radian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Compound angles  A ± B,  then double angle and half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Allied angles,  even / odd,  graphs of all six ratios  0° to 360°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Small-angle approximation  —  sin θ ≈ θ,  tan θ ≈ θ,  cos θ ≈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Inequalities from Lectures 01 and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H is the longest side, so P ≤ H and B ≤ H. That is the whole range.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5AC8FF"/>
                </a:solidFill>
                <a:latin typeface="Aptos"/>
              </a:rPr>
              <a:t>−1  ≤  sin θ  ≤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5AC8FF"/>
                </a:solidFill>
                <a:latin typeface="Aptos"/>
              </a:rPr>
              <a:t>−1  ≤  cos θ  ≤ 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536192"/>
            <a:ext cx="448056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682495"/>
            <a:ext cx="415137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81E3F"/>
                </a:solidFill>
                <a:latin typeface="Aptos"/>
              </a:rPr>
              <a:t>sin θ = P/H     H &gt; P     so     |sin θ| 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tan θ  has no finite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786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tan 90°  is not defined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358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a question writes sin θ = 2, stop. No real angle. Do not open the identity.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Reciprocals, and 0° to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|cosec θ|  ≥  1          |sec θ|  ≥ 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When they are defined. Cosec is 1/sin, sec is 1/cos. If |sin| ≤ 1, then |cosec| cannot be 1/2.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cosec 0° and cosec 180°  are not defined          cot 0° and cot 180°  are not defined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sec 90°  is not defined          tan 90°  is not defined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0° → 90°:     sin increases     cos decreases     tan increases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358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cot and tan can be any real number, except at the angles where they are not defined.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 three identities — one Pythagoras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Start from  P² + B² = H².  Divide by H², by B², by P².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÷ H²:    (P/H)² + (B/H)² = 1          →     sin²θ + cos²θ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÷ B²:    (P/B)² + 1 = (H/B)²          →     1 + tan²θ = sec²θ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÷ P²:    1 + (B/P)² = (H/P)²          →     1 + cot²θ = cosec²θ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78608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If you keep only one line:  sin²θ + cos²θ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Brother angle in the second quadrant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 angle past 90° uses a brother angle in the first quadrant. ASTC gives the 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(180° − θ)  =  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 (180° − θ)  =  − cos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tan (180° − θ)  =  − tan 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36192"/>
            <a:ext cx="4480560" cy="12344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682495"/>
            <a:ext cx="4151376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120°  =  180° − 60°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786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Example:  sin 120° = sin 60° = √3/2.     cos 120° = − cos 60° = −1/2.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All six ratios from 0° to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30°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45°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60°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645919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45919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212848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212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779776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7797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3346703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3346703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cot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48840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85416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41648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4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34456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71032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27264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0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20072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6648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" y="3913631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3913631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sec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40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85416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41648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78224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2/√3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34456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1032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27264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63840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20072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56648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" y="4480560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" y="4480560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cosec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48840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85416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1648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78224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34456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71032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27264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63840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2/√3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20072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56648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515721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tan 90° and sec 90° are not defined. cosec 0° and cot 0° are not defined.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All six ratios from 90° to 180°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120°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135°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150°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078992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180°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645919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45919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645919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45919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212848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212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212848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212848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779776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7797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779776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779776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3346703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3346703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cot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48840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85416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41648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4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34456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71032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27264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0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20072" y="3346703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6648" y="3346703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" y="3913631"/>
            <a:ext cx="155448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" y="3913631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sec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40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85416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41648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78224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34456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1032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−√2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27264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63840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−2/√3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20072" y="3913631"/>
            <a:ext cx="1892807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56648" y="3913631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" y="4480560"/>
            <a:ext cx="155448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" y="4480560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cosec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48840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85416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1648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78224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2/√3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34456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71032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27264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63840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20072" y="4480560"/>
            <a:ext cx="1892807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56648" y="4480560"/>
            <a:ext cx="18196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515721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Second quadrant: only sin and cosec are positive. cot 180° and cosec 180° are not defined.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Last class — ASTC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A   S   T   C      →      All    sin    tan    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First quadrant: all positive. Reciprocals take the same sign as the ratio.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(180° − θ)  =  sin θ          cos (180° − θ)  =  − cos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tan 90° is not defined.     −1 ≤ sin θ ≤ 1     −1 ≤ cos θ ≤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Last class — table and 37° /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37° = 3/5     cos 37° = 4/5     tan 37° = 3/4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53° = 4/5     cos 53° = 3/5     tan 53° = 4/3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0° → 90°:  sin increases,  cos decreases,  tan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sin² 40° + cos² 40°  =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Last class stopped at the break. Radian was not taught. That leftover is first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Last class — height and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Elevation:     h  =  x tan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Depression:    D  =  (h₁ − h₂) / tan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Sketch first. Opposite is the height, or the difference of heights, never the sum.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We stopped at slide 29. First today: leftover radian, conversions, leftover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LEFTOVER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Last class stopped here — radian starts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Last class ended at the break. The next board was radian. We do that leftover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Arc length  →  180° = π rad  →  conversions  →  leftover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Then, after the break today: feel of trigonometry.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Arc 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5AC8FF"/>
                </a:solidFill>
                <a:latin typeface="Aptos"/>
              </a:rPr>
              <a:t>Arc length  =  R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θ must be in radian. Never put 90° into this formula.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789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2252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81E3F"/>
                </a:solidFill>
                <a:latin typeface="Aptos"/>
              </a:rPr>
              <a:t>Arc  =  R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92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Practical unit of angle: degree.     SI unit of angle: radian.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8483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+θ anti-clockwise     −θ clockwise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 one line:  180° = π rad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Lock this. Every conversion starts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5AC8FF"/>
                </a:solidFill>
                <a:latin typeface="Aptos"/>
              </a:rPr>
              <a:t>180°  =  π rad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789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2252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79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write π = 180°. Write π rad = 180°.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Degree → 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5AC8FF"/>
                </a:solidFill>
                <a:latin typeface="Aptos"/>
              </a:rPr>
              <a:t>1°  =  π / 180  rad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Divide the lock-line by 180.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FFFFFF"/>
                </a:solidFill>
                <a:latin typeface="Aptos"/>
              </a:rPr>
              <a:t>So  θ°  in radian  =  θ × (π / 180).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Multiply the degree by π/180.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Radian →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5AC8FF"/>
                </a:solidFill>
                <a:latin typeface="Aptos"/>
              </a:rPr>
              <a:t>1 rad  =  180° / 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Divide the lock-line by 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FFFFFF"/>
                </a:solidFill>
                <a:latin typeface="Aptos"/>
              </a:rPr>
              <a:t>So  θ rad  in degree  =  θ × (180 / π).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Multiply the radian by 180/π.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Object turns 90° on a circle of radius 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An object moves on the circumference of a circle of radius R. If the object turns through 90°, find the total distance moved.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Distance = R ×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39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Distance = R × (π/2 rad)  =  πR/2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path = arc = Rθ          and          90° = π/2 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3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Distance  =  πR /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Convert π/3 radian into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Convert π/3 radian into degree.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π / 3  rad  =  180° / 3  =  60°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993392"/>
            <a:ext cx="448056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2139696"/>
            <a:ext cx="415137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π / 3 rad  =  60°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Six conversions — read each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Put 180° wherever you see π rad. Multiply a degree by π/180 to get radian.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π/2 rad  = 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36192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π/4 rad  =  45°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π/6 rad  =  30°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45°  =  π/4 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90°  =  π/2 rad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21408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60°  =  π/3 rad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Radian into degree — every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π rad = 180°. So  5π/6  =  5 × 180° / 6,  and so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5π/6  =  150°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1790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2π/3  =  120°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1790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4π/3  =  240°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05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3π/5  =  108°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105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5π  =  900°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105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2π/5  =  72°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0312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7π/12  =  105°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10312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5π/2  =  450°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0312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3π  =  540°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Degree into radian — every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Multiply the degree by π/180.  (vi) is π, not π°, so it is already radian.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120°  =  2π/3 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1790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30°  =  π/6 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1790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150°  =  5π/6 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05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270°  =  3π/2 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105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135°  =  3π/4 rad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105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  is already radian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6771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π°  treated as π rad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π  is already radian.  π°  would be  π × (π/180)  =  π²/180 rad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Find β — exterior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triangle has two interior angles 40° and 70°. The side next to the 70° angle is extended. Find the exterior angle 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40°  +  70°  +  α  =  180°          α  =  70°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β  =  180°  −  α  =  110°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β  =  110°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Shortcut: an exterior angle equals the sum of the two remote interiors.  40° + 70° = 110°.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53° × cosec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value of  sin 53°  ×  cosec 53°.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θ  ×  cosec θ  =  1          for the same angle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angles are the same. Do not look up 53°. The product of a ratio and its reciprocal is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sin 53°  ×  cosec 53°  = 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180° · cos 135° · tan 120°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value of  sin 180°  ·  cos 135°  ·  tan 120°.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180°  = 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Zero times anything is zero. You do not need cos 135° or tan 120° after that.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Shadow of a pole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A vertical pole of height h casts a shadow of length l when the Sun is at an angle θ above the horizon. Which expression is l?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66420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8249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8249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tan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02996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4825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04825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/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957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140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4140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sin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7614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797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7797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/ sin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8211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tan θ  =  opposite / adjacent  =  h / l          so          l  =  h / tan θ  =  h cot 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3931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2     l  =  h / tan 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Wire from the top of a pole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A pole of height h has a wire from the top to the ground at angle θ. The wire breaks and falls without changing length. Find x from the base to the far end of the fallen wire.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013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196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196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cot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1854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5511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sin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9169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sec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3192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l  =  h / sin θ  =  h cosec θ          b  =  h / tan θ  =  h cot θ          x  =  l −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764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x  =  h (cosec θ  −  cot θ)      —  none of the four 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336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Option 1 is only the original base b, not the far end after the wire falls.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Shadow on sloping 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Pole h = 10 m on a slope α = 30°. Sun elevation θ = 60°. Find the shadow length l on the slope.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66420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8249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8249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 m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02996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4825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04825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 m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957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140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4140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10√3 m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7614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797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7797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 / (√3 − 1)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8211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a  =  l sin 30°  =  l/2          b  =  l cos 30°  =  l √3 /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4747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tan 60°  =  (10 + a)/b          √3  =  (10 + l/2) / (l √3 / 2)          3l/2  =  10 + l/2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3191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2     l  =  10 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916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720" b="1">
                <a:solidFill>
                  <a:srgbClr val="FFD646"/>
                </a:solidFill>
                <a:latin typeface="Aptos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6888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409CFF"/>
                </a:solidFill>
                <a:latin typeface="Aptos"/>
              </a:rPr>
              <a:t>Leftover radian is done. Next: feel of trigonometry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Length prefixes you will meet in physics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Write this list once. You will use it from Units and Measurements onward.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m   =  100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fm  =  10⁻¹⁵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pm  =  10⁻¹²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5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nm  =  10⁻⁹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μm  =  10⁻⁶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3619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mm  =  10⁻³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cm  =  10⁻²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2140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km  =  10³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14015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Mm  =  10⁶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0662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Å   =  10⁻¹⁰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638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Å is ångström. Nuclear sizes are in fm. Light wavelengths are in nm or Å.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Lines — parallel, orthogonal, antiparallel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These three words come back in vectors. Lock the picture today.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2331720"/>
            <a:ext cx="2377440" cy="0"/>
          </a:xfrm>
          <a:prstGeom prst="line">
            <a:avLst/>
          </a:prstGeom>
          <a:ln w="28575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" y="2697480"/>
            <a:ext cx="2377440" cy="0"/>
          </a:xfrm>
          <a:prstGeom prst="line">
            <a:avLst/>
          </a:prstGeom>
          <a:ln w="28575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83464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θ  =  0°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6280" y="2880360"/>
            <a:ext cx="2011680" cy="0"/>
          </a:xfrm>
          <a:prstGeom prst="line">
            <a:avLst/>
          </a:prstGeom>
          <a:ln w="28575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2011680"/>
            <a:ext cx="0" cy="868680"/>
          </a:xfrm>
          <a:prstGeom prst="line">
            <a:avLst/>
          </a:prstGeom>
          <a:ln w="28575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532120" y="2761488"/>
            <a:ext cx="128016" cy="128016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9992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Orthogonal  (perpendicular)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27355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θ  =  90°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2468880"/>
            <a:ext cx="2743200" cy="0"/>
          </a:xfrm>
          <a:prstGeom prst="line">
            <a:avLst/>
          </a:prstGeom>
          <a:ln w="28575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15600" y="22860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D680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860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D680"/>
                </a:solidFill>
                <a:latin typeface="Aptos"/>
              </a:rPr>
              <a:t>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8346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Antiparallel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1089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θ  =  180°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Complementary, acute, obtuse, alternate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Complementary:     α + β  =  90°     so     α  =  90° − 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In a right triangle the two acute angles are complementary. That is why sin(90° − θ) = cos 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Acute:     0°  ≤  θ  &lt;  90°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28799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Obtuse:     90°  &lt;  α  ≤  180°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Alternate angles: a transversal cuts two parallel lines. The inner opposite angles are equal.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θ outside a ratio is not a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If  y  =  sin θ / θ,  find the value of y when  θ  =  30°.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y  =  sin 30° / 30°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y  =  sin 30°  /  (π/6)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30°  =  π/6 rad          sin 30°  =  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  =  (1/2)  ÷  (π/6)  =  (1/2) × (6/π)  =  3/π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35808"/>
            <a:ext cx="11018520" cy="6400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182112"/>
            <a:ext cx="10689336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81E3F"/>
                </a:solidFill>
                <a:latin typeface="Aptos"/>
              </a:rPr>
              <a:t>If θ is not inside sin, cos or tan, convert it to radian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6732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(a/b) ÷ (c/d)  =  ad / bc.          Answer:   y  =  3/π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Compound angles — sine and cosine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and B are angles. Copy these four lines. Practice them ten times on a rough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(A + B)  =  sin A cos B  +  cos A sin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(A − B)  =  sin A cos B  −  cos A sin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 (A + B)  =  cos A cos B  −  sin A sin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 (A − B)  =  cos A cos B  +  sin A sin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35808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Cosine of a sum has a minus. Sine of a sum has a plus. Do not swap those two signs.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Compound angles — tangent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tan (A + B)  =  (tan A + tan B) / (1 − tan A tan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tan (A − B)  =  (tan A − tan B) / (1 + tan A tan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minus in the denominator belongs to the sum. The plus belongs to the difference.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85999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32303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If tan A tan B = 1, then tan(A + B) is not defined.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Double angle from sin (A + B)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Put A = B = θ in the sine-of-a-sum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(θ + θ)  =  sin θ cos θ  +  cos θ 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sin 2θ  =  2 sin θ cos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Now let  2θ = α,  so  θ = α/2.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07791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05409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sin α  =  2 sin(α/2) cos(α/2)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Double angle from cos (A + B)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Put A = B = θ in the cosine-of-a-sum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 2θ  =  cos²θ  −  sin²θ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536192"/>
            <a:ext cx="448056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682495"/>
            <a:ext cx="415137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cos 2θ  =  1 − 2 sin²θ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5915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2 sin²θ  =  1 − cos 2θ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5175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θ  =  √[(1 − cos 2θ) /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Half angle: let  2θ = α. Then  cos α  =  cos²(α/2) − sin²(α/2).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120°  and  cos 150°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 (1)  sin 120°     and     (2)  cos 150°.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Write each as a sum you already know.  120° = 90° + 30°.   150° = 90° + 60°.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120°  =  sin (90° + 30°)  =  1 · (√3/2)  +  0  =  √3/2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Same value from the double-angle line:  sin(2 × 60°)  =  2 sin 60° cos 60°  =  √3/2.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(1)   sin 120°  =  √3/2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150°  =  cos (90° + 60°)  =  0  −  1 · (√3/2)  =  −√3/2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(2)   cos 150°  =  −√3/2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240°  and  cos 120°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 (3)  sin 240°     and     (4)  cos 120°.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240°  =  sin (180° + 60°)  =  0  +  (−1) · (√3/2)  =  −√3/2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(3)   sin 240°  =  −√3/2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120°  =  cos (90° + 30°)  =  − sin 30°  =  −1/2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(4)   cos 120°  =  −1/2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649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240° is in the third quadrant. Sine is negative there. The compound line already gives the sign.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(90° − θ)  and  sin (90° + θ)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Simplify.   (5)  sin (90° − θ)     (6)  sin (90° + 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 (90° − θ)  =  sin 90° cos θ  −  cos 90° sin θ  =  1 · cos θ  −  0  =  cos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(5)   sin (90° − θ)  =  cos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 (90° + θ)  =  sin 90° cos θ  +  cos 90° sin θ  =  cos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(6)   sin (90° + θ)  =  cos 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649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Both become cosine. The plus or minus next to 90° does not change sine into minus cosine here.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(180° − θ)  and  sin (270° + θ)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Simplify.   (7)  sin (180° − θ)     (8)  sin (270° + 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 (180° − θ)  =  0 · cos θ  −  sin θ · (−1)  =  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(7)   sin (180° − θ)  =  sin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 (270° + θ)  =  sin 270° cos θ  +  cos 270° sin θ  =  (−1) cos θ  + 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(8)   sin (270° + θ)  =  − cos 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θ from 0° to 360°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 0° = sin 180° = sin 360° = 0          sin 90° = +1          sin 270° = −1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1691640"/>
            <a:ext cx="0" cy="329184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5880" y="3337560"/>
            <a:ext cx="950976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5820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3564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2369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8231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−1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50200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73352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sin 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90°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180°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270°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360°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341729" y="3311971"/>
            <a:ext cx="8776" cy="91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50505" y="3302853"/>
            <a:ext cx="8776" cy="91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359281" y="3293737"/>
            <a:ext cx="8776" cy="911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68057" y="3284622"/>
            <a:ext cx="8776" cy="911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76833" y="3275508"/>
            <a:ext cx="8776" cy="91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85609" y="3266397"/>
            <a:ext cx="8776" cy="91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394385" y="3257288"/>
            <a:ext cx="8776" cy="91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403161" y="3248182"/>
            <a:ext cx="8776" cy="91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411937" y="3239079"/>
            <a:ext cx="8776" cy="91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420713" y="3229979"/>
            <a:ext cx="8776" cy="91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429489" y="3220882"/>
            <a:ext cx="8776" cy="90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38265" y="3211790"/>
            <a:ext cx="8776" cy="909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47041" y="3202702"/>
            <a:ext cx="8776" cy="90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455817" y="3193618"/>
            <a:ext cx="8776" cy="90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64593" y="3184540"/>
            <a:ext cx="8776" cy="90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473369" y="3175466"/>
            <a:ext cx="8776" cy="90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82145" y="3166398"/>
            <a:ext cx="8776" cy="90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490921" y="3157335"/>
            <a:ext cx="8776" cy="906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99697" y="3148279"/>
            <a:ext cx="8776" cy="90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508473" y="3139229"/>
            <a:ext cx="8776" cy="90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517249" y="3130186"/>
            <a:ext cx="8776" cy="904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526025" y="3121149"/>
            <a:ext cx="8776" cy="90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534801" y="3112120"/>
            <a:ext cx="8776" cy="90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543577" y="3103099"/>
            <a:ext cx="8776" cy="90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52353" y="3094085"/>
            <a:ext cx="8776" cy="90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561129" y="3085080"/>
            <a:ext cx="8776" cy="90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569905" y="3076083"/>
            <a:ext cx="8776" cy="89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578681" y="3067095"/>
            <a:ext cx="8776" cy="89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587457" y="3058116"/>
            <a:ext cx="8776" cy="89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596233" y="3049146"/>
            <a:ext cx="8776" cy="89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605009" y="3040186"/>
            <a:ext cx="8776" cy="896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613785" y="3031236"/>
            <a:ext cx="8776" cy="89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622561" y="3022297"/>
            <a:ext cx="8776" cy="89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631337" y="3013368"/>
            <a:ext cx="8775" cy="89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640112" y="3004449"/>
            <a:ext cx="8776" cy="89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648888" y="2995542"/>
            <a:ext cx="8776" cy="890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657664" y="2986647"/>
            <a:ext cx="8776" cy="889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666440" y="2977763"/>
            <a:ext cx="8776" cy="88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675216" y="2968892"/>
            <a:ext cx="8776" cy="88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683992" y="2960033"/>
            <a:ext cx="8776" cy="885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692768" y="2951186"/>
            <a:ext cx="8776" cy="88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701544" y="2942353"/>
            <a:ext cx="8776" cy="883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710320" y="2933532"/>
            <a:ext cx="8776" cy="88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719096" y="2924726"/>
            <a:ext cx="8776" cy="88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727872" y="2915933"/>
            <a:ext cx="8776" cy="87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736648" y="2907155"/>
            <a:ext cx="8776" cy="87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745424" y="2898390"/>
            <a:ext cx="8776" cy="87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754200" y="2889641"/>
            <a:ext cx="8776" cy="87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762976" y="2880907"/>
            <a:ext cx="8776" cy="87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771752" y="2872188"/>
            <a:ext cx="8776" cy="87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780528" y="2863485"/>
            <a:ext cx="8776" cy="87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789304" y="2854797"/>
            <a:ext cx="8776" cy="86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798080" y="2846126"/>
            <a:ext cx="8776" cy="86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806856" y="2837472"/>
            <a:ext cx="8776" cy="86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815632" y="2828834"/>
            <a:ext cx="8776" cy="86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824408" y="2820213"/>
            <a:ext cx="8776" cy="86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833184" y="2811610"/>
            <a:ext cx="8776" cy="86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841960" y="2803025"/>
            <a:ext cx="8776" cy="85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850736" y="2794457"/>
            <a:ext cx="8776" cy="85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859512" y="2785908"/>
            <a:ext cx="8776" cy="85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868288" y="2777377"/>
            <a:ext cx="8776" cy="85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877064" y="2768865"/>
            <a:ext cx="8776" cy="851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885840" y="2760372"/>
            <a:ext cx="8776" cy="84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894616" y="2751899"/>
            <a:ext cx="8776" cy="84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903392" y="2743445"/>
            <a:ext cx="8776" cy="84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912168" y="2735011"/>
            <a:ext cx="8776" cy="84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920944" y="2726598"/>
            <a:ext cx="8776" cy="84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929720" y="2718205"/>
            <a:ext cx="8776" cy="83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938496" y="2709832"/>
            <a:ext cx="8776" cy="83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947272" y="2701481"/>
            <a:ext cx="8776" cy="835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956048" y="2693152"/>
            <a:ext cx="8776" cy="83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964824" y="2684844"/>
            <a:ext cx="8776" cy="830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973600" y="2676558"/>
            <a:ext cx="8776" cy="828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982376" y="2668294"/>
            <a:ext cx="8776" cy="826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991152" y="2660053"/>
            <a:ext cx="8776" cy="824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999928" y="2651834"/>
            <a:ext cx="8776" cy="82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008704" y="2643638"/>
            <a:ext cx="8776" cy="81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017480" y="2635466"/>
            <a:ext cx="8776" cy="817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026256" y="2627318"/>
            <a:ext cx="8776" cy="814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035032" y="2619193"/>
            <a:ext cx="8776" cy="812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043808" y="2611093"/>
            <a:ext cx="8776" cy="81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052584" y="2603016"/>
            <a:ext cx="8776" cy="80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061360" y="2594965"/>
            <a:ext cx="8776" cy="805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070136" y="2586939"/>
            <a:ext cx="8776" cy="80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078912" y="2578937"/>
            <a:ext cx="8776" cy="80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087688" y="2570962"/>
            <a:ext cx="8776" cy="797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096464" y="2563012"/>
            <a:ext cx="8776" cy="79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105240" y="2555088"/>
            <a:ext cx="8776" cy="792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114016" y="2547190"/>
            <a:ext cx="8776" cy="789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122792" y="2539319"/>
            <a:ext cx="8776" cy="78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131568" y="2531475"/>
            <a:ext cx="8775" cy="78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140343" y="2523658"/>
            <a:ext cx="8776" cy="78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149119" y="2515868"/>
            <a:ext cx="8776" cy="77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157895" y="2508106"/>
            <a:ext cx="8776" cy="77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166671" y="2500372"/>
            <a:ext cx="8776" cy="77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175447" y="2492666"/>
            <a:ext cx="8776" cy="77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184223" y="2484989"/>
            <a:ext cx="8776" cy="76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2192999" y="2477340"/>
            <a:ext cx="8776" cy="76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2201775" y="2469720"/>
            <a:ext cx="8776" cy="76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2210551" y="2462129"/>
            <a:ext cx="8776" cy="75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219327" y="2454567"/>
            <a:ext cx="8776" cy="75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228103" y="2447036"/>
            <a:ext cx="8776" cy="75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236879" y="2439534"/>
            <a:ext cx="8776" cy="75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245655" y="2432062"/>
            <a:ext cx="8776" cy="747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254431" y="2424621"/>
            <a:ext cx="8776" cy="744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263207" y="2417210"/>
            <a:ext cx="8776" cy="74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271983" y="2409831"/>
            <a:ext cx="8776" cy="73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2280759" y="2402483"/>
            <a:ext cx="8776" cy="734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289535" y="2395166"/>
            <a:ext cx="8776" cy="73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298311" y="2387881"/>
            <a:ext cx="8776" cy="72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307087" y="2380627"/>
            <a:ext cx="8776" cy="72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315863" y="2373406"/>
            <a:ext cx="8776" cy="72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24639" y="2366217"/>
            <a:ext cx="8776" cy="71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333415" y="2359061"/>
            <a:ext cx="8776" cy="71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342191" y="2351938"/>
            <a:ext cx="8776" cy="71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350967" y="2344848"/>
            <a:ext cx="8776" cy="70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359743" y="2337792"/>
            <a:ext cx="8776" cy="70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368519" y="2330769"/>
            <a:ext cx="8776" cy="70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2377295" y="2323779"/>
            <a:ext cx="8776" cy="69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386071" y="2316824"/>
            <a:ext cx="8776" cy="69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2394847" y="2309904"/>
            <a:ext cx="8776" cy="69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2403623" y="2303017"/>
            <a:ext cx="8776" cy="68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412399" y="2296166"/>
            <a:ext cx="8776" cy="685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421175" y="2289350"/>
            <a:ext cx="8776" cy="681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2429951" y="2282568"/>
            <a:ext cx="8776" cy="67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438727" y="2275823"/>
            <a:ext cx="8776" cy="674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447503" y="2269113"/>
            <a:ext cx="8776" cy="67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456279" y="2262439"/>
            <a:ext cx="8776" cy="66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465055" y="2255801"/>
            <a:ext cx="8776" cy="66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473831" y="2249199"/>
            <a:ext cx="8776" cy="66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482607" y="2242634"/>
            <a:ext cx="8776" cy="65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491383" y="2236106"/>
            <a:ext cx="8776" cy="65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500159" y="2229615"/>
            <a:ext cx="8776" cy="64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508935" y="2223161"/>
            <a:ext cx="8776" cy="64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517711" y="2216744"/>
            <a:ext cx="8776" cy="64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526487" y="2210366"/>
            <a:ext cx="8776" cy="63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535263" y="2204025"/>
            <a:ext cx="8776" cy="634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544039" y="2197722"/>
            <a:ext cx="8776" cy="63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552815" y="2191458"/>
            <a:ext cx="8776" cy="626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2561591" y="2185232"/>
            <a:ext cx="8776" cy="62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570367" y="2179045"/>
            <a:ext cx="8776" cy="61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2579143" y="2172897"/>
            <a:ext cx="8776" cy="614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2587919" y="2166788"/>
            <a:ext cx="8776" cy="61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2596695" y="2160718"/>
            <a:ext cx="8776" cy="60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2605471" y="2154688"/>
            <a:ext cx="8776" cy="603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2614247" y="2148697"/>
            <a:ext cx="8776" cy="59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2623023" y="2142747"/>
            <a:ext cx="8775" cy="59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2631798" y="2136837"/>
            <a:ext cx="8776" cy="59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2640574" y="2130967"/>
            <a:ext cx="8776" cy="58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2649350" y="2125138"/>
            <a:ext cx="8776" cy="58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2658126" y="2119349"/>
            <a:ext cx="8776" cy="57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666902" y="2113602"/>
            <a:ext cx="8776" cy="57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2675678" y="2107896"/>
            <a:ext cx="8776" cy="57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2684454" y="2102230"/>
            <a:ext cx="8776" cy="56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2693230" y="2096607"/>
            <a:ext cx="8776" cy="56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2702006" y="2091025"/>
            <a:ext cx="8776" cy="55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2710782" y="2085485"/>
            <a:ext cx="8776" cy="554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2719558" y="2079988"/>
            <a:ext cx="8776" cy="54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2728334" y="2074532"/>
            <a:ext cx="8776" cy="54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2737110" y="2069119"/>
            <a:ext cx="8776" cy="54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2745886" y="2063749"/>
            <a:ext cx="8776" cy="53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2754662" y="2058421"/>
            <a:ext cx="8776" cy="53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2763438" y="2053137"/>
            <a:ext cx="8776" cy="52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772214" y="2047895"/>
            <a:ext cx="8776" cy="524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780990" y="2042697"/>
            <a:ext cx="8776" cy="519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789766" y="2037543"/>
            <a:ext cx="8776" cy="51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798542" y="2032432"/>
            <a:ext cx="8776" cy="51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807318" y="2027365"/>
            <a:ext cx="8776" cy="506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816094" y="2022342"/>
            <a:ext cx="8776" cy="50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824870" y="2017364"/>
            <a:ext cx="8776" cy="49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833646" y="2012429"/>
            <a:ext cx="8776" cy="49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842422" y="2007540"/>
            <a:ext cx="8776" cy="48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851198" y="2002695"/>
            <a:ext cx="8776" cy="484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859974" y="1997895"/>
            <a:ext cx="8776" cy="48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868750" y="1993140"/>
            <a:ext cx="8776" cy="47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877526" y="1988430"/>
            <a:ext cx="8776" cy="47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2886302" y="1983765"/>
            <a:ext cx="8776" cy="46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2895078" y="1979146"/>
            <a:ext cx="8776" cy="46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2903854" y="1974573"/>
            <a:ext cx="8776" cy="45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2912630" y="1970046"/>
            <a:ext cx="8776" cy="45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2921406" y="1965564"/>
            <a:ext cx="8776" cy="44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2930182" y="1961129"/>
            <a:ext cx="8776" cy="44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938958" y="1956740"/>
            <a:ext cx="8776" cy="43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2947734" y="1952397"/>
            <a:ext cx="8776" cy="434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2956510" y="1948101"/>
            <a:ext cx="8776" cy="42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2965286" y="1943852"/>
            <a:ext cx="8776" cy="42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2974062" y="1939649"/>
            <a:ext cx="8776" cy="42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2982838" y="1935494"/>
            <a:ext cx="8776" cy="41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2991614" y="1931385"/>
            <a:ext cx="8776" cy="41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3000390" y="1927324"/>
            <a:ext cx="8776" cy="40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3009166" y="1923310"/>
            <a:ext cx="8776" cy="40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3017942" y="1919344"/>
            <a:ext cx="8776" cy="39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3026718" y="1915426"/>
            <a:ext cx="8776" cy="39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3035494" y="1911555"/>
            <a:ext cx="8776" cy="38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3044270" y="1907733"/>
            <a:ext cx="8776" cy="382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3053046" y="1903958"/>
            <a:ext cx="8776" cy="377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3061822" y="1900232"/>
            <a:ext cx="8776" cy="37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3070598" y="1896553"/>
            <a:ext cx="8776" cy="36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3079374" y="1892924"/>
            <a:ext cx="8776" cy="36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3088150" y="1889343"/>
            <a:ext cx="8776" cy="358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3096926" y="1885810"/>
            <a:ext cx="8776" cy="353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3105702" y="1882327"/>
            <a:ext cx="8776" cy="34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3114478" y="1878892"/>
            <a:ext cx="8775" cy="34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3123253" y="1875506"/>
            <a:ext cx="8776" cy="338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3132029" y="1872170"/>
            <a:ext cx="8776" cy="333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3140805" y="1868883"/>
            <a:ext cx="8776" cy="32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3149581" y="1865645"/>
            <a:ext cx="8776" cy="32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3158357" y="1862457"/>
            <a:ext cx="8776" cy="31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3167133" y="1859318"/>
            <a:ext cx="8776" cy="31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3175909" y="1856229"/>
            <a:ext cx="8776" cy="30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3184685" y="1853190"/>
            <a:ext cx="8776" cy="30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3193461" y="1850200"/>
            <a:ext cx="8776" cy="29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3202237" y="1847261"/>
            <a:ext cx="8776" cy="29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3211013" y="1844372"/>
            <a:ext cx="8776" cy="28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3219789" y="1841533"/>
            <a:ext cx="8776" cy="28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3228565" y="1838744"/>
            <a:ext cx="8776" cy="27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3237341" y="1836006"/>
            <a:ext cx="8776" cy="27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3246117" y="1833318"/>
            <a:ext cx="8776" cy="26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3254893" y="1830681"/>
            <a:ext cx="8776" cy="26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3263669" y="1828094"/>
            <a:ext cx="8776" cy="25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3272445" y="1825558"/>
            <a:ext cx="8776" cy="253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3281221" y="1823073"/>
            <a:ext cx="8776" cy="24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3289997" y="1820639"/>
            <a:ext cx="8776" cy="24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3298773" y="1818256"/>
            <a:ext cx="8776" cy="23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3307549" y="1815924"/>
            <a:ext cx="8776" cy="233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3316325" y="1813643"/>
            <a:ext cx="8776" cy="228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3325101" y="1811414"/>
            <a:ext cx="8776" cy="22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3333877" y="1809235"/>
            <a:ext cx="8776" cy="21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3342653" y="1807108"/>
            <a:ext cx="8776" cy="21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3351429" y="1805033"/>
            <a:ext cx="8776" cy="207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3360205" y="1803009"/>
            <a:ext cx="8776" cy="202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3368981" y="1801037"/>
            <a:ext cx="8776" cy="197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3377757" y="1799116"/>
            <a:ext cx="8776" cy="19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3386533" y="1797247"/>
            <a:ext cx="8776" cy="186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3395309" y="1795430"/>
            <a:ext cx="8776" cy="18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3404085" y="1793664"/>
            <a:ext cx="8776" cy="17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3412861" y="1791951"/>
            <a:ext cx="8776" cy="17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3421637" y="1790290"/>
            <a:ext cx="8776" cy="16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3430413" y="1788680"/>
            <a:ext cx="8776" cy="16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3439189" y="1787123"/>
            <a:ext cx="8776" cy="155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3447965" y="1785617"/>
            <a:ext cx="8776" cy="15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3456741" y="1784164"/>
            <a:ext cx="8776" cy="145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3465517" y="1782764"/>
            <a:ext cx="8776" cy="14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3474293" y="1781415"/>
            <a:ext cx="8776" cy="13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3483069" y="1780119"/>
            <a:ext cx="8776" cy="12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3491845" y="1778875"/>
            <a:ext cx="8776" cy="12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3500621" y="1777683"/>
            <a:ext cx="8776" cy="119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3509397" y="1776544"/>
            <a:ext cx="8776" cy="11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3518173" y="1775458"/>
            <a:ext cx="8776" cy="108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3526949" y="1774424"/>
            <a:ext cx="8776" cy="10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3535725" y="1773442"/>
            <a:ext cx="8776" cy="9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3544501" y="1772514"/>
            <a:ext cx="8776" cy="9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3553277" y="1771637"/>
            <a:ext cx="8776" cy="8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3562053" y="1770814"/>
            <a:ext cx="8776" cy="8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3570829" y="1770043"/>
            <a:ext cx="8776" cy="7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3579605" y="1769324"/>
            <a:ext cx="8776" cy="7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3588381" y="1768659"/>
            <a:ext cx="8776" cy="6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3597157" y="1768046"/>
            <a:ext cx="8776" cy="6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3605933" y="1767486"/>
            <a:ext cx="8775" cy="56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3614708" y="1766979"/>
            <a:ext cx="8776" cy="50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3623484" y="1766525"/>
            <a:ext cx="8776" cy="4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3632260" y="1766123"/>
            <a:ext cx="8776" cy="4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3641036" y="1765774"/>
            <a:ext cx="8776" cy="3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3649812" y="1765478"/>
            <a:ext cx="8776" cy="2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3658588" y="1765235"/>
            <a:ext cx="8776" cy="24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3667364" y="1765045"/>
            <a:ext cx="8776" cy="1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3676140" y="1764908"/>
            <a:ext cx="8776" cy="1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3684916" y="1764823"/>
            <a:ext cx="8776" cy="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3693692" y="1764792"/>
            <a:ext cx="8776" cy="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3702468" y="1764792"/>
            <a:ext cx="8776" cy="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3711244" y="1764813"/>
            <a:ext cx="8776" cy="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3720020" y="1764887"/>
            <a:ext cx="8776" cy="1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3728796" y="1765014"/>
            <a:ext cx="8776" cy="1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3737572" y="1765194"/>
            <a:ext cx="8776" cy="23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3746348" y="1765427"/>
            <a:ext cx="8776" cy="28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3755124" y="1765713"/>
            <a:ext cx="8776" cy="3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3763900" y="1766051"/>
            <a:ext cx="8776" cy="39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3772676" y="1766443"/>
            <a:ext cx="8776" cy="4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3781452" y="1766887"/>
            <a:ext cx="8776" cy="4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3790228" y="1767384"/>
            <a:ext cx="8776" cy="5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3799004" y="1767933"/>
            <a:ext cx="8776" cy="6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3807780" y="1768536"/>
            <a:ext cx="8776" cy="6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816556" y="1769191"/>
            <a:ext cx="8776" cy="70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3825332" y="1769899"/>
            <a:ext cx="8776" cy="7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3834108" y="1770660"/>
            <a:ext cx="8776" cy="8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3842884" y="1771473"/>
            <a:ext cx="8776" cy="8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3851660" y="1772339"/>
            <a:ext cx="8776" cy="9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3860436" y="1773258"/>
            <a:ext cx="8776" cy="9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3869212" y="1774229"/>
            <a:ext cx="8776" cy="102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3877988" y="1775253"/>
            <a:ext cx="8776" cy="10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3886764" y="1776330"/>
            <a:ext cx="8776" cy="11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3895540" y="1777458"/>
            <a:ext cx="8776" cy="11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3904316" y="1778640"/>
            <a:ext cx="8776" cy="123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3913092" y="1779873"/>
            <a:ext cx="8776" cy="12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3921868" y="1781160"/>
            <a:ext cx="8776" cy="13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3930644" y="1782498"/>
            <a:ext cx="8776" cy="13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3939420" y="1783889"/>
            <a:ext cx="8776" cy="144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3948196" y="1785332"/>
            <a:ext cx="8776" cy="149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3956972" y="1786827"/>
            <a:ext cx="8776" cy="15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3965748" y="1788374"/>
            <a:ext cx="8776" cy="159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3974524" y="1789973"/>
            <a:ext cx="8776" cy="165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3983300" y="1791625"/>
            <a:ext cx="8776" cy="17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3992076" y="1793328"/>
            <a:ext cx="8776" cy="17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4000852" y="1795083"/>
            <a:ext cx="8776" cy="180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4009628" y="1796890"/>
            <a:ext cx="8776" cy="185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4018404" y="1798749"/>
            <a:ext cx="8776" cy="19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4027180" y="1800660"/>
            <a:ext cx="8776" cy="19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4035956" y="1802622"/>
            <a:ext cx="8776" cy="20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4044732" y="1804636"/>
            <a:ext cx="8776" cy="20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4053508" y="1806702"/>
            <a:ext cx="8776" cy="21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4062284" y="1808819"/>
            <a:ext cx="8776" cy="21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4071060" y="1810987"/>
            <a:ext cx="8776" cy="22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4079836" y="1813207"/>
            <a:ext cx="8776" cy="22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4088612" y="1815478"/>
            <a:ext cx="8776" cy="232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4097388" y="1817800"/>
            <a:ext cx="8776" cy="23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4106164" y="1820173"/>
            <a:ext cx="8775" cy="242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4114939" y="1822597"/>
            <a:ext cx="8776" cy="247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4123715" y="1825072"/>
            <a:ext cx="8776" cy="25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4132491" y="1827598"/>
            <a:ext cx="8776" cy="25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4141267" y="1830175"/>
            <a:ext cx="8776" cy="26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4150043" y="1832802"/>
            <a:ext cx="8776" cy="26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4158819" y="1835480"/>
            <a:ext cx="8776" cy="27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4167595" y="1838209"/>
            <a:ext cx="8776" cy="27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4176371" y="1840988"/>
            <a:ext cx="8776" cy="28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4185147" y="1843817"/>
            <a:ext cx="8776" cy="28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193923" y="1846697"/>
            <a:ext cx="8776" cy="29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202699" y="1849626"/>
            <a:ext cx="8776" cy="29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4211475" y="1852606"/>
            <a:ext cx="8776" cy="30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220251" y="1855635"/>
            <a:ext cx="8776" cy="30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4229027" y="1858715"/>
            <a:ext cx="8776" cy="31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4237803" y="1861844"/>
            <a:ext cx="8776" cy="31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4246579" y="1865023"/>
            <a:ext cx="8776" cy="32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4255355" y="1868251"/>
            <a:ext cx="8776" cy="32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4264131" y="1871528"/>
            <a:ext cx="8776" cy="33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4272907" y="1874855"/>
            <a:ext cx="8776" cy="337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4281683" y="1878231"/>
            <a:ext cx="8776" cy="34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4290459" y="1881657"/>
            <a:ext cx="8776" cy="34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4299235" y="1885131"/>
            <a:ext cx="8776" cy="35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4308011" y="1888654"/>
            <a:ext cx="8776" cy="35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4316787" y="1892225"/>
            <a:ext cx="8776" cy="36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4325563" y="1895846"/>
            <a:ext cx="8776" cy="36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4334339" y="1899514"/>
            <a:ext cx="8776" cy="37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4343115" y="1903231"/>
            <a:ext cx="8776" cy="37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4351891" y="1906997"/>
            <a:ext cx="8776" cy="38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4360667" y="1910810"/>
            <a:ext cx="8776" cy="38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369443" y="1914671"/>
            <a:ext cx="8776" cy="39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4378219" y="1918581"/>
            <a:ext cx="8776" cy="39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4386995" y="1922537"/>
            <a:ext cx="8776" cy="40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4395771" y="1926542"/>
            <a:ext cx="8776" cy="405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4404547" y="1930594"/>
            <a:ext cx="8776" cy="409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4413323" y="1934693"/>
            <a:ext cx="8776" cy="41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4422099" y="1938839"/>
            <a:ext cx="8776" cy="419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4430875" y="1943033"/>
            <a:ext cx="8776" cy="424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4439651" y="1947273"/>
            <a:ext cx="8776" cy="42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4448427" y="1951560"/>
            <a:ext cx="8776" cy="43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4457203" y="1955894"/>
            <a:ext cx="8776" cy="43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4465979" y="1960274"/>
            <a:ext cx="8776" cy="44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4474755" y="1964700"/>
            <a:ext cx="8776" cy="44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4483531" y="1969173"/>
            <a:ext cx="8776" cy="45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4492307" y="1973691"/>
            <a:ext cx="8776" cy="45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4501083" y="1978256"/>
            <a:ext cx="8776" cy="46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4509859" y="1982866"/>
            <a:ext cx="8776" cy="46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4518635" y="1987522"/>
            <a:ext cx="8776" cy="470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4527411" y="1992223"/>
            <a:ext cx="8776" cy="47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4536187" y="1996969"/>
            <a:ext cx="8776" cy="47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4544963" y="2001760"/>
            <a:ext cx="8776" cy="483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4553739" y="2006596"/>
            <a:ext cx="8776" cy="488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4562515" y="2011477"/>
            <a:ext cx="8776" cy="49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4571291" y="2016403"/>
            <a:ext cx="8776" cy="49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4580067" y="2021373"/>
            <a:ext cx="8776" cy="50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4588843" y="2026387"/>
            <a:ext cx="8776" cy="505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4597619" y="2031446"/>
            <a:ext cx="8775" cy="51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4606394" y="2036548"/>
            <a:ext cx="8776" cy="51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4615170" y="2041694"/>
            <a:ext cx="8776" cy="51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4623946" y="2046884"/>
            <a:ext cx="8776" cy="523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4632722" y="2052116"/>
            <a:ext cx="8776" cy="52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4641498" y="2057393"/>
            <a:ext cx="8776" cy="53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4650274" y="2062712"/>
            <a:ext cx="8776" cy="53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4659050" y="2068074"/>
            <a:ext cx="8776" cy="54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4667826" y="2073479"/>
            <a:ext cx="8776" cy="54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4676602" y="2078926"/>
            <a:ext cx="8776" cy="54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4685378" y="2084416"/>
            <a:ext cx="8776" cy="55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4694154" y="2089947"/>
            <a:ext cx="8776" cy="55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4702930" y="2095521"/>
            <a:ext cx="8776" cy="561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4711706" y="2101136"/>
            <a:ext cx="8776" cy="565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4720482" y="2106793"/>
            <a:ext cx="8776" cy="569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4729258" y="2112492"/>
            <a:ext cx="8776" cy="57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4738034" y="2118231"/>
            <a:ext cx="8776" cy="578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4746810" y="2124012"/>
            <a:ext cx="8776" cy="58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4755586" y="2129833"/>
            <a:ext cx="8776" cy="58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4764362" y="2135695"/>
            <a:ext cx="8776" cy="59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4773138" y="2141598"/>
            <a:ext cx="8776" cy="594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4781914" y="2147540"/>
            <a:ext cx="8776" cy="59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4790690" y="2153523"/>
            <a:ext cx="8776" cy="602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4799466" y="2159545"/>
            <a:ext cx="8776" cy="60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4808242" y="2165607"/>
            <a:ext cx="8776" cy="610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4817018" y="2171708"/>
            <a:ext cx="8776" cy="614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4825794" y="2177849"/>
            <a:ext cx="8776" cy="61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4834570" y="2184029"/>
            <a:ext cx="8776" cy="62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4843346" y="2190247"/>
            <a:ext cx="8776" cy="625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4852122" y="2196504"/>
            <a:ext cx="8776" cy="629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4860898" y="2202799"/>
            <a:ext cx="8776" cy="63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4869674" y="2209133"/>
            <a:ext cx="8776" cy="63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4878450" y="2215504"/>
            <a:ext cx="8776" cy="64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4887226" y="2221913"/>
            <a:ext cx="8776" cy="64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4896002" y="2228360"/>
            <a:ext cx="8776" cy="64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4904778" y="2234844"/>
            <a:ext cx="8776" cy="65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4913554" y="2241365"/>
            <a:ext cx="8776" cy="655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4922330" y="2247923"/>
            <a:ext cx="8776" cy="659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4931106" y="2254517"/>
            <a:ext cx="8776" cy="66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4939882" y="2261148"/>
            <a:ext cx="8776" cy="666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4948658" y="2267815"/>
            <a:ext cx="8776" cy="67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957434" y="2274518"/>
            <a:ext cx="8776" cy="67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966210" y="2281257"/>
            <a:ext cx="8776" cy="67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974986" y="2288031"/>
            <a:ext cx="8776" cy="68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4983762" y="2294841"/>
            <a:ext cx="8776" cy="684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4992538" y="2301686"/>
            <a:ext cx="8776" cy="68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5001314" y="2308565"/>
            <a:ext cx="8776" cy="69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5010090" y="2315479"/>
            <a:ext cx="8776" cy="69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5018866" y="2322428"/>
            <a:ext cx="8776" cy="69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5027642" y="2329410"/>
            <a:ext cx="8776" cy="70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5036418" y="2336427"/>
            <a:ext cx="8776" cy="70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5045194" y="2343477"/>
            <a:ext cx="8776" cy="70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5053970" y="2350560"/>
            <a:ext cx="8776" cy="71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5062746" y="2357677"/>
            <a:ext cx="8776" cy="71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5071522" y="2364827"/>
            <a:ext cx="8776" cy="71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5080298" y="2372009"/>
            <a:ext cx="8776" cy="721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5089074" y="2379224"/>
            <a:ext cx="8775" cy="72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5097849" y="2386471"/>
            <a:ext cx="8776" cy="72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5106625" y="2393750"/>
            <a:ext cx="8776" cy="73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5115401" y="2401061"/>
            <a:ext cx="8776" cy="734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5124177" y="2408403"/>
            <a:ext cx="8776" cy="73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5132953" y="2415777"/>
            <a:ext cx="8776" cy="740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5141729" y="2423181"/>
            <a:ext cx="8776" cy="74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5150505" y="2430616"/>
            <a:ext cx="8776" cy="74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5159281" y="2438082"/>
            <a:ext cx="8776" cy="74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5168057" y="2445578"/>
            <a:ext cx="8776" cy="75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5176833" y="2453104"/>
            <a:ext cx="8776" cy="75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5185609" y="2460660"/>
            <a:ext cx="8776" cy="75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194385" y="2468245"/>
            <a:ext cx="8776" cy="76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5203161" y="2475859"/>
            <a:ext cx="8776" cy="76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5211937" y="2483503"/>
            <a:ext cx="8776" cy="767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5220713" y="2491175"/>
            <a:ext cx="8776" cy="77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229489" y="2498875"/>
            <a:ext cx="8776" cy="77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5238265" y="2506604"/>
            <a:ext cx="8776" cy="775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5247041" y="2514361"/>
            <a:ext cx="8776" cy="77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5255817" y="2522145"/>
            <a:ext cx="8776" cy="781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5264593" y="2529957"/>
            <a:ext cx="8776" cy="78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5273369" y="2537796"/>
            <a:ext cx="8776" cy="78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5282145" y="2545661"/>
            <a:ext cx="8776" cy="78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5290921" y="2553554"/>
            <a:ext cx="8776" cy="79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5299697" y="2561473"/>
            <a:ext cx="8776" cy="794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5308473" y="2569418"/>
            <a:ext cx="8776" cy="79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5317249" y="2577388"/>
            <a:ext cx="8776" cy="79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5326025" y="2585385"/>
            <a:ext cx="8776" cy="80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5334801" y="2593406"/>
            <a:ext cx="8776" cy="80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5343577" y="2601453"/>
            <a:ext cx="8776" cy="80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5352353" y="2609524"/>
            <a:ext cx="8776" cy="80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5361129" y="2617620"/>
            <a:ext cx="8776" cy="81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5369905" y="2625740"/>
            <a:ext cx="8776" cy="81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5378681" y="2633884"/>
            <a:ext cx="8776" cy="816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5387457" y="2642051"/>
            <a:ext cx="8776" cy="81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5396233" y="2650242"/>
            <a:ext cx="8776" cy="82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405009" y="2658456"/>
            <a:ext cx="8776" cy="82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413785" y="2666693"/>
            <a:ext cx="8776" cy="826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5422561" y="2674953"/>
            <a:ext cx="8776" cy="82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5431337" y="2683235"/>
            <a:ext cx="8776" cy="83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5440113" y="2691538"/>
            <a:ext cx="8776" cy="83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5448889" y="2699864"/>
            <a:ext cx="8776" cy="83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457665" y="2708211"/>
            <a:ext cx="8776" cy="83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5466441" y="2716579"/>
            <a:ext cx="8776" cy="83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5475217" y="2724968"/>
            <a:ext cx="8776" cy="84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5483993" y="2733377"/>
            <a:ext cx="8776" cy="843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5492769" y="2741807"/>
            <a:ext cx="8776" cy="84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501545" y="2750257"/>
            <a:ext cx="8776" cy="84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510321" y="2758727"/>
            <a:ext cx="8776" cy="84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5519097" y="2767216"/>
            <a:ext cx="8776" cy="850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5527873" y="2775724"/>
            <a:ext cx="8776" cy="85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5536649" y="2784251"/>
            <a:ext cx="8776" cy="85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5545425" y="2792797"/>
            <a:ext cx="8776" cy="856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554201" y="2801361"/>
            <a:ext cx="8776" cy="85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562977" y="2809943"/>
            <a:ext cx="8776" cy="86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5571753" y="2818543"/>
            <a:ext cx="8776" cy="86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5580529" y="2827160"/>
            <a:ext cx="8775" cy="86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5589304" y="2835795"/>
            <a:ext cx="8776" cy="865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5598080" y="2844446"/>
            <a:ext cx="8776" cy="86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5606856" y="2853114"/>
            <a:ext cx="8776" cy="86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5615632" y="2861798"/>
            <a:ext cx="8776" cy="870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5624408" y="2870499"/>
            <a:ext cx="8776" cy="871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5633184" y="2879214"/>
            <a:ext cx="8776" cy="873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5641960" y="2887946"/>
            <a:ext cx="8776" cy="87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650736" y="2896692"/>
            <a:ext cx="8776" cy="87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5659512" y="2905453"/>
            <a:ext cx="8776" cy="877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5668288" y="2914229"/>
            <a:ext cx="8776" cy="87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5677064" y="2923019"/>
            <a:ext cx="8776" cy="880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5685840" y="2931823"/>
            <a:ext cx="8776" cy="88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5694616" y="2940641"/>
            <a:ext cx="8776" cy="88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5703392" y="2949472"/>
            <a:ext cx="8776" cy="88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5712168" y="2958316"/>
            <a:ext cx="8776" cy="88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5720944" y="2967172"/>
            <a:ext cx="8776" cy="886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5729720" y="2976041"/>
            <a:ext cx="8776" cy="88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5738496" y="2984923"/>
            <a:ext cx="8776" cy="88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5747272" y="2993816"/>
            <a:ext cx="8776" cy="89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5756048" y="3002721"/>
            <a:ext cx="8776" cy="891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5764824" y="3011637"/>
            <a:ext cx="8776" cy="89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5773600" y="3020564"/>
            <a:ext cx="8776" cy="89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5782376" y="3029501"/>
            <a:ext cx="8776" cy="894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5791152" y="3038449"/>
            <a:ext cx="8776" cy="895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5799928" y="3047407"/>
            <a:ext cx="8776" cy="89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5808704" y="3056375"/>
            <a:ext cx="8776" cy="89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5817480" y="3065352"/>
            <a:ext cx="8776" cy="89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5826256" y="3074339"/>
            <a:ext cx="8776" cy="899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5835032" y="3083334"/>
            <a:ext cx="8776" cy="900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5843808" y="3092338"/>
            <a:ext cx="8776" cy="901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852584" y="3101350"/>
            <a:ext cx="8776" cy="90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5861360" y="3110370"/>
            <a:ext cx="8776" cy="90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5870136" y="3119397"/>
            <a:ext cx="8776" cy="90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5878912" y="3128432"/>
            <a:ext cx="8776" cy="904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5887688" y="3137474"/>
            <a:ext cx="8776" cy="90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5896464" y="3146523"/>
            <a:ext cx="8776" cy="90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5905240" y="3155578"/>
            <a:ext cx="8776" cy="90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5914016" y="3164639"/>
            <a:ext cx="8776" cy="906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5922792" y="3173706"/>
            <a:ext cx="8776" cy="90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5931568" y="3182779"/>
            <a:ext cx="8776" cy="90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5940344" y="3191857"/>
            <a:ext cx="8776" cy="90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5949120" y="3200940"/>
            <a:ext cx="8776" cy="90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5957896" y="3210027"/>
            <a:ext cx="8776" cy="90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5966672" y="3219118"/>
            <a:ext cx="8776" cy="90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5975448" y="3228214"/>
            <a:ext cx="8776" cy="909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5984224" y="3237313"/>
            <a:ext cx="8776" cy="91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5993000" y="3246416"/>
            <a:ext cx="8776" cy="91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6001776" y="3255521"/>
            <a:ext cx="8776" cy="91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6010552" y="3264630"/>
            <a:ext cx="8776" cy="91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6019328" y="3273741"/>
            <a:ext cx="8776" cy="91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6028104" y="3282854"/>
            <a:ext cx="8776" cy="91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6036880" y="3291968"/>
            <a:ext cx="8776" cy="91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6045656" y="3301085"/>
            <a:ext cx="8776" cy="91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6054432" y="3310202"/>
            <a:ext cx="8776" cy="91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6063208" y="3319321"/>
            <a:ext cx="8776" cy="91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6071984" y="3328440"/>
            <a:ext cx="8776" cy="91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6080760" y="3337560"/>
            <a:ext cx="8775" cy="91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6089535" y="3346679"/>
            <a:ext cx="8776" cy="91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6098311" y="3355798"/>
            <a:ext cx="8776" cy="91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6107087" y="3364917"/>
            <a:ext cx="8776" cy="91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6115863" y="3374034"/>
            <a:ext cx="8776" cy="91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6124639" y="3383151"/>
            <a:ext cx="8776" cy="91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6133415" y="3392265"/>
            <a:ext cx="8776" cy="91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6142191" y="3401378"/>
            <a:ext cx="8776" cy="91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6150967" y="3410489"/>
            <a:ext cx="8776" cy="91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159743" y="3419598"/>
            <a:ext cx="8776" cy="91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6168519" y="3428703"/>
            <a:ext cx="8776" cy="91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6177295" y="3437806"/>
            <a:ext cx="8776" cy="909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86071" y="3446905"/>
            <a:ext cx="8776" cy="90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6194847" y="3456001"/>
            <a:ext cx="8776" cy="90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6203623" y="3465092"/>
            <a:ext cx="8776" cy="90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6212399" y="3474179"/>
            <a:ext cx="8776" cy="90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6221175" y="3483262"/>
            <a:ext cx="8776" cy="90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6229951" y="3492340"/>
            <a:ext cx="8776" cy="90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6238727" y="3501413"/>
            <a:ext cx="8776" cy="906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6247503" y="3510480"/>
            <a:ext cx="8776" cy="90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6256279" y="3519541"/>
            <a:ext cx="8776" cy="90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6265055" y="3528596"/>
            <a:ext cx="8776" cy="90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6273831" y="3537645"/>
            <a:ext cx="8776" cy="904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282607" y="3546687"/>
            <a:ext cx="8776" cy="90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291383" y="3555722"/>
            <a:ext cx="8776" cy="90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6300159" y="3564749"/>
            <a:ext cx="8776" cy="90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6308935" y="3573769"/>
            <a:ext cx="8776" cy="901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6317711" y="3582781"/>
            <a:ext cx="8776" cy="900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6326487" y="3591785"/>
            <a:ext cx="8776" cy="899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6335263" y="3600780"/>
            <a:ext cx="8776" cy="89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6344039" y="3609767"/>
            <a:ext cx="8776" cy="89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6352815" y="3618744"/>
            <a:ext cx="8776" cy="89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6361591" y="3627712"/>
            <a:ext cx="8776" cy="895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6370367" y="3636670"/>
            <a:ext cx="8776" cy="894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6379143" y="3645618"/>
            <a:ext cx="8776" cy="89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6387919" y="3654555"/>
            <a:ext cx="8776" cy="89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6396695" y="3663482"/>
            <a:ext cx="8776" cy="891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6405471" y="3672398"/>
            <a:ext cx="8776" cy="89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6414247" y="3681303"/>
            <a:ext cx="8776" cy="88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6423023" y="3690196"/>
            <a:ext cx="8776" cy="88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6431799" y="3699078"/>
            <a:ext cx="8776" cy="886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6440575" y="3707947"/>
            <a:ext cx="8776" cy="88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6449351" y="3716803"/>
            <a:ext cx="8776" cy="88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6458127" y="3725647"/>
            <a:ext cx="8776" cy="88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6466903" y="3734478"/>
            <a:ext cx="8776" cy="88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6475679" y="3743296"/>
            <a:ext cx="8776" cy="880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6484455" y="3752100"/>
            <a:ext cx="8776" cy="87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6493231" y="3760890"/>
            <a:ext cx="8776" cy="877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6502007" y="3769666"/>
            <a:ext cx="8776" cy="87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6510783" y="3778427"/>
            <a:ext cx="8776" cy="87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6519559" y="3787173"/>
            <a:ext cx="8776" cy="873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6528335" y="3795905"/>
            <a:ext cx="8776" cy="871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6537111" y="3804620"/>
            <a:ext cx="8776" cy="870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6545887" y="3813321"/>
            <a:ext cx="8776" cy="86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6554663" y="3822005"/>
            <a:ext cx="8776" cy="86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6563439" y="3830673"/>
            <a:ext cx="8776" cy="865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6572215" y="3839324"/>
            <a:ext cx="8775" cy="86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6580990" y="3847959"/>
            <a:ext cx="8776" cy="86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6589766" y="3856576"/>
            <a:ext cx="8776" cy="86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6598542" y="3865176"/>
            <a:ext cx="8776" cy="85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6607318" y="3873758"/>
            <a:ext cx="8776" cy="856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6616094" y="3882322"/>
            <a:ext cx="8776" cy="85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6624870" y="3890868"/>
            <a:ext cx="8776" cy="85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6633646" y="3899395"/>
            <a:ext cx="8776" cy="850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6642422" y="3907903"/>
            <a:ext cx="8776" cy="84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6651198" y="3916392"/>
            <a:ext cx="8776" cy="84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6659974" y="3924862"/>
            <a:ext cx="8776" cy="84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6668750" y="3933312"/>
            <a:ext cx="8776" cy="843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6677526" y="3941742"/>
            <a:ext cx="8776" cy="84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6686302" y="3950151"/>
            <a:ext cx="8776" cy="83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6695078" y="3958540"/>
            <a:ext cx="8776" cy="83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6703854" y="3966908"/>
            <a:ext cx="8776" cy="83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6712630" y="3975255"/>
            <a:ext cx="8776" cy="83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6721406" y="3983581"/>
            <a:ext cx="8776" cy="83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6730182" y="3991884"/>
            <a:ext cx="8776" cy="82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6738958" y="4000166"/>
            <a:ext cx="8776" cy="826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6747734" y="4008426"/>
            <a:ext cx="8776" cy="82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6756510" y="4016663"/>
            <a:ext cx="8776" cy="82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6765286" y="4024877"/>
            <a:ext cx="8776" cy="81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6774062" y="4033068"/>
            <a:ext cx="8776" cy="816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6782838" y="4041235"/>
            <a:ext cx="8776" cy="81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6791614" y="4049379"/>
            <a:ext cx="8776" cy="81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6800390" y="4057499"/>
            <a:ext cx="8776" cy="80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6809166" y="4065595"/>
            <a:ext cx="8776" cy="80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6817942" y="4073666"/>
            <a:ext cx="8776" cy="80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6826718" y="4081713"/>
            <a:ext cx="8776" cy="80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6835494" y="4089734"/>
            <a:ext cx="8776" cy="79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6844270" y="4097731"/>
            <a:ext cx="8776" cy="79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6853046" y="4105701"/>
            <a:ext cx="8776" cy="794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6861822" y="4113646"/>
            <a:ext cx="8776" cy="79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6870598" y="4121565"/>
            <a:ext cx="8776" cy="78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6879374" y="4129458"/>
            <a:ext cx="8776" cy="78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6888150" y="4137323"/>
            <a:ext cx="8776" cy="78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6896926" y="4145162"/>
            <a:ext cx="8776" cy="781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6905702" y="4152974"/>
            <a:ext cx="8776" cy="77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6914478" y="4160758"/>
            <a:ext cx="8776" cy="775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6923254" y="4168515"/>
            <a:ext cx="8776" cy="77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6932030" y="4176244"/>
            <a:ext cx="8776" cy="77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6940806" y="4183944"/>
            <a:ext cx="8776" cy="767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6949582" y="4191616"/>
            <a:ext cx="8776" cy="76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6958358" y="4199260"/>
            <a:ext cx="8776" cy="76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6967134" y="4206874"/>
            <a:ext cx="8776" cy="75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6975910" y="4214459"/>
            <a:ext cx="8776" cy="75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6984686" y="4222015"/>
            <a:ext cx="8776" cy="75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6993462" y="4229541"/>
            <a:ext cx="8776" cy="74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7002238" y="4237037"/>
            <a:ext cx="8776" cy="74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7011014" y="4244503"/>
            <a:ext cx="8776" cy="74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7019790" y="4251938"/>
            <a:ext cx="8776" cy="740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7028566" y="4259342"/>
            <a:ext cx="8776" cy="73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7037342" y="4266716"/>
            <a:ext cx="8776" cy="734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7046118" y="4274058"/>
            <a:ext cx="8776" cy="73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7054894" y="4281369"/>
            <a:ext cx="8776" cy="72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7063670" y="4288648"/>
            <a:ext cx="8775" cy="72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7072445" y="4295895"/>
            <a:ext cx="8776" cy="721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7081221" y="4303110"/>
            <a:ext cx="8776" cy="71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7089997" y="4310292"/>
            <a:ext cx="8776" cy="71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7098773" y="4317442"/>
            <a:ext cx="8776" cy="71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7107549" y="4324559"/>
            <a:ext cx="8776" cy="70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7116325" y="4331642"/>
            <a:ext cx="8776" cy="70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7125101" y="4338692"/>
            <a:ext cx="8776" cy="70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133877" y="4345709"/>
            <a:ext cx="8776" cy="69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142653" y="4352691"/>
            <a:ext cx="8776" cy="69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151429" y="4359640"/>
            <a:ext cx="8776" cy="69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7160205" y="4366554"/>
            <a:ext cx="8776" cy="68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7168981" y="4373433"/>
            <a:ext cx="8776" cy="684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7177757" y="4380278"/>
            <a:ext cx="8776" cy="68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186533" y="4387088"/>
            <a:ext cx="8776" cy="67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195309" y="4393862"/>
            <a:ext cx="8776" cy="67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204085" y="4400601"/>
            <a:ext cx="8776" cy="67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7212861" y="4407304"/>
            <a:ext cx="8776" cy="666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7221637" y="4413971"/>
            <a:ext cx="8776" cy="66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7230413" y="4420602"/>
            <a:ext cx="8776" cy="659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7239189" y="4427196"/>
            <a:ext cx="8776" cy="655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7247965" y="4433754"/>
            <a:ext cx="8776" cy="65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7256741" y="4440275"/>
            <a:ext cx="8776" cy="64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7265517" y="4446759"/>
            <a:ext cx="8776" cy="64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7274293" y="4453206"/>
            <a:ext cx="8776" cy="64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7283069" y="4459615"/>
            <a:ext cx="8776" cy="63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7291845" y="4465986"/>
            <a:ext cx="8776" cy="63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7300621" y="4472320"/>
            <a:ext cx="8776" cy="629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>
            <a:off x="7309397" y="4478615"/>
            <a:ext cx="8776" cy="625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7318173" y="4484872"/>
            <a:ext cx="8776" cy="62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7326949" y="4491090"/>
            <a:ext cx="8776" cy="61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7335725" y="4497270"/>
            <a:ext cx="8776" cy="614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7344501" y="4503411"/>
            <a:ext cx="8776" cy="610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7353277" y="4509512"/>
            <a:ext cx="8776" cy="60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7362053" y="4515574"/>
            <a:ext cx="8776" cy="602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7370829" y="4521596"/>
            <a:ext cx="8776" cy="59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7379605" y="4527579"/>
            <a:ext cx="8776" cy="594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7388381" y="4533521"/>
            <a:ext cx="8776" cy="59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>
            <a:off x="7397157" y="4539424"/>
            <a:ext cx="8776" cy="58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7405933" y="4545286"/>
            <a:ext cx="8776" cy="58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7414709" y="4551107"/>
            <a:ext cx="8776" cy="578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7423485" y="4556888"/>
            <a:ext cx="8776" cy="57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7432261" y="4562627"/>
            <a:ext cx="8776" cy="569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7441037" y="4568326"/>
            <a:ext cx="8776" cy="565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7449813" y="4573983"/>
            <a:ext cx="8776" cy="561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7458589" y="4579598"/>
            <a:ext cx="8776" cy="55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7467365" y="4585172"/>
            <a:ext cx="8776" cy="55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7476141" y="4590703"/>
            <a:ext cx="8776" cy="54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7484917" y="4596193"/>
            <a:ext cx="8776" cy="54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7493693" y="4601640"/>
            <a:ext cx="8776" cy="54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502469" y="4607045"/>
            <a:ext cx="8776" cy="53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7511245" y="4612407"/>
            <a:ext cx="8776" cy="53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7520021" y="4617726"/>
            <a:ext cx="8776" cy="52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7528797" y="4623003"/>
            <a:ext cx="8776" cy="523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7537573" y="4628235"/>
            <a:ext cx="8776" cy="51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7546349" y="4633425"/>
            <a:ext cx="8776" cy="51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7555125" y="4638571"/>
            <a:ext cx="8775" cy="51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7563900" y="4643673"/>
            <a:ext cx="8776" cy="505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7572676" y="4648732"/>
            <a:ext cx="8776" cy="50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7581452" y="4653746"/>
            <a:ext cx="8776" cy="49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7590228" y="4658716"/>
            <a:ext cx="8776" cy="49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7599004" y="4663642"/>
            <a:ext cx="8776" cy="488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7607780" y="4668523"/>
            <a:ext cx="8776" cy="483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7616556" y="4673359"/>
            <a:ext cx="8776" cy="47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7625332" y="4678150"/>
            <a:ext cx="8776" cy="47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7634108" y="4682896"/>
            <a:ext cx="8776" cy="470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7642884" y="4687597"/>
            <a:ext cx="8776" cy="46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7651660" y="4692253"/>
            <a:ext cx="8776" cy="46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7660436" y="4696863"/>
            <a:ext cx="8776" cy="45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7669212" y="4701428"/>
            <a:ext cx="8776" cy="45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7677988" y="4705946"/>
            <a:ext cx="8776" cy="44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7686764" y="4710419"/>
            <a:ext cx="8776" cy="44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7695540" y="4714845"/>
            <a:ext cx="8776" cy="43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7704316" y="4719225"/>
            <a:ext cx="8776" cy="43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7713092" y="4723559"/>
            <a:ext cx="8776" cy="42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7721868" y="4727846"/>
            <a:ext cx="8776" cy="424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7730644" y="4732086"/>
            <a:ext cx="8776" cy="419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7739420" y="4736280"/>
            <a:ext cx="8776" cy="414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7748196" y="4740426"/>
            <a:ext cx="8776" cy="409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7756972" y="4744525"/>
            <a:ext cx="8776" cy="405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7765748" y="4748577"/>
            <a:ext cx="8776" cy="40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7774524" y="4752582"/>
            <a:ext cx="8776" cy="39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7783300" y="4756538"/>
            <a:ext cx="8776" cy="39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7792076" y="4760448"/>
            <a:ext cx="8776" cy="38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7800852" y="4764309"/>
            <a:ext cx="8776" cy="38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7809628" y="4768122"/>
            <a:ext cx="8776" cy="37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818404" y="4771888"/>
            <a:ext cx="8776" cy="37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7827180" y="4775605"/>
            <a:ext cx="8776" cy="36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7835956" y="4779273"/>
            <a:ext cx="8776" cy="36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7844732" y="4782894"/>
            <a:ext cx="8776" cy="35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>
            <a:off x="7853508" y="4786465"/>
            <a:ext cx="8776" cy="35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>
            <a:off x="7862284" y="4789988"/>
            <a:ext cx="8776" cy="34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>
            <a:off x="7871060" y="4793462"/>
            <a:ext cx="8776" cy="34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>
            <a:off x="7879836" y="4796888"/>
            <a:ext cx="8776" cy="337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>
            <a:off x="7888612" y="4800264"/>
            <a:ext cx="8776" cy="33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>
            <a:off x="7897388" y="4803591"/>
            <a:ext cx="8776" cy="32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>
            <a:off x="7906164" y="4806868"/>
            <a:ext cx="8776" cy="32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>
            <a:off x="7914940" y="4810096"/>
            <a:ext cx="8776" cy="31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>
            <a:off x="7923716" y="4813275"/>
            <a:ext cx="8776" cy="31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>
            <a:off x="7932492" y="4816404"/>
            <a:ext cx="8776" cy="30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>
            <a:off x="7941268" y="4819484"/>
            <a:ext cx="8776" cy="30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>
            <a:off x="7950044" y="4822513"/>
            <a:ext cx="8776" cy="29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>
            <a:off x="7958820" y="4825493"/>
            <a:ext cx="8776" cy="29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>
            <a:off x="7967596" y="4828422"/>
            <a:ext cx="8776" cy="28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>
            <a:off x="7976372" y="4831302"/>
            <a:ext cx="8776" cy="28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>
            <a:off x="7985148" y="4834131"/>
            <a:ext cx="8776" cy="27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>
            <a:off x="7993924" y="4836910"/>
            <a:ext cx="8776" cy="27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>
            <a:off x="8002700" y="4839639"/>
            <a:ext cx="8776" cy="26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>
            <a:off x="8011476" y="4842317"/>
            <a:ext cx="8776" cy="26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>
            <a:off x="8020252" y="4844944"/>
            <a:ext cx="8776" cy="25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>
            <a:off x="8029028" y="4847521"/>
            <a:ext cx="8776" cy="25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>
            <a:off x="8037804" y="4850047"/>
            <a:ext cx="8776" cy="247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>
            <a:off x="8046580" y="4852522"/>
            <a:ext cx="8776" cy="242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>
            <a:off x="8055356" y="4854946"/>
            <a:ext cx="8775" cy="23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>
            <a:off x="8064131" y="4857319"/>
            <a:ext cx="8776" cy="232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>
            <a:off x="8072907" y="4859641"/>
            <a:ext cx="8776" cy="22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8081683" y="4861912"/>
            <a:ext cx="8776" cy="22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8090459" y="4864132"/>
            <a:ext cx="8776" cy="21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>
            <a:off x="8099235" y="4866300"/>
            <a:ext cx="8776" cy="21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>
            <a:off x="8108011" y="4868417"/>
            <a:ext cx="8776" cy="20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>
            <a:off x="8116787" y="4870483"/>
            <a:ext cx="8776" cy="20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>
            <a:off x="8125563" y="4872497"/>
            <a:ext cx="8776" cy="19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>
            <a:off x="8134339" y="4874459"/>
            <a:ext cx="8776" cy="19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>
            <a:off x="8143115" y="4876370"/>
            <a:ext cx="8776" cy="185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>
            <a:off x="8151891" y="4878229"/>
            <a:ext cx="8776" cy="180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>
            <a:off x="8160667" y="4880036"/>
            <a:ext cx="8776" cy="17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>
            <a:off x="8169443" y="4881791"/>
            <a:ext cx="8776" cy="17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>
            <a:off x="8178219" y="4883494"/>
            <a:ext cx="8776" cy="165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>
            <a:off x="8186995" y="4885146"/>
            <a:ext cx="8776" cy="159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>
            <a:off x="8195771" y="4886745"/>
            <a:ext cx="8776" cy="15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>
            <a:off x="8204547" y="4888292"/>
            <a:ext cx="8776" cy="149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>
            <a:off x="8213323" y="4889787"/>
            <a:ext cx="8776" cy="144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>
            <a:off x="8222099" y="4891230"/>
            <a:ext cx="8776" cy="13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>
            <a:off x="8230875" y="4892621"/>
            <a:ext cx="8776" cy="13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>
            <a:off x="8239651" y="4893959"/>
            <a:ext cx="8776" cy="12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>
            <a:off x="8248427" y="4895246"/>
            <a:ext cx="8776" cy="123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>
            <a:off x="8257203" y="4896479"/>
            <a:ext cx="8776" cy="11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>
            <a:off x="8265979" y="4897661"/>
            <a:ext cx="8776" cy="11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>
            <a:off x="8274755" y="4898789"/>
            <a:ext cx="8776" cy="10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>
            <a:off x="8283531" y="4899866"/>
            <a:ext cx="8776" cy="102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>
            <a:off x="8292307" y="4900890"/>
            <a:ext cx="8776" cy="9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>
            <a:off x="8301083" y="4901861"/>
            <a:ext cx="8776" cy="9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>
            <a:off x="8309859" y="4902780"/>
            <a:ext cx="8776" cy="8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>
            <a:off x="8318635" y="4903646"/>
            <a:ext cx="8776" cy="8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>
            <a:off x="8327411" y="4904459"/>
            <a:ext cx="8776" cy="7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>
            <a:off x="8336187" y="4905220"/>
            <a:ext cx="8776" cy="70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>
            <a:off x="8344963" y="4905928"/>
            <a:ext cx="8776" cy="6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>
            <a:off x="8353739" y="4906583"/>
            <a:ext cx="8776" cy="6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>
            <a:off x="8362515" y="4907186"/>
            <a:ext cx="8776" cy="5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>
            <a:off x="8371291" y="4907735"/>
            <a:ext cx="8776" cy="4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>
            <a:off x="8380067" y="4908232"/>
            <a:ext cx="8776" cy="4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>
            <a:off x="8388843" y="4908676"/>
            <a:ext cx="8776" cy="39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>
            <a:off x="8397619" y="4909068"/>
            <a:ext cx="8776" cy="3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>
            <a:off x="8406395" y="4909406"/>
            <a:ext cx="8776" cy="28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>
            <a:off x="8415171" y="4909692"/>
            <a:ext cx="8776" cy="23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>
            <a:off x="8423947" y="4909925"/>
            <a:ext cx="8776" cy="18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>
            <a:off x="8432723" y="4910105"/>
            <a:ext cx="8776" cy="1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>
            <a:off x="8441499" y="4910232"/>
            <a:ext cx="8776" cy="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>
            <a:off x="8450275" y="4910306"/>
            <a:ext cx="8776" cy="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 flipV="1">
            <a:off x="8459051" y="4910296"/>
            <a:ext cx="8776" cy="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 flipV="1">
            <a:off x="8467827" y="4910211"/>
            <a:ext cx="8776" cy="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 flipV="1">
            <a:off x="8476603" y="4910074"/>
            <a:ext cx="8776" cy="1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 flipV="1">
            <a:off x="8485379" y="4909884"/>
            <a:ext cx="8776" cy="1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 flipV="1">
            <a:off x="8494155" y="4909641"/>
            <a:ext cx="8776" cy="24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 flipV="1">
            <a:off x="8502931" y="4909345"/>
            <a:ext cx="8776" cy="2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 flipV="1">
            <a:off x="8511707" y="4908996"/>
            <a:ext cx="8776" cy="3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 flipV="1">
            <a:off x="8520483" y="4908594"/>
            <a:ext cx="8776" cy="4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 flipV="1">
            <a:off x="8529259" y="4908140"/>
            <a:ext cx="8776" cy="4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V="1">
            <a:off x="8538035" y="4907633"/>
            <a:ext cx="8776" cy="50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V="1">
            <a:off x="8546811" y="4907073"/>
            <a:ext cx="8775" cy="56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V="1">
            <a:off x="8555586" y="4906460"/>
            <a:ext cx="8776" cy="6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V="1">
            <a:off x="8564362" y="4905795"/>
            <a:ext cx="8776" cy="6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 flipV="1">
            <a:off x="8573138" y="4905076"/>
            <a:ext cx="8776" cy="7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V="1">
            <a:off x="8581914" y="4904305"/>
            <a:ext cx="8776" cy="7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 flipV="1">
            <a:off x="8590690" y="4903482"/>
            <a:ext cx="8776" cy="8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 flipV="1">
            <a:off x="8599466" y="4902605"/>
            <a:ext cx="8776" cy="8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 flipV="1">
            <a:off x="8608242" y="4901677"/>
            <a:ext cx="8776" cy="9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 flipV="1">
            <a:off x="8617018" y="4900695"/>
            <a:ext cx="8776" cy="9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V="1">
            <a:off x="8625794" y="4899661"/>
            <a:ext cx="8776" cy="10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V="1">
            <a:off x="8634570" y="4898575"/>
            <a:ext cx="8776" cy="108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 flipV="1">
            <a:off x="8643346" y="4897436"/>
            <a:ext cx="8776" cy="11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V="1">
            <a:off x="8652122" y="4896244"/>
            <a:ext cx="8776" cy="119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V="1">
            <a:off x="8660898" y="4895000"/>
            <a:ext cx="8776" cy="12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V="1">
            <a:off x="8669674" y="4893704"/>
            <a:ext cx="8776" cy="12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V="1">
            <a:off x="8678450" y="4892355"/>
            <a:ext cx="8776" cy="13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 flipV="1">
            <a:off x="8687226" y="4890955"/>
            <a:ext cx="8776" cy="14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 flipV="1">
            <a:off x="8696002" y="4889502"/>
            <a:ext cx="8776" cy="145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 flipV="1">
            <a:off x="8704778" y="4887996"/>
            <a:ext cx="8776" cy="15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 flipV="1">
            <a:off x="8713554" y="4886439"/>
            <a:ext cx="8776" cy="155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 flipV="1">
            <a:off x="8722330" y="4884829"/>
            <a:ext cx="8776" cy="16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 flipV="1">
            <a:off x="8731106" y="4883168"/>
            <a:ext cx="8776" cy="16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 flipV="1">
            <a:off x="8739882" y="4881455"/>
            <a:ext cx="8776" cy="17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 flipV="1">
            <a:off x="8748658" y="4879689"/>
            <a:ext cx="8776" cy="17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V="1">
            <a:off x="8757434" y="4877872"/>
            <a:ext cx="8776" cy="18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V="1">
            <a:off x="8766210" y="4876003"/>
            <a:ext cx="8776" cy="186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V="1">
            <a:off x="8774986" y="4874082"/>
            <a:ext cx="8776" cy="19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V="1">
            <a:off x="8783762" y="4872110"/>
            <a:ext cx="8776" cy="197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V="1">
            <a:off x="8792538" y="4870086"/>
            <a:ext cx="8776" cy="202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 flipV="1">
            <a:off x="8801314" y="4868011"/>
            <a:ext cx="8776" cy="207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 flipV="1">
            <a:off x="8810090" y="4865884"/>
            <a:ext cx="8776" cy="21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 flipV="1">
            <a:off x="8818866" y="4863705"/>
            <a:ext cx="8776" cy="21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 flipV="1">
            <a:off x="8827642" y="4861476"/>
            <a:ext cx="8776" cy="22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 flipV="1">
            <a:off x="8836418" y="4859195"/>
            <a:ext cx="8776" cy="228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 flipV="1">
            <a:off x="8845194" y="4856863"/>
            <a:ext cx="8776" cy="233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 flipV="1">
            <a:off x="8853970" y="4854480"/>
            <a:ext cx="8776" cy="23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V="1">
            <a:off x="8862746" y="4852046"/>
            <a:ext cx="8776" cy="24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V="1">
            <a:off x="8871522" y="4849561"/>
            <a:ext cx="8776" cy="24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V="1">
            <a:off x="8880298" y="4847025"/>
            <a:ext cx="8776" cy="253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V="1">
            <a:off x="8889074" y="4844438"/>
            <a:ext cx="8776" cy="25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 flipV="1">
            <a:off x="8897850" y="4841801"/>
            <a:ext cx="8776" cy="26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 flipV="1">
            <a:off x="8906626" y="4839113"/>
            <a:ext cx="8776" cy="26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 flipV="1">
            <a:off x="8915402" y="4836375"/>
            <a:ext cx="8776" cy="27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 flipV="1">
            <a:off x="8924178" y="4833586"/>
            <a:ext cx="8776" cy="27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V="1">
            <a:off x="8932954" y="4830747"/>
            <a:ext cx="8776" cy="28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 flipV="1">
            <a:off x="8941730" y="4827858"/>
            <a:ext cx="8776" cy="28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 flipV="1">
            <a:off x="8950506" y="4824919"/>
            <a:ext cx="8776" cy="29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V="1">
            <a:off x="8959282" y="4821929"/>
            <a:ext cx="8776" cy="29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V="1">
            <a:off x="8968058" y="4818890"/>
            <a:ext cx="8776" cy="30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 flipV="1">
            <a:off x="8976834" y="4815801"/>
            <a:ext cx="8776" cy="30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 flipV="1">
            <a:off x="8985610" y="4812662"/>
            <a:ext cx="8776" cy="31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 flipV="1">
            <a:off x="8994386" y="4809474"/>
            <a:ext cx="8776" cy="31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 flipV="1">
            <a:off x="9003162" y="4806236"/>
            <a:ext cx="8776" cy="32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 flipV="1">
            <a:off x="9011938" y="4802949"/>
            <a:ext cx="8776" cy="32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 flipV="1">
            <a:off x="9020714" y="4799613"/>
            <a:ext cx="8776" cy="333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V="1">
            <a:off x="9029490" y="4796227"/>
            <a:ext cx="8776" cy="338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V="1">
            <a:off x="9038266" y="4792792"/>
            <a:ext cx="8775" cy="34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 flipV="1">
            <a:off x="9047041" y="4789309"/>
            <a:ext cx="8776" cy="348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 flipV="1">
            <a:off x="9055817" y="4785776"/>
            <a:ext cx="8776" cy="353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 flipV="1">
            <a:off x="9064593" y="4782195"/>
            <a:ext cx="8776" cy="358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 flipV="1">
            <a:off x="9073369" y="4778566"/>
            <a:ext cx="8776" cy="36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V="1">
            <a:off x="9082145" y="4774887"/>
            <a:ext cx="8776" cy="36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V="1">
            <a:off x="9090921" y="4771161"/>
            <a:ext cx="8776" cy="37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 flipV="1">
            <a:off x="9099697" y="4767386"/>
            <a:ext cx="8776" cy="377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V="1">
            <a:off x="9108473" y="4763564"/>
            <a:ext cx="8776" cy="382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V="1">
            <a:off x="9117249" y="4759693"/>
            <a:ext cx="8776" cy="38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 flipV="1">
            <a:off x="9126025" y="4755775"/>
            <a:ext cx="8776" cy="39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V="1">
            <a:off x="9134801" y="4751809"/>
            <a:ext cx="8776" cy="39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V="1">
            <a:off x="9143577" y="4747795"/>
            <a:ext cx="8776" cy="40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 flipV="1">
            <a:off x="9152353" y="4743734"/>
            <a:ext cx="8776" cy="406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 flipV="1">
            <a:off x="9161129" y="4739625"/>
            <a:ext cx="8776" cy="41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 flipV="1">
            <a:off x="9169905" y="4735470"/>
            <a:ext cx="8776" cy="41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V="1">
            <a:off x="9178681" y="4731267"/>
            <a:ext cx="8776" cy="42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V="1">
            <a:off x="9187457" y="4727018"/>
            <a:ext cx="8776" cy="42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V="1">
            <a:off x="9196233" y="4722722"/>
            <a:ext cx="8776" cy="42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 flipV="1">
            <a:off x="9205009" y="4718379"/>
            <a:ext cx="8776" cy="434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V="1">
            <a:off x="9213785" y="4713990"/>
            <a:ext cx="8776" cy="43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V="1">
            <a:off x="9222561" y="4709555"/>
            <a:ext cx="8776" cy="44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 flipV="1">
            <a:off x="9231337" y="4705073"/>
            <a:ext cx="8776" cy="44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 flipV="1">
            <a:off x="9240113" y="4700546"/>
            <a:ext cx="8776" cy="452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 flipV="1">
            <a:off x="9248889" y="4695973"/>
            <a:ext cx="8776" cy="45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 flipV="1">
            <a:off x="9257665" y="4691354"/>
            <a:ext cx="8776" cy="46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 flipV="1">
            <a:off x="9266441" y="4686689"/>
            <a:ext cx="8776" cy="46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V="1">
            <a:off x="9275217" y="4681979"/>
            <a:ext cx="8776" cy="47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V="1">
            <a:off x="9283993" y="4677224"/>
            <a:ext cx="8776" cy="47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V="1">
            <a:off x="9292769" y="4672424"/>
            <a:ext cx="8776" cy="48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V="1">
            <a:off x="9301545" y="4667579"/>
            <a:ext cx="8776" cy="484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 flipV="1">
            <a:off x="9310321" y="4662690"/>
            <a:ext cx="8776" cy="48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 flipV="1">
            <a:off x="9319097" y="4657755"/>
            <a:ext cx="8776" cy="493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 flipV="1">
            <a:off x="9327873" y="4652777"/>
            <a:ext cx="8776" cy="49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 flipV="1">
            <a:off x="9336649" y="4647754"/>
            <a:ext cx="8776" cy="50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V="1">
            <a:off x="9345425" y="4642687"/>
            <a:ext cx="8776" cy="506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V="1">
            <a:off x="9354201" y="4637576"/>
            <a:ext cx="8776" cy="51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 flipV="1">
            <a:off x="9362977" y="4632422"/>
            <a:ext cx="8776" cy="51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 flipV="1">
            <a:off x="9371753" y="4627224"/>
            <a:ext cx="8776" cy="519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 flipV="1">
            <a:off x="9380529" y="4621982"/>
            <a:ext cx="8776" cy="524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 flipV="1">
            <a:off x="9389305" y="4616698"/>
            <a:ext cx="8776" cy="52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V="1">
            <a:off x="9398081" y="4611370"/>
            <a:ext cx="8776" cy="53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V="1">
            <a:off x="9406857" y="4606000"/>
            <a:ext cx="8776" cy="53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 flipV="1">
            <a:off x="9415633" y="4600587"/>
            <a:ext cx="8776" cy="54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 flipV="1">
            <a:off x="9424409" y="4595131"/>
            <a:ext cx="8776" cy="54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 flipV="1">
            <a:off x="9433185" y="4589634"/>
            <a:ext cx="8776" cy="54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 flipV="1">
            <a:off x="9441961" y="4584094"/>
            <a:ext cx="8776" cy="554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 flipV="1">
            <a:off x="9450737" y="4578512"/>
            <a:ext cx="8776" cy="55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 flipV="1">
            <a:off x="9459513" y="4572889"/>
            <a:ext cx="8776" cy="56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V="1">
            <a:off x="9468289" y="4567223"/>
            <a:ext cx="8776" cy="566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V="1">
            <a:off x="9477065" y="4561517"/>
            <a:ext cx="8776" cy="57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 flipV="1">
            <a:off x="9485841" y="4555770"/>
            <a:ext cx="8776" cy="57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 flipV="1">
            <a:off x="9494617" y="4549981"/>
            <a:ext cx="8776" cy="57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 flipV="1">
            <a:off x="9503393" y="4544152"/>
            <a:ext cx="8776" cy="58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 flipV="1">
            <a:off x="9512169" y="4538282"/>
            <a:ext cx="8776" cy="58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 flipV="1">
            <a:off x="9520945" y="4532372"/>
            <a:ext cx="8776" cy="59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 flipV="1">
            <a:off x="9529721" y="4526422"/>
            <a:ext cx="8775" cy="59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 flipV="1">
            <a:off x="9538496" y="4520431"/>
            <a:ext cx="8776" cy="59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V="1">
            <a:off x="9547272" y="4514401"/>
            <a:ext cx="8776" cy="603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 flipV="1">
            <a:off x="9556048" y="4508331"/>
            <a:ext cx="8776" cy="60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 flipV="1">
            <a:off x="9564824" y="4502222"/>
            <a:ext cx="8776" cy="61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 flipV="1">
            <a:off x="9573600" y="4496074"/>
            <a:ext cx="8776" cy="614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 flipV="1">
            <a:off x="9582376" y="4489887"/>
            <a:ext cx="8776" cy="61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V="1">
            <a:off x="9591152" y="4483661"/>
            <a:ext cx="8776" cy="62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9599928" y="4477397"/>
            <a:ext cx="8776" cy="626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 flipV="1">
            <a:off x="9608704" y="4471094"/>
            <a:ext cx="8776" cy="63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 flipV="1">
            <a:off x="9617480" y="4464753"/>
            <a:ext cx="8776" cy="634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 flipV="1">
            <a:off x="9626256" y="4458375"/>
            <a:ext cx="8776" cy="63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 flipV="1">
            <a:off x="9635032" y="4451958"/>
            <a:ext cx="8776" cy="64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 flipV="1">
            <a:off x="9643808" y="4445504"/>
            <a:ext cx="8776" cy="64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 flipV="1">
            <a:off x="9652584" y="4439013"/>
            <a:ext cx="8776" cy="64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 flipV="1">
            <a:off x="9661360" y="4432485"/>
            <a:ext cx="8776" cy="65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 flipV="1">
            <a:off x="9670136" y="4425920"/>
            <a:ext cx="8776" cy="65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 flipV="1">
            <a:off x="9678912" y="4419318"/>
            <a:ext cx="8776" cy="66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V="1">
            <a:off x="9687688" y="4412680"/>
            <a:ext cx="8776" cy="66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V="1">
            <a:off x="9696464" y="4406006"/>
            <a:ext cx="8776" cy="66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V="1">
            <a:off x="9705240" y="4399296"/>
            <a:ext cx="8776" cy="671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V="1">
            <a:off x="9714016" y="4392551"/>
            <a:ext cx="8776" cy="674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9722792" y="4385769"/>
            <a:ext cx="8776" cy="678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V="1">
            <a:off x="9731568" y="4378953"/>
            <a:ext cx="8776" cy="681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 flipV="1">
            <a:off x="9740344" y="4372102"/>
            <a:ext cx="8776" cy="685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 flipV="1">
            <a:off x="9749120" y="4365215"/>
            <a:ext cx="8776" cy="688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 flipV="1">
            <a:off x="9757896" y="4358295"/>
            <a:ext cx="8776" cy="69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V="1">
            <a:off x="9766672" y="4351340"/>
            <a:ext cx="8776" cy="695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 flipV="1">
            <a:off x="9775448" y="4344350"/>
            <a:ext cx="8776" cy="69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 flipV="1">
            <a:off x="9784224" y="4337327"/>
            <a:ext cx="8776" cy="70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 flipV="1">
            <a:off x="9793000" y="4330271"/>
            <a:ext cx="8776" cy="70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 flipV="1">
            <a:off x="9801776" y="4323181"/>
            <a:ext cx="8776" cy="70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V="1">
            <a:off x="9810552" y="4316058"/>
            <a:ext cx="8776" cy="712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V="1">
            <a:off x="9819328" y="4308902"/>
            <a:ext cx="8776" cy="71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V="1">
            <a:off x="9828104" y="4301713"/>
            <a:ext cx="8776" cy="718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V="1">
            <a:off x="9836880" y="4294492"/>
            <a:ext cx="8776" cy="72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V="1">
            <a:off x="9845656" y="4287238"/>
            <a:ext cx="8776" cy="72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V="1">
            <a:off x="9854432" y="4279953"/>
            <a:ext cx="8776" cy="72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V="1">
            <a:off x="9863208" y="4272636"/>
            <a:ext cx="8776" cy="73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 flipV="1">
            <a:off x="9871984" y="4265288"/>
            <a:ext cx="8776" cy="734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 flipV="1">
            <a:off x="9880760" y="4257909"/>
            <a:ext cx="8776" cy="73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 flipV="1">
            <a:off x="9889536" y="4250498"/>
            <a:ext cx="8776" cy="74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 flipV="1">
            <a:off x="9898312" y="4243057"/>
            <a:ext cx="8776" cy="744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 flipV="1">
            <a:off x="9907088" y="4235585"/>
            <a:ext cx="8776" cy="747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 flipV="1">
            <a:off x="9915864" y="4228083"/>
            <a:ext cx="8776" cy="75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V="1">
            <a:off x="9924640" y="4220552"/>
            <a:ext cx="8776" cy="75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 flipV="1">
            <a:off x="9933416" y="4212990"/>
            <a:ext cx="8776" cy="75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 flipV="1">
            <a:off x="9942192" y="4205399"/>
            <a:ext cx="8776" cy="759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V="1">
            <a:off x="9950968" y="4197779"/>
            <a:ext cx="8776" cy="762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 flipV="1">
            <a:off x="9959744" y="4190130"/>
            <a:ext cx="8776" cy="76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 flipV="1">
            <a:off x="9968520" y="4182453"/>
            <a:ext cx="8776" cy="76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 flipV="1">
            <a:off x="9977296" y="4174747"/>
            <a:ext cx="8776" cy="77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 flipV="1">
            <a:off x="9986072" y="4167013"/>
            <a:ext cx="8776" cy="77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 flipV="1">
            <a:off x="9994848" y="4159251"/>
            <a:ext cx="8776" cy="776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 flipV="1">
            <a:off x="10003624" y="4151461"/>
            <a:ext cx="8776" cy="779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 flipV="1">
            <a:off x="10012400" y="4143644"/>
            <a:ext cx="8776" cy="781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 flipV="1">
            <a:off x="10021176" y="4135800"/>
            <a:ext cx="8775" cy="784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V="1">
            <a:off x="10029951" y="4127929"/>
            <a:ext cx="8776" cy="78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V="1">
            <a:off x="10038727" y="4120031"/>
            <a:ext cx="8776" cy="789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 flipV="1">
            <a:off x="10047503" y="4112107"/>
            <a:ext cx="8776" cy="792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 flipV="1">
            <a:off x="10056279" y="4104157"/>
            <a:ext cx="8776" cy="79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V="1">
            <a:off x="10065055" y="4096182"/>
            <a:ext cx="8776" cy="797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V="1">
            <a:off x="10073831" y="4088180"/>
            <a:ext cx="8776" cy="800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 flipV="1">
            <a:off x="10082607" y="4080154"/>
            <a:ext cx="8776" cy="802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 flipV="1">
            <a:off x="10091383" y="4072103"/>
            <a:ext cx="8776" cy="805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 flipV="1">
            <a:off x="10100159" y="4064026"/>
            <a:ext cx="8776" cy="807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 flipV="1">
            <a:off x="10108935" y="4055926"/>
            <a:ext cx="8776" cy="81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 flipV="1">
            <a:off x="10117711" y="4047801"/>
            <a:ext cx="8776" cy="812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 flipV="1">
            <a:off x="10126487" y="4039653"/>
            <a:ext cx="8776" cy="814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10135263" y="4031481"/>
            <a:ext cx="8776" cy="817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10144039" y="4023285"/>
            <a:ext cx="8776" cy="819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V="1">
            <a:off x="10152815" y="4015066"/>
            <a:ext cx="8776" cy="82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V="1">
            <a:off x="10161591" y="4006825"/>
            <a:ext cx="8776" cy="824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V="1">
            <a:off x="10170367" y="3998561"/>
            <a:ext cx="8776" cy="826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 flipV="1">
            <a:off x="10179143" y="3990275"/>
            <a:ext cx="8776" cy="828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 flipV="1">
            <a:off x="10187919" y="3981967"/>
            <a:ext cx="8776" cy="830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 flipV="1">
            <a:off x="10196695" y="3973638"/>
            <a:ext cx="8776" cy="83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 flipV="1">
            <a:off x="10205471" y="3965287"/>
            <a:ext cx="8776" cy="835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 flipV="1">
            <a:off x="10214247" y="3956914"/>
            <a:ext cx="8776" cy="83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10223023" y="3948521"/>
            <a:ext cx="8776" cy="83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 flipV="1">
            <a:off x="10231799" y="3940108"/>
            <a:ext cx="8776" cy="841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 flipV="1">
            <a:off x="10240575" y="3931674"/>
            <a:ext cx="8776" cy="84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 flipV="1">
            <a:off x="10249351" y="3923220"/>
            <a:ext cx="8776" cy="84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 flipV="1">
            <a:off x="10258127" y="3914747"/>
            <a:ext cx="8776" cy="847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 flipV="1">
            <a:off x="10266903" y="3906254"/>
            <a:ext cx="8776" cy="84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 flipV="1">
            <a:off x="10275679" y="3897742"/>
            <a:ext cx="8776" cy="851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 flipV="1">
            <a:off x="10284455" y="3889211"/>
            <a:ext cx="8776" cy="853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 flipV="1">
            <a:off x="10293231" y="3880662"/>
            <a:ext cx="8776" cy="85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 flipV="1">
            <a:off x="10302007" y="3872094"/>
            <a:ext cx="8776" cy="85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 flipV="1">
            <a:off x="10310783" y="3863509"/>
            <a:ext cx="8776" cy="858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 flipV="1">
            <a:off x="10319559" y="3854906"/>
            <a:ext cx="8776" cy="86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 flipV="1">
            <a:off x="10328335" y="3846285"/>
            <a:ext cx="8776" cy="86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 flipV="1">
            <a:off x="10337111" y="3837647"/>
            <a:ext cx="8776" cy="863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V="1">
            <a:off x="10345887" y="3828993"/>
            <a:ext cx="8776" cy="865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V="1">
            <a:off x="10354663" y="3820322"/>
            <a:ext cx="8776" cy="86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 flipV="1">
            <a:off x="10363439" y="3811634"/>
            <a:ext cx="8776" cy="86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 flipV="1">
            <a:off x="10372215" y="3802931"/>
            <a:ext cx="8776" cy="87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V="1">
            <a:off x="10380991" y="3794212"/>
            <a:ext cx="8776" cy="87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 flipV="1">
            <a:off x="10389767" y="3785478"/>
            <a:ext cx="8776" cy="873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 flipV="1">
            <a:off x="10398543" y="3776729"/>
            <a:ext cx="8776" cy="874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 flipV="1">
            <a:off x="10407319" y="3767964"/>
            <a:ext cx="8776" cy="876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 flipV="1">
            <a:off x="10416095" y="3759186"/>
            <a:ext cx="8776" cy="87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 flipV="1">
            <a:off x="10424871" y="3750393"/>
            <a:ext cx="8776" cy="879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 flipV="1">
            <a:off x="10433647" y="3741587"/>
            <a:ext cx="8776" cy="88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 flipV="1">
            <a:off x="10442423" y="3732766"/>
            <a:ext cx="8776" cy="88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V="1">
            <a:off x="10451199" y="3723933"/>
            <a:ext cx="8776" cy="883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 flipV="1">
            <a:off x="10459975" y="3715086"/>
            <a:ext cx="8776" cy="884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 flipV="1">
            <a:off x="10468751" y="3706227"/>
            <a:ext cx="8776" cy="885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 flipV="1">
            <a:off x="10477527" y="3697356"/>
            <a:ext cx="8776" cy="887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V="1">
            <a:off x="10486303" y="3688472"/>
            <a:ext cx="8776" cy="88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V="1">
            <a:off x="10495079" y="3679577"/>
            <a:ext cx="8776" cy="889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 flipV="1">
            <a:off x="10503855" y="3670670"/>
            <a:ext cx="8776" cy="890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 flipV="1">
            <a:off x="10512631" y="3661751"/>
            <a:ext cx="8776" cy="89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 flipV="1">
            <a:off x="10521407" y="3652822"/>
            <a:ext cx="8775" cy="89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 flipV="1">
            <a:off x="10530182" y="3643883"/>
            <a:ext cx="8776" cy="893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 flipV="1">
            <a:off x="10538958" y="3634933"/>
            <a:ext cx="8776" cy="89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V="1">
            <a:off x="10547734" y="3625973"/>
            <a:ext cx="8776" cy="896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 flipV="1">
            <a:off x="10556510" y="3617003"/>
            <a:ext cx="8776" cy="897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 flipV="1">
            <a:off x="10565286" y="3608024"/>
            <a:ext cx="8776" cy="897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 flipV="1">
            <a:off x="10574062" y="3599036"/>
            <a:ext cx="8776" cy="89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V="1">
            <a:off x="10582838" y="3590039"/>
            <a:ext cx="8776" cy="89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 flipV="1">
            <a:off x="10591614" y="3581034"/>
            <a:ext cx="8776" cy="900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nector 1078"/>
          <p:cNvCxnSpPr/>
          <p:nvPr/>
        </p:nvCxnSpPr>
        <p:spPr>
          <a:xfrm flipV="1">
            <a:off x="10600390" y="3572020"/>
            <a:ext cx="8776" cy="90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Connector 1079"/>
          <p:cNvCxnSpPr/>
          <p:nvPr/>
        </p:nvCxnSpPr>
        <p:spPr>
          <a:xfrm flipV="1">
            <a:off x="10609166" y="3562999"/>
            <a:ext cx="8776" cy="902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 1080"/>
          <p:cNvCxnSpPr/>
          <p:nvPr/>
        </p:nvCxnSpPr>
        <p:spPr>
          <a:xfrm flipV="1">
            <a:off x="10617942" y="3553970"/>
            <a:ext cx="8776" cy="902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 1081"/>
          <p:cNvCxnSpPr/>
          <p:nvPr/>
        </p:nvCxnSpPr>
        <p:spPr>
          <a:xfrm flipV="1">
            <a:off x="10626718" y="3544933"/>
            <a:ext cx="8776" cy="903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 flipV="1">
            <a:off x="10635494" y="3535890"/>
            <a:ext cx="8776" cy="904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 flipV="1">
            <a:off x="10644270" y="3526840"/>
            <a:ext cx="8776" cy="905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 1084"/>
          <p:cNvCxnSpPr/>
          <p:nvPr/>
        </p:nvCxnSpPr>
        <p:spPr>
          <a:xfrm flipV="1">
            <a:off x="10653046" y="3517784"/>
            <a:ext cx="8776" cy="905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 flipV="1">
            <a:off x="10661822" y="3508721"/>
            <a:ext cx="8776" cy="906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 flipV="1">
            <a:off x="10670598" y="3499653"/>
            <a:ext cx="8776" cy="906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 flipV="1">
            <a:off x="10679374" y="3490579"/>
            <a:ext cx="8776" cy="907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 flipV="1">
            <a:off x="10688150" y="3481501"/>
            <a:ext cx="8776" cy="907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 flipV="1">
            <a:off x="10696926" y="3472417"/>
            <a:ext cx="8776" cy="908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 flipV="1">
            <a:off x="10705702" y="3463329"/>
            <a:ext cx="8776" cy="908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 1091"/>
          <p:cNvCxnSpPr/>
          <p:nvPr/>
        </p:nvCxnSpPr>
        <p:spPr>
          <a:xfrm flipV="1">
            <a:off x="10714478" y="3454237"/>
            <a:ext cx="8776" cy="9092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Connector 1092"/>
          <p:cNvCxnSpPr/>
          <p:nvPr/>
        </p:nvCxnSpPr>
        <p:spPr>
          <a:xfrm flipV="1">
            <a:off x="10723254" y="3445140"/>
            <a:ext cx="8776" cy="9097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 flipV="1">
            <a:off x="10732030" y="3436040"/>
            <a:ext cx="8776" cy="9100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 flipV="1">
            <a:off x="10740806" y="3426937"/>
            <a:ext cx="8776" cy="9103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 flipV="1">
            <a:off x="10749582" y="3417831"/>
            <a:ext cx="8776" cy="910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 flipV="1">
            <a:off x="10758358" y="3408722"/>
            <a:ext cx="8776" cy="910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 flipV="1">
            <a:off x="10767134" y="3399611"/>
            <a:ext cx="8776" cy="9111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 flipV="1">
            <a:off x="10775910" y="3390497"/>
            <a:ext cx="8776" cy="9114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Connector 1099"/>
          <p:cNvCxnSpPr/>
          <p:nvPr/>
        </p:nvCxnSpPr>
        <p:spPr>
          <a:xfrm flipV="1">
            <a:off x="10784686" y="3381382"/>
            <a:ext cx="8776" cy="9115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 flipV="1">
            <a:off x="10793462" y="3372266"/>
            <a:ext cx="8776" cy="9116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 flipV="1">
            <a:off x="10802238" y="3363148"/>
            <a:ext cx="8776" cy="911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Connector 1102"/>
          <p:cNvCxnSpPr/>
          <p:nvPr/>
        </p:nvCxnSpPr>
        <p:spPr>
          <a:xfrm flipV="1">
            <a:off x="10811014" y="3354029"/>
            <a:ext cx="8776" cy="9119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cos θ from 0° to 360°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 0° = +1          cos 90° = 0          cos 180° = −1          cos 270° = 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1691640"/>
            <a:ext cx="0" cy="329184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5880" y="3337560"/>
            <a:ext cx="950976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5820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3564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2369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8231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−1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50200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73352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cos 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90°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180°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270°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360°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41729" y="1764878"/>
            <a:ext cx="8776" cy="1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50505" y="1765000"/>
            <a:ext cx="8776" cy="1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59281" y="1765174"/>
            <a:ext cx="8776" cy="2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68057" y="1765402"/>
            <a:ext cx="8776" cy="28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76833" y="1765683"/>
            <a:ext cx="8776" cy="33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85609" y="1766016"/>
            <a:ext cx="8776" cy="3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94385" y="1766402"/>
            <a:ext cx="8776" cy="4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403161" y="1766841"/>
            <a:ext cx="8776" cy="49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11937" y="1767333"/>
            <a:ext cx="8776" cy="5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20713" y="1767878"/>
            <a:ext cx="8776" cy="59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29489" y="1768475"/>
            <a:ext cx="8776" cy="65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38265" y="1769125"/>
            <a:ext cx="8776" cy="7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47041" y="1769828"/>
            <a:ext cx="8776" cy="75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55817" y="1770584"/>
            <a:ext cx="8776" cy="8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64593" y="1771392"/>
            <a:ext cx="8776" cy="8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73369" y="1772253"/>
            <a:ext cx="8776" cy="9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82145" y="1773167"/>
            <a:ext cx="8776" cy="9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90921" y="1774133"/>
            <a:ext cx="8776" cy="10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99697" y="1775152"/>
            <a:ext cx="8776" cy="10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508473" y="1776223"/>
            <a:ext cx="8776" cy="11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517249" y="1777347"/>
            <a:ext cx="8776" cy="11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6025" y="1778523"/>
            <a:ext cx="8776" cy="12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534801" y="1779751"/>
            <a:ext cx="8776" cy="128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543577" y="1781032"/>
            <a:ext cx="8776" cy="13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552353" y="1782366"/>
            <a:ext cx="8776" cy="13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561129" y="1783751"/>
            <a:ext cx="8776" cy="143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569905" y="1785189"/>
            <a:ext cx="8776" cy="149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578681" y="1786679"/>
            <a:ext cx="8776" cy="15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587457" y="1788222"/>
            <a:ext cx="8776" cy="15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596233" y="1789816"/>
            <a:ext cx="8776" cy="164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05009" y="1791462"/>
            <a:ext cx="8776" cy="16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613785" y="1793160"/>
            <a:ext cx="8776" cy="17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622561" y="1794911"/>
            <a:ext cx="8776" cy="18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631337" y="1796713"/>
            <a:ext cx="8775" cy="185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40112" y="1798567"/>
            <a:ext cx="8776" cy="190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648888" y="1800472"/>
            <a:ext cx="8776" cy="19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657664" y="1802430"/>
            <a:ext cx="8776" cy="20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666440" y="1804439"/>
            <a:ext cx="8776" cy="20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675216" y="1806499"/>
            <a:ext cx="8776" cy="211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683992" y="1808611"/>
            <a:ext cx="8776" cy="21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692768" y="1810774"/>
            <a:ext cx="8776" cy="22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701544" y="1812989"/>
            <a:ext cx="8776" cy="22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710320" y="1815255"/>
            <a:ext cx="8776" cy="23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719096" y="1817572"/>
            <a:ext cx="8776" cy="23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727872" y="1819940"/>
            <a:ext cx="8776" cy="24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736648" y="1822360"/>
            <a:ext cx="8776" cy="24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745424" y="1824830"/>
            <a:ext cx="8776" cy="25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754200" y="1827351"/>
            <a:ext cx="8776" cy="257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762976" y="1829923"/>
            <a:ext cx="8776" cy="26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771752" y="1832545"/>
            <a:ext cx="8776" cy="267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780528" y="1835218"/>
            <a:ext cx="8776" cy="27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789304" y="1837942"/>
            <a:ext cx="8776" cy="27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798080" y="1840716"/>
            <a:ext cx="8776" cy="28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806856" y="1843541"/>
            <a:ext cx="8776" cy="28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815632" y="1846415"/>
            <a:ext cx="8776" cy="29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824408" y="1849340"/>
            <a:ext cx="8776" cy="297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833184" y="1852315"/>
            <a:ext cx="8776" cy="30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841960" y="1855339"/>
            <a:ext cx="8776" cy="307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850736" y="1858414"/>
            <a:ext cx="8776" cy="31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859512" y="1861538"/>
            <a:ext cx="8776" cy="31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868288" y="1864712"/>
            <a:ext cx="8776" cy="32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877064" y="1867936"/>
            <a:ext cx="8776" cy="327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885840" y="1871208"/>
            <a:ext cx="8776" cy="33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894616" y="1874531"/>
            <a:ext cx="8776" cy="33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903392" y="1877902"/>
            <a:ext cx="8776" cy="34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912168" y="1881322"/>
            <a:ext cx="8776" cy="34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920944" y="1884792"/>
            <a:ext cx="8776" cy="35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929720" y="1888310"/>
            <a:ext cx="8776" cy="35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938496" y="1891877"/>
            <a:ext cx="8776" cy="36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947272" y="1895492"/>
            <a:ext cx="8776" cy="366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956048" y="1899156"/>
            <a:ext cx="8776" cy="37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964824" y="1902869"/>
            <a:ext cx="8776" cy="37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973600" y="1906629"/>
            <a:ext cx="8776" cy="38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982376" y="1910438"/>
            <a:ext cx="8776" cy="385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991152" y="1914295"/>
            <a:ext cx="8776" cy="39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999928" y="1918199"/>
            <a:ext cx="8776" cy="39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008704" y="1922152"/>
            <a:ext cx="8776" cy="39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017480" y="1926151"/>
            <a:ext cx="8776" cy="40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026256" y="1930199"/>
            <a:ext cx="8776" cy="40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035032" y="1934293"/>
            <a:ext cx="8776" cy="41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043808" y="1938435"/>
            <a:ext cx="8776" cy="418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052584" y="1942624"/>
            <a:ext cx="8776" cy="42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061360" y="1946860"/>
            <a:ext cx="8776" cy="42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070136" y="1951142"/>
            <a:ext cx="8776" cy="43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078912" y="1955471"/>
            <a:ext cx="8776" cy="43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087688" y="1959847"/>
            <a:ext cx="8776" cy="44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096464" y="1964269"/>
            <a:ext cx="8776" cy="44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105240" y="1968737"/>
            <a:ext cx="8776" cy="45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114016" y="1973251"/>
            <a:ext cx="8776" cy="45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122792" y="1977811"/>
            <a:ext cx="8776" cy="46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131568" y="1982417"/>
            <a:ext cx="8775" cy="46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140343" y="1987068"/>
            <a:ext cx="8776" cy="469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149119" y="1991765"/>
            <a:ext cx="8776" cy="47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157895" y="1996507"/>
            <a:ext cx="8776" cy="47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166671" y="2001294"/>
            <a:ext cx="8776" cy="483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175447" y="2006125"/>
            <a:ext cx="8776" cy="48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184223" y="2011002"/>
            <a:ext cx="8776" cy="49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192999" y="2015923"/>
            <a:ext cx="8776" cy="49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201775" y="2020889"/>
            <a:ext cx="8776" cy="501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210551" y="2025899"/>
            <a:ext cx="8776" cy="505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2219327" y="2030953"/>
            <a:ext cx="8776" cy="50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228103" y="2036051"/>
            <a:ext cx="8776" cy="51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236879" y="2041193"/>
            <a:ext cx="8776" cy="51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45655" y="2046378"/>
            <a:ext cx="8776" cy="52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254431" y="2051607"/>
            <a:ext cx="8776" cy="527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263207" y="2056879"/>
            <a:ext cx="8776" cy="53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271983" y="2062194"/>
            <a:ext cx="8776" cy="53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280759" y="2067552"/>
            <a:ext cx="8776" cy="540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289535" y="2072953"/>
            <a:ext cx="8776" cy="54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298311" y="2078396"/>
            <a:ext cx="8776" cy="54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307087" y="2083881"/>
            <a:ext cx="8776" cy="55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315863" y="2089409"/>
            <a:ext cx="8776" cy="55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324639" y="2094979"/>
            <a:ext cx="8776" cy="56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33415" y="2100590"/>
            <a:ext cx="8776" cy="56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342191" y="2106243"/>
            <a:ext cx="8776" cy="56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350967" y="2111937"/>
            <a:ext cx="8776" cy="57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359743" y="2117673"/>
            <a:ext cx="8776" cy="57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368519" y="2123449"/>
            <a:ext cx="8776" cy="58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377295" y="2129267"/>
            <a:ext cx="8776" cy="58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386071" y="2135125"/>
            <a:ext cx="8776" cy="58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394847" y="2141023"/>
            <a:ext cx="8776" cy="59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403623" y="2146962"/>
            <a:ext cx="8776" cy="59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2412399" y="2152941"/>
            <a:ext cx="8776" cy="60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2421175" y="2158959"/>
            <a:ext cx="8776" cy="60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429951" y="2165017"/>
            <a:ext cx="8776" cy="60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2438727" y="2171115"/>
            <a:ext cx="8776" cy="61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447503" y="2177252"/>
            <a:ext cx="8776" cy="61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2456279" y="2183428"/>
            <a:ext cx="8776" cy="62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2465055" y="2189642"/>
            <a:ext cx="8776" cy="62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2473831" y="2195895"/>
            <a:ext cx="8776" cy="629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482607" y="2202187"/>
            <a:ext cx="8776" cy="633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491383" y="2208517"/>
            <a:ext cx="8776" cy="63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500159" y="2214885"/>
            <a:ext cx="8776" cy="640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508935" y="2221290"/>
            <a:ext cx="8776" cy="64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517711" y="2227733"/>
            <a:ext cx="8776" cy="64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2526487" y="2234213"/>
            <a:ext cx="8776" cy="65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2535263" y="2240731"/>
            <a:ext cx="8776" cy="655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2544039" y="2247285"/>
            <a:ext cx="8776" cy="65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2552815" y="2253876"/>
            <a:ext cx="8776" cy="662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2561591" y="2260503"/>
            <a:ext cx="8776" cy="666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2570367" y="2267167"/>
            <a:ext cx="8776" cy="670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2579143" y="2273867"/>
            <a:ext cx="8776" cy="673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2587919" y="2280602"/>
            <a:ext cx="8776" cy="67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2596695" y="2287373"/>
            <a:ext cx="8776" cy="68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2605471" y="2294179"/>
            <a:ext cx="8776" cy="68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2614247" y="2301020"/>
            <a:ext cx="8776" cy="68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2623023" y="2307896"/>
            <a:ext cx="8775" cy="69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2631798" y="2314807"/>
            <a:ext cx="8776" cy="69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2640574" y="2321752"/>
            <a:ext cx="8776" cy="69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2649350" y="2328731"/>
            <a:ext cx="8776" cy="70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2658126" y="2335745"/>
            <a:ext cx="8776" cy="704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2666902" y="2342792"/>
            <a:ext cx="8776" cy="70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2675678" y="2349872"/>
            <a:ext cx="8776" cy="71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2684454" y="2356985"/>
            <a:ext cx="8776" cy="714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2693230" y="2364132"/>
            <a:ext cx="8776" cy="71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2702006" y="2371311"/>
            <a:ext cx="8776" cy="721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2710782" y="2378523"/>
            <a:ext cx="8776" cy="72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2719558" y="2385767"/>
            <a:ext cx="8776" cy="72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2728334" y="2393043"/>
            <a:ext cx="8776" cy="730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2737110" y="2400350"/>
            <a:ext cx="8776" cy="734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2745886" y="2407690"/>
            <a:ext cx="8776" cy="73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2754662" y="2415060"/>
            <a:ext cx="8776" cy="74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763438" y="2422462"/>
            <a:ext cx="8776" cy="74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2772214" y="2429894"/>
            <a:ext cx="8776" cy="74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2780990" y="2437357"/>
            <a:ext cx="8776" cy="749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2789766" y="2444850"/>
            <a:ext cx="8776" cy="75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798542" y="2452373"/>
            <a:ext cx="8776" cy="75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2807318" y="2459926"/>
            <a:ext cx="8776" cy="75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2816094" y="2467508"/>
            <a:ext cx="8776" cy="76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2824870" y="2475119"/>
            <a:ext cx="8776" cy="76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2833646" y="2482760"/>
            <a:ext cx="8776" cy="76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2842422" y="2490429"/>
            <a:ext cx="8776" cy="76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2851198" y="2498127"/>
            <a:ext cx="8776" cy="772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2859974" y="2505853"/>
            <a:ext cx="8776" cy="775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2868750" y="2513607"/>
            <a:ext cx="8776" cy="77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2877526" y="2521389"/>
            <a:ext cx="8776" cy="78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2886302" y="2529198"/>
            <a:ext cx="8776" cy="78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2895078" y="2537034"/>
            <a:ext cx="8776" cy="78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2903854" y="2544897"/>
            <a:ext cx="8776" cy="789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2912630" y="2552787"/>
            <a:ext cx="8776" cy="79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2921406" y="2560704"/>
            <a:ext cx="8776" cy="79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2930182" y="2568646"/>
            <a:ext cx="8776" cy="79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2938958" y="2576614"/>
            <a:ext cx="8776" cy="79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2947734" y="2584608"/>
            <a:ext cx="8776" cy="80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2956510" y="2592627"/>
            <a:ext cx="8776" cy="80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2965286" y="2600671"/>
            <a:ext cx="8776" cy="80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2974062" y="2608740"/>
            <a:ext cx="8776" cy="80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2982838" y="2616834"/>
            <a:ext cx="8776" cy="81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2991614" y="2624951"/>
            <a:ext cx="8776" cy="81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3000390" y="2633093"/>
            <a:ext cx="8776" cy="816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009166" y="2641258"/>
            <a:ext cx="8776" cy="818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3017942" y="2649447"/>
            <a:ext cx="8776" cy="821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026718" y="2657659"/>
            <a:ext cx="8776" cy="823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3035494" y="2665894"/>
            <a:ext cx="8776" cy="825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3044270" y="2674151"/>
            <a:ext cx="8776" cy="82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3053046" y="2682430"/>
            <a:ext cx="8776" cy="83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3061822" y="2690732"/>
            <a:ext cx="8776" cy="83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3070598" y="2699055"/>
            <a:ext cx="8776" cy="83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3079374" y="2707400"/>
            <a:ext cx="8776" cy="83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3088150" y="2715766"/>
            <a:ext cx="8776" cy="83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3096926" y="2724153"/>
            <a:ext cx="8776" cy="84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3105702" y="2732561"/>
            <a:ext cx="8776" cy="84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3114478" y="2740989"/>
            <a:ext cx="8775" cy="84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3123253" y="2749437"/>
            <a:ext cx="8776" cy="84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3132029" y="2757904"/>
            <a:ext cx="8776" cy="848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3140805" y="2766392"/>
            <a:ext cx="8776" cy="85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3149581" y="2774898"/>
            <a:ext cx="8776" cy="85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3158357" y="2783423"/>
            <a:ext cx="8776" cy="85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3167133" y="2791967"/>
            <a:ext cx="8776" cy="85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3175909" y="2800530"/>
            <a:ext cx="8776" cy="85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3184685" y="2809110"/>
            <a:ext cx="8776" cy="85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3193461" y="2817708"/>
            <a:ext cx="8776" cy="86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3202237" y="2826324"/>
            <a:ext cx="8776" cy="863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3211013" y="2834957"/>
            <a:ext cx="8776" cy="864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3219789" y="2843606"/>
            <a:ext cx="8776" cy="86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3228565" y="2852273"/>
            <a:ext cx="8776" cy="86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3237341" y="2860955"/>
            <a:ext cx="8776" cy="86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3246117" y="2869654"/>
            <a:ext cx="8776" cy="87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3254893" y="2878368"/>
            <a:ext cx="8776" cy="873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3263669" y="2887098"/>
            <a:ext cx="8776" cy="87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3272445" y="2895843"/>
            <a:ext cx="8776" cy="87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3281221" y="2904603"/>
            <a:ext cx="8776" cy="87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3289997" y="2913377"/>
            <a:ext cx="8776" cy="878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3298773" y="2922166"/>
            <a:ext cx="8776" cy="88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3307549" y="2930969"/>
            <a:ext cx="8776" cy="88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3316325" y="2939785"/>
            <a:ext cx="8776" cy="88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3325101" y="2948614"/>
            <a:ext cx="8776" cy="88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3333877" y="2957457"/>
            <a:ext cx="8776" cy="885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3342653" y="2966313"/>
            <a:ext cx="8776" cy="88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3351429" y="2975181"/>
            <a:ext cx="8776" cy="88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3360205" y="2984061"/>
            <a:ext cx="8776" cy="889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3368981" y="2992953"/>
            <a:ext cx="8776" cy="89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3377757" y="3001857"/>
            <a:ext cx="8776" cy="89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3386533" y="3010771"/>
            <a:ext cx="8776" cy="892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3395309" y="3019697"/>
            <a:ext cx="8776" cy="89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3404085" y="3028634"/>
            <a:ext cx="8776" cy="894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3412861" y="3037581"/>
            <a:ext cx="8776" cy="895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3421637" y="3046538"/>
            <a:ext cx="8776" cy="89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3430413" y="3055505"/>
            <a:ext cx="8776" cy="89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3439189" y="3064481"/>
            <a:ext cx="8776" cy="89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3447965" y="3073467"/>
            <a:ext cx="8776" cy="89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3456741" y="3082461"/>
            <a:ext cx="8776" cy="90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3465517" y="3091464"/>
            <a:ext cx="8776" cy="90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3474293" y="3100475"/>
            <a:ext cx="8776" cy="90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3483069" y="3109495"/>
            <a:ext cx="8776" cy="902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3491845" y="3118521"/>
            <a:ext cx="8776" cy="903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3500621" y="3127556"/>
            <a:ext cx="8776" cy="90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3509397" y="3136597"/>
            <a:ext cx="8776" cy="90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3518173" y="3145645"/>
            <a:ext cx="8776" cy="905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3526949" y="3154700"/>
            <a:ext cx="8776" cy="90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3535725" y="3163760"/>
            <a:ext cx="8776" cy="90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3544501" y="3172827"/>
            <a:ext cx="8776" cy="907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3553277" y="3181899"/>
            <a:ext cx="8776" cy="90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3562053" y="3190976"/>
            <a:ext cx="8776" cy="90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3570829" y="3200058"/>
            <a:ext cx="8776" cy="90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3579605" y="3209145"/>
            <a:ext cx="8776" cy="90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3588381" y="3218236"/>
            <a:ext cx="8776" cy="909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3597157" y="3227332"/>
            <a:ext cx="8776" cy="90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3605933" y="3236430"/>
            <a:ext cx="8775" cy="91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3614708" y="3245533"/>
            <a:ext cx="8776" cy="910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3623484" y="3254638"/>
            <a:ext cx="8776" cy="91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3632260" y="3263746"/>
            <a:ext cx="8776" cy="91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3641036" y="3272857"/>
            <a:ext cx="8776" cy="91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3649812" y="3281970"/>
            <a:ext cx="8776" cy="91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3658588" y="3291084"/>
            <a:ext cx="8776" cy="91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3667364" y="3300201"/>
            <a:ext cx="8776" cy="91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3676140" y="3309318"/>
            <a:ext cx="8776" cy="91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3684916" y="3318436"/>
            <a:ext cx="8776" cy="91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3693692" y="3327556"/>
            <a:ext cx="8776" cy="91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3702468" y="3336675"/>
            <a:ext cx="8776" cy="91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3711244" y="3345794"/>
            <a:ext cx="8776" cy="91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3720020" y="3354914"/>
            <a:ext cx="8776" cy="91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3728796" y="3364032"/>
            <a:ext cx="8776" cy="91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3737572" y="3373150"/>
            <a:ext cx="8776" cy="91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3746348" y="3382266"/>
            <a:ext cx="8776" cy="91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3755124" y="3391381"/>
            <a:ext cx="8776" cy="91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3763900" y="3400495"/>
            <a:ext cx="8776" cy="91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3772676" y="3409606"/>
            <a:ext cx="8776" cy="91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3781452" y="3418714"/>
            <a:ext cx="8776" cy="91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3790228" y="3427820"/>
            <a:ext cx="8776" cy="91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3799004" y="3436923"/>
            <a:ext cx="8776" cy="910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3807780" y="3446023"/>
            <a:ext cx="8776" cy="909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816556" y="3455119"/>
            <a:ext cx="8776" cy="909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3825332" y="3464211"/>
            <a:ext cx="8776" cy="90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3834108" y="3473298"/>
            <a:ext cx="8776" cy="90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3842884" y="3482381"/>
            <a:ext cx="8776" cy="90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3851660" y="3491460"/>
            <a:ext cx="8776" cy="907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3860436" y="3500533"/>
            <a:ext cx="8776" cy="90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3869212" y="3509600"/>
            <a:ext cx="8776" cy="906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3877988" y="3518662"/>
            <a:ext cx="8776" cy="905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3886764" y="3527718"/>
            <a:ext cx="8776" cy="904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3895540" y="3536767"/>
            <a:ext cx="8776" cy="90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3904316" y="3545810"/>
            <a:ext cx="8776" cy="90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3913092" y="3554846"/>
            <a:ext cx="8776" cy="90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3921868" y="3563874"/>
            <a:ext cx="8776" cy="90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3930644" y="3572895"/>
            <a:ext cx="8776" cy="90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3939420" y="3581908"/>
            <a:ext cx="8776" cy="90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3948196" y="3590912"/>
            <a:ext cx="8776" cy="899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3956972" y="3599908"/>
            <a:ext cx="8776" cy="89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3965748" y="3608895"/>
            <a:ext cx="8776" cy="89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3974524" y="3617874"/>
            <a:ext cx="8776" cy="89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3983300" y="3626842"/>
            <a:ext cx="8776" cy="895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3992076" y="3635801"/>
            <a:ext cx="8776" cy="894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4000852" y="3644750"/>
            <a:ext cx="8776" cy="89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4009628" y="3653689"/>
            <a:ext cx="8776" cy="89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4018404" y="3662617"/>
            <a:ext cx="8776" cy="89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4027180" y="3671534"/>
            <a:ext cx="8776" cy="89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4035956" y="3680440"/>
            <a:ext cx="8776" cy="88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4044732" y="3689334"/>
            <a:ext cx="8776" cy="88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4053508" y="3698217"/>
            <a:ext cx="8776" cy="88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4062284" y="3707087"/>
            <a:ext cx="8776" cy="88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4071060" y="3715945"/>
            <a:ext cx="8776" cy="88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4079836" y="3724790"/>
            <a:ext cx="8776" cy="88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4088612" y="3733622"/>
            <a:ext cx="8776" cy="88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4097388" y="3742441"/>
            <a:ext cx="8776" cy="88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4106164" y="3751247"/>
            <a:ext cx="8775" cy="87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4114939" y="3760038"/>
            <a:ext cx="8776" cy="87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4123715" y="3768815"/>
            <a:ext cx="8776" cy="87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4132491" y="3777578"/>
            <a:ext cx="8776" cy="87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4141267" y="3786326"/>
            <a:ext cx="8776" cy="87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4150043" y="3795058"/>
            <a:ext cx="8776" cy="87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4158819" y="3803776"/>
            <a:ext cx="8776" cy="87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4167595" y="3812478"/>
            <a:ext cx="8776" cy="86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4176371" y="3821163"/>
            <a:ext cx="8776" cy="86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4185147" y="3829833"/>
            <a:ext cx="8776" cy="86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193923" y="3838486"/>
            <a:ext cx="8776" cy="86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202699" y="3847122"/>
            <a:ext cx="8776" cy="86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4211475" y="3855741"/>
            <a:ext cx="8776" cy="860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220251" y="3864342"/>
            <a:ext cx="8776" cy="85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4229027" y="3872926"/>
            <a:ext cx="8776" cy="85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4237803" y="3881492"/>
            <a:ext cx="8776" cy="85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4246579" y="3890040"/>
            <a:ext cx="8776" cy="85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4255355" y="3898569"/>
            <a:ext cx="8776" cy="851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4264131" y="3907079"/>
            <a:ext cx="8776" cy="84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4272907" y="3915570"/>
            <a:ext cx="8776" cy="84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4281683" y="3924041"/>
            <a:ext cx="8776" cy="845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4290459" y="3932493"/>
            <a:ext cx="8776" cy="84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4299235" y="3940925"/>
            <a:ext cx="8776" cy="84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4308011" y="3949336"/>
            <a:ext cx="8776" cy="83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4316787" y="3957727"/>
            <a:ext cx="8776" cy="83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4325563" y="3966097"/>
            <a:ext cx="8776" cy="834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4334339" y="3974446"/>
            <a:ext cx="8776" cy="83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4343115" y="3982774"/>
            <a:ext cx="8776" cy="83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4351891" y="3991080"/>
            <a:ext cx="8776" cy="82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4360667" y="3999364"/>
            <a:ext cx="8776" cy="82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369443" y="4007625"/>
            <a:ext cx="8776" cy="824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4378219" y="4015865"/>
            <a:ext cx="8776" cy="82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4386995" y="4024081"/>
            <a:ext cx="8776" cy="819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4395771" y="4032274"/>
            <a:ext cx="8776" cy="81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4404547" y="4040444"/>
            <a:ext cx="8776" cy="814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4413323" y="4048590"/>
            <a:ext cx="8776" cy="81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4422099" y="4056713"/>
            <a:ext cx="8776" cy="80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4430875" y="4064811"/>
            <a:ext cx="8776" cy="80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4439651" y="4072885"/>
            <a:ext cx="8776" cy="80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4448427" y="4080933"/>
            <a:ext cx="8776" cy="80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4457203" y="4088957"/>
            <a:ext cx="8776" cy="79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4465979" y="4096956"/>
            <a:ext cx="8776" cy="797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4474755" y="4104929"/>
            <a:ext cx="8776" cy="79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4483531" y="4112877"/>
            <a:ext cx="8776" cy="79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4492307" y="4120798"/>
            <a:ext cx="8776" cy="789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4501083" y="4128693"/>
            <a:ext cx="8776" cy="78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4509859" y="4136562"/>
            <a:ext cx="8776" cy="78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4518635" y="4144403"/>
            <a:ext cx="8776" cy="78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4527411" y="4152218"/>
            <a:ext cx="8776" cy="77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4536187" y="4160005"/>
            <a:ext cx="8776" cy="775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4544963" y="4167764"/>
            <a:ext cx="8776" cy="773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4553739" y="4175495"/>
            <a:ext cx="8776" cy="77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4562515" y="4183199"/>
            <a:ext cx="8776" cy="767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4571291" y="4190874"/>
            <a:ext cx="8776" cy="764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4580067" y="4198520"/>
            <a:ext cx="8776" cy="76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4588843" y="4206137"/>
            <a:ext cx="8776" cy="758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4597619" y="4213725"/>
            <a:ext cx="8775" cy="755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4606394" y="4221284"/>
            <a:ext cx="8776" cy="75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4615170" y="4228812"/>
            <a:ext cx="8776" cy="74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4623946" y="4236311"/>
            <a:ext cx="8776" cy="74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4632722" y="4243780"/>
            <a:ext cx="8776" cy="743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4641498" y="4251218"/>
            <a:ext cx="8776" cy="74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4650274" y="4258626"/>
            <a:ext cx="8776" cy="73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4659050" y="4266002"/>
            <a:ext cx="8776" cy="73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4667826" y="4273347"/>
            <a:ext cx="8776" cy="73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4676602" y="4280661"/>
            <a:ext cx="8776" cy="72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4685378" y="4287943"/>
            <a:ext cx="8776" cy="72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4694154" y="4295194"/>
            <a:ext cx="8776" cy="72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4702930" y="4302412"/>
            <a:ext cx="8776" cy="71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4711706" y="4309597"/>
            <a:ext cx="8776" cy="71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4720482" y="4316750"/>
            <a:ext cx="8776" cy="71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4729258" y="4323870"/>
            <a:ext cx="8776" cy="70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4738034" y="4330957"/>
            <a:ext cx="8776" cy="70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4746810" y="4338010"/>
            <a:ext cx="8776" cy="70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4755586" y="4345030"/>
            <a:ext cx="8776" cy="69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4764362" y="4352016"/>
            <a:ext cx="8776" cy="69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4773138" y="4358967"/>
            <a:ext cx="8776" cy="69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4781914" y="4365885"/>
            <a:ext cx="8776" cy="68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4790690" y="4372768"/>
            <a:ext cx="8776" cy="68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4799466" y="4379616"/>
            <a:ext cx="8776" cy="68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4808242" y="4386429"/>
            <a:ext cx="8776" cy="67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4817018" y="4393206"/>
            <a:ext cx="8776" cy="67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4825794" y="4399949"/>
            <a:ext cx="8776" cy="67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4834570" y="4406655"/>
            <a:ext cx="8776" cy="66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4843346" y="4413326"/>
            <a:ext cx="8776" cy="66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4852122" y="4419960"/>
            <a:ext cx="8776" cy="65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4860898" y="4426558"/>
            <a:ext cx="8776" cy="656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4869674" y="4433120"/>
            <a:ext cx="8776" cy="65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4878450" y="4439644"/>
            <a:ext cx="8776" cy="648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4887226" y="4446132"/>
            <a:ext cx="8776" cy="645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4896002" y="4452582"/>
            <a:ext cx="8776" cy="64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4904778" y="4458995"/>
            <a:ext cx="8776" cy="637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4913554" y="4465370"/>
            <a:ext cx="8776" cy="63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4922330" y="4471707"/>
            <a:ext cx="8776" cy="62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4931106" y="4478006"/>
            <a:ext cx="8776" cy="62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4939882" y="4484267"/>
            <a:ext cx="8776" cy="62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4948658" y="4490489"/>
            <a:ext cx="8776" cy="61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957434" y="4496672"/>
            <a:ext cx="8776" cy="61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966210" y="4502817"/>
            <a:ext cx="8776" cy="610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974986" y="4508922"/>
            <a:ext cx="8776" cy="60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4983762" y="4514988"/>
            <a:ext cx="8776" cy="602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4992538" y="4521014"/>
            <a:ext cx="8776" cy="59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5001314" y="4527000"/>
            <a:ext cx="8776" cy="594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5010090" y="4532947"/>
            <a:ext cx="8776" cy="59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5018866" y="4538853"/>
            <a:ext cx="8776" cy="58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5027642" y="4544719"/>
            <a:ext cx="8776" cy="58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5036418" y="4550544"/>
            <a:ext cx="8776" cy="57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5045194" y="4556329"/>
            <a:ext cx="8776" cy="57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5053970" y="4562072"/>
            <a:ext cx="8776" cy="57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5062746" y="4567775"/>
            <a:ext cx="8776" cy="56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5071522" y="4573436"/>
            <a:ext cx="8776" cy="56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5080298" y="4579055"/>
            <a:ext cx="8776" cy="557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5089074" y="4584633"/>
            <a:ext cx="8775" cy="55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5097849" y="4590169"/>
            <a:ext cx="8776" cy="549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5106625" y="4595662"/>
            <a:ext cx="8776" cy="545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5115401" y="4601114"/>
            <a:ext cx="8776" cy="54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5124177" y="4606523"/>
            <a:ext cx="8776" cy="53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5132953" y="4611889"/>
            <a:ext cx="8776" cy="53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5141729" y="4617212"/>
            <a:ext cx="8776" cy="528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5150505" y="4622493"/>
            <a:ext cx="8776" cy="52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5159281" y="4627730"/>
            <a:ext cx="8776" cy="51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5168057" y="4632924"/>
            <a:ext cx="8776" cy="515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5176833" y="4638074"/>
            <a:ext cx="8776" cy="51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5185609" y="4643180"/>
            <a:ext cx="8776" cy="50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194385" y="4648243"/>
            <a:ext cx="8776" cy="50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5203161" y="4653262"/>
            <a:ext cx="8776" cy="49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5211937" y="4658236"/>
            <a:ext cx="8776" cy="493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5220713" y="4663166"/>
            <a:ext cx="8776" cy="48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229489" y="4668051"/>
            <a:ext cx="8776" cy="48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5238265" y="4672892"/>
            <a:ext cx="8776" cy="479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5247041" y="4677687"/>
            <a:ext cx="8776" cy="47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5255817" y="4682438"/>
            <a:ext cx="8776" cy="47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5264593" y="4687144"/>
            <a:ext cx="8776" cy="46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5273369" y="4691804"/>
            <a:ext cx="8776" cy="46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5282145" y="4696418"/>
            <a:ext cx="8776" cy="45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5290921" y="4700987"/>
            <a:ext cx="8776" cy="45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5299697" y="4705510"/>
            <a:ext cx="8776" cy="44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5308473" y="4709987"/>
            <a:ext cx="8776" cy="443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5317249" y="4714418"/>
            <a:ext cx="8776" cy="43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5326025" y="4718802"/>
            <a:ext cx="8776" cy="43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5334801" y="4723141"/>
            <a:ext cx="8776" cy="42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5343577" y="4727432"/>
            <a:ext cx="8776" cy="42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5352353" y="4731677"/>
            <a:ext cx="8776" cy="41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5361129" y="4735875"/>
            <a:ext cx="8776" cy="41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5369905" y="4740026"/>
            <a:ext cx="8776" cy="41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5378681" y="4744130"/>
            <a:ext cx="8776" cy="405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5387457" y="4748186"/>
            <a:ext cx="8776" cy="40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5396233" y="4752195"/>
            <a:ext cx="8776" cy="396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405009" y="4756157"/>
            <a:ext cx="8776" cy="39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413785" y="4760071"/>
            <a:ext cx="8776" cy="38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5422561" y="4763937"/>
            <a:ext cx="8776" cy="38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5431337" y="4767755"/>
            <a:ext cx="8776" cy="37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5440113" y="4771525"/>
            <a:ext cx="8776" cy="37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5448889" y="4775246"/>
            <a:ext cx="8776" cy="36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457665" y="4778920"/>
            <a:ext cx="8776" cy="36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5466441" y="4782545"/>
            <a:ext cx="8776" cy="35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5475217" y="4786121"/>
            <a:ext cx="8776" cy="35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5483993" y="4789649"/>
            <a:ext cx="8776" cy="34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5492769" y="4793128"/>
            <a:ext cx="8776" cy="34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501545" y="4796557"/>
            <a:ext cx="8776" cy="338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510321" y="4799938"/>
            <a:ext cx="8776" cy="33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5519097" y="4803270"/>
            <a:ext cx="8776" cy="32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5527873" y="4806552"/>
            <a:ext cx="8776" cy="323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5536649" y="4809785"/>
            <a:ext cx="8776" cy="31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5545425" y="4812969"/>
            <a:ext cx="8776" cy="31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554201" y="4816103"/>
            <a:ext cx="8776" cy="30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562977" y="4819187"/>
            <a:ext cx="8776" cy="30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5571753" y="4822221"/>
            <a:ext cx="8776" cy="29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5580529" y="4825206"/>
            <a:ext cx="8775" cy="29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5589304" y="4828140"/>
            <a:ext cx="8776" cy="28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5598080" y="4831025"/>
            <a:ext cx="8776" cy="28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5606856" y="4833859"/>
            <a:ext cx="8776" cy="27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5615632" y="4836643"/>
            <a:ext cx="8776" cy="273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5624408" y="4839376"/>
            <a:ext cx="8776" cy="26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5633184" y="4842059"/>
            <a:ext cx="8776" cy="26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5641960" y="4844691"/>
            <a:ext cx="8776" cy="25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650736" y="4847273"/>
            <a:ext cx="8776" cy="253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5659512" y="4849804"/>
            <a:ext cx="8776" cy="24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5668288" y="4852284"/>
            <a:ext cx="8776" cy="24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5677064" y="4854713"/>
            <a:ext cx="8776" cy="237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5685840" y="4857091"/>
            <a:ext cx="8776" cy="232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5694616" y="4859418"/>
            <a:ext cx="8776" cy="22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5703392" y="4861694"/>
            <a:ext cx="8776" cy="22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5712168" y="4863919"/>
            <a:ext cx="8776" cy="217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5720944" y="4866092"/>
            <a:ext cx="8776" cy="21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5729720" y="4868214"/>
            <a:ext cx="8776" cy="20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5738496" y="4870285"/>
            <a:ext cx="8776" cy="20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5747272" y="4872304"/>
            <a:ext cx="8776" cy="19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5756048" y="4874271"/>
            <a:ext cx="8776" cy="19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5764824" y="4876187"/>
            <a:ext cx="8776" cy="186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5773600" y="4878051"/>
            <a:ext cx="8776" cy="181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5782376" y="4879863"/>
            <a:ext cx="8776" cy="17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5791152" y="4881623"/>
            <a:ext cx="8776" cy="17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5799928" y="4883331"/>
            <a:ext cx="8776" cy="165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5808704" y="4884988"/>
            <a:ext cx="8776" cy="16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5817480" y="4886592"/>
            <a:ext cx="8776" cy="15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5826256" y="4888145"/>
            <a:ext cx="8776" cy="150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5835032" y="4889645"/>
            <a:ext cx="8776" cy="14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5843808" y="4891093"/>
            <a:ext cx="8776" cy="139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852584" y="4892488"/>
            <a:ext cx="8776" cy="13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5861360" y="4893832"/>
            <a:ext cx="8776" cy="12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5870136" y="4895123"/>
            <a:ext cx="8776" cy="12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5878912" y="4896362"/>
            <a:ext cx="8776" cy="11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5887688" y="4897548"/>
            <a:ext cx="8776" cy="11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5896464" y="4898682"/>
            <a:ext cx="8776" cy="10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5905240" y="4899764"/>
            <a:ext cx="8776" cy="10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5914016" y="4900793"/>
            <a:ext cx="8776" cy="9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5922792" y="4901769"/>
            <a:ext cx="8776" cy="9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5931568" y="4902693"/>
            <a:ext cx="8776" cy="8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5940344" y="4903564"/>
            <a:ext cx="8776" cy="8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5949120" y="4904382"/>
            <a:ext cx="8776" cy="7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5957896" y="4905148"/>
            <a:ext cx="8776" cy="7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5966672" y="4905861"/>
            <a:ext cx="8776" cy="6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5975448" y="4906522"/>
            <a:ext cx="8776" cy="60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5984224" y="4907129"/>
            <a:ext cx="8776" cy="55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5993000" y="4907684"/>
            <a:ext cx="8776" cy="5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6001776" y="4908186"/>
            <a:ext cx="8776" cy="45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6010552" y="4908636"/>
            <a:ext cx="8776" cy="39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6019328" y="4909032"/>
            <a:ext cx="8776" cy="3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6028104" y="4909376"/>
            <a:ext cx="8776" cy="2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6036880" y="4909667"/>
            <a:ext cx="8776" cy="2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6045656" y="4909904"/>
            <a:ext cx="8776" cy="1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6054432" y="4910090"/>
            <a:ext cx="8776" cy="1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6063208" y="4910222"/>
            <a:ext cx="8776" cy="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6071984" y="4910301"/>
            <a:ext cx="8776" cy="2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6080760" y="4910301"/>
            <a:ext cx="8775" cy="2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6089535" y="4910222"/>
            <a:ext cx="8776" cy="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6098311" y="4910090"/>
            <a:ext cx="8776" cy="1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6107087" y="4909904"/>
            <a:ext cx="8776" cy="1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6115863" y="4909667"/>
            <a:ext cx="8776" cy="2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6124639" y="4909376"/>
            <a:ext cx="8776" cy="2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133415" y="4909032"/>
            <a:ext cx="8776" cy="3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6142191" y="4908636"/>
            <a:ext cx="8776" cy="39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6150967" y="4908186"/>
            <a:ext cx="8776" cy="45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6159743" y="4907684"/>
            <a:ext cx="8776" cy="5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6168519" y="4907129"/>
            <a:ext cx="8776" cy="55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6177295" y="4906522"/>
            <a:ext cx="8776" cy="60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6186071" y="4905861"/>
            <a:ext cx="8776" cy="6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6194847" y="4905148"/>
            <a:ext cx="8776" cy="7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6203623" y="4904382"/>
            <a:ext cx="8776" cy="7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6212399" y="4903564"/>
            <a:ext cx="8776" cy="8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6221175" y="4902693"/>
            <a:ext cx="8776" cy="8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6229951" y="4901769"/>
            <a:ext cx="8776" cy="9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6238727" y="4900793"/>
            <a:ext cx="8776" cy="9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6247503" y="4899764"/>
            <a:ext cx="8776" cy="10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6256279" y="4898682"/>
            <a:ext cx="8776" cy="10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6265055" y="4897548"/>
            <a:ext cx="8776" cy="11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6273831" y="4896362"/>
            <a:ext cx="8776" cy="11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6282607" y="4895123"/>
            <a:ext cx="8776" cy="12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6291383" y="4893832"/>
            <a:ext cx="8776" cy="12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6300159" y="4892488"/>
            <a:ext cx="8776" cy="13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6308935" y="4891093"/>
            <a:ext cx="8776" cy="139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6317711" y="4889645"/>
            <a:ext cx="8776" cy="14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6326487" y="4888145"/>
            <a:ext cx="8776" cy="150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6335263" y="4886592"/>
            <a:ext cx="8776" cy="15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6344039" y="4884988"/>
            <a:ext cx="8776" cy="16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6352815" y="4883331"/>
            <a:ext cx="8776" cy="165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6361591" y="4881623"/>
            <a:ext cx="8776" cy="17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6370367" y="4879863"/>
            <a:ext cx="8776" cy="17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6379143" y="4878051"/>
            <a:ext cx="8776" cy="181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6387919" y="4876187"/>
            <a:ext cx="8776" cy="186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6396695" y="4874271"/>
            <a:ext cx="8776" cy="19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6405471" y="4872304"/>
            <a:ext cx="8776" cy="19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6414247" y="4870285"/>
            <a:ext cx="8776" cy="20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6423023" y="4868214"/>
            <a:ext cx="8776" cy="20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6431799" y="4866092"/>
            <a:ext cx="8776" cy="21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6440575" y="4863919"/>
            <a:ext cx="8776" cy="217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6449351" y="4861694"/>
            <a:ext cx="8776" cy="22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6458127" y="4859418"/>
            <a:ext cx="8776" cy="22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6466903" y="4857091"/>
            <a:ext cx="8776" cy="232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475679" y="4854713"/>
            <a:ext cx="8776" cy="237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6484455" y="4852284"/>
            <a:ext cx="8776" cy="24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6493231" y="4849804"/>
            <a:ext cx="8776" cy="24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6502007" y="4847273"/>
            <a:ext cx="8776" cy="253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6510783" y="4844691"/>
            <a:ext cx="8776" cy="25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6519559" y="4842059"/>
            <a:ext cx="8776" cy="26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6528335" y="4839376"/>
            <a:ext cx="8776" cy="26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6537111" y="4836643"/>
            <a:ext cx="8776" cy="273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545887" y="4833859"/>
            <a:ext cx="8776" cy="27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6554663" y="4831025"/>
            <a:ext cx="8776" cy="28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6563439" y="4828140"/>
            <a:ext cx="8776" cy="28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6572215" y="4825206"/>
            <a:ext cx="8775" cy="29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6580990" y="4822221"/>
            <a:ext cx="8776" cy="29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6589766" y="4819187"/>
            <a:ext cx="8776" cy="30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6598542" y="4816103"/>
            <a:ext cx="8776" cy="30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6607318" y="4812969"/>
            <a:ext cx="8776" cy="31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6616094" y="4809785"/>
            <a:ext cx="8776" cy="31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6624870" y="4806552"/>
            <a:ext cx="8776" cy="323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V="1">
            <a:off x="6633646" y="4803270"/>
            <a:ext cx="8776" cy="32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6642422" y="4799938"/>
            <a:ext cx="8776" cy="33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6651198" y="4796557"/>
            <a:ext cx="8776" cy="338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6659974" y="4793128"/>
            <a:ext cx="8776" cy="34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6668750" y="4789649"/>
            <a:ext cx="8776" cy="34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6677526" y="4786121"/>
            <a:ext cx="8776" cy="35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6686302" y="4782545"/>
            <a:ext cx="8776" cy="35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6695078" y="4778920"/>
            <a:ext cx="8776" cy="36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6703854" y="4775246"/>
            <a:ext cx="8776" cy="36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6712630" y="4771525"/>
            <a:ext cx="8776" cy="37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6721406" y="4767755"/>
            <a:ext cx="8776" cy="37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6730182" y="4763937"/>
            <a:ext cx="8776" cy="38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6738958" y="4760071"/>
            <a:ext cx="8776" cy="38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747734" y="4756157"/>
            <a:ext cx="8776" cy="39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6756510" y="4752195"/>
            <a:ext cx="8776" cy="396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6765286" y="4748186"/>
            <a:ext cx="8776" cy="40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6774062" y="4744130"/>
            <a:ext cx="8776" cy="405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6782838" y="4740026"/>
            <a:ext cx="8776" cy="41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6791614" y="4735875"/>
            <a:ext cx="8776" cy="41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 flipV="1">
            <a:off x="6800390" y="4731677"/>
            <a:ext cx="8776" cy="41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6809166" y="4727432"/>
            <a:ext cx="8776" cy="42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6817942" y="4723141"/>
            <a:ext cx="8776" cy="42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6826718" y="4718802"/>
            <a:ext cx="8776" cy="43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V="1">
            <a:off x="6835494" y="4714418"/>
            <a:ext cx="8776" cy="43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V="1">
            <a:off x="6844270" y="4709987"/>
            <a:ext cx="8776" cy="443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6853046" y="4705510"/>
            <a:ext cx="8776" cy="44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6861822" y="4700987"/>
            <a:ext cx="8776" cy="45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6870598" y="4696418"/>
            <a:ext cx="8776" cy="45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6879374" y="4691804"/>
            <a:ext cx="8776" cy="46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6888150" y="4687144"/>
            <a:ext cx="8776" cy="46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6896926" y="4682438"/>
            <a:ext cx="8776" cy="47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6905702" y="4677687"/>
            <a:ext cx="8776" cy="47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6914478" y="4672892"/>
            <a:ext cx="8776" cy="479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6923254" y="4668051"/>
            <a:ext cx="8776" cy="48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6932030" y="4663166"/>
            <a:ext cx="8776" cy="48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6940806" y="4658236"/>
            <a:ext cx="8776" cy="493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6949582" y="4653262"/>
            <a:ext cx="8776" cy="49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6958358" y="4648243"/>
            <a:ext cx="8776" cy="50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6967134" y="4643180"/>
            <a:ext cx="8776" cy="50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6975910" y="4638074"/>
            <a:ext cx="8776" cy="51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6984686" y="4632924"/>
            <a:ext cx="8776" cy="515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6993462" y="4627730"/>
            <a:ext cx="8776" cy="51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 flipV="1">
            <a:off x="7002238" y="4622493"/>
            <a:ext cx="8776" cy="52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 flipV="1">
            <a:off x="7011014" y="4617212"/>
            <a:ext cx="8776" cy="528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 flipV="1">
            <a:off x="7019790" y="4611889"/>
            <a:ext cx="8776" cy="53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 flipV="1">
            <a:off x="7028566" y="4606523"/>
            <a:ext cx="8776" cy="53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 flipV="1">
            <a:off x="7037342" y="4601114"/>
            <a:ext cx="8776" cy="54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7046118" y="4595662"/>
            <a:ext cx="8776" cy="545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7054894" y="4590169"/>
            <a:ext cx="8776" cy="549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7063670" y="4584633"/>
            <a:ext cx="8775" cy="55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7072445" y="4579055"/>
            <a:ext cx="8776" cy="557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7081221" y="4573436"/>
            <a:ext cx="8776" cy="56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7089997" y="4567775"/>
            <a:ext cx="8776" cy="56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7098773" y="4562072"/>
            <a:ext cx="8776" cy="57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7107549" y="4556329"/>
            <a:ext cx="8776" cy="57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7116325" y="4550544"/>
            <a:ext cx="8776" cy="57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V="1">
            <a:off x="7125101" y="4544719"/>
            <a:ext cx="8776" cy="58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7133877" y="4538853"/>
            <a:ext cx="8776" cy="58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V="1">
            <a:off x="7142653" y="4532947"/>
            <a:ext cx="8776" cy="59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V="1">
            <a:off x="7151429" y="4527000"/>
            <a:ext cx="8776" cy="594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V="1">
            <a:off x="7160205" y="4521014"/>
            <a:ext cx="8776" cy="59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7168981" y="4514988"/>
            <a:ext cx="8776" cy="602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7177757" y="4508922"/>
            <a:ext cx="8776" cy="60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7186533" y="4502817"/>
            <a:ext cx="8776" cy="610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7195309" y="4496672"/>
            <a:ext cx="8776" cy="61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7204085" y="4490489"/>
            <a:ext cx="8776" cy="61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 flipV="1">
            <a:off x="7212861" y="4484267"/>
            <a:ext cx="8776" cy="62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V="1">
            <a:off x="7221637" y="4478006"/>
            <a:ext cx="8776" cy="62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7230413" y="4471707"/>
            <a:ext cx="8776" cy="62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7239189" y="4465370"/>
            <a:ext cx="8776" cy="63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7247965" y="4458995"/>
            <a:ext cx="8776" cy="637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7256741" y="4452582"/>
            <a:ext cx="8776" cy="64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7265517" y="4446132"/>
            <a:ext cx="8776" cy="645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V="1">
            <a:off x="7274293" y="4439644"/>
            <a:ext cx="8776" cy="648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V="1">
            <a:off x="7283069" y="4433120"/>
            <a:ext cx="8776" cy="65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V="1">
            <a:off x="7291845" y="4426558"/>
            <a:ext cx="8776" cy="656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V="1">
            <a:off x="7300621" y="4419960"/>
            <a:ext cx="8776" cy="65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V="1">
            <a:off x="7309397" y="4413326"/>
            <a:ext cx="8776" cy="66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V="1">
            <a:off x="7318173" y="4406655"/>
            <a:ext cx="8776" cy="66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V="1">
            <a:off x="7326949" y="4399949"/>
            <a:ext cx="8776" cy="67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 flipV="1">
            <a:off x="7335725" y="4393206"/>
            <a:ext cx="8776" cy="67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V="1">
            <a:off x="7344501" y="4386429"/>
            <a:ext cx="8776" cy="67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V="1">
            <a:off x="7353277" y="4379616"/>
            <a:ext cx="8776" cy="68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V="1">
            <a:off x="7362053" y="4372768"/>
            <a:ext cx="8776" cy="68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V="1">
            <a:off x="7370829" y="4365885"/>
            <a:ext cx="8776" cy="68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7379605" y="4358967"/>
            <a:ext cx="8776" cy="69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7388381" y="4352016"/>
            <a:ext cx="8776" cy="69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7397157" y="4345030"/>
            <a:ext cx="8776" cy="69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V="1">
            <a:off x="7405933" y="4338010"/>
            <a:ext cx="8776" cy="70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7414709" y="4330957"/>
            <a:ext cx="8776" cy="70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7423485" y="4323870"/>
            <a:ext cx="8776" cy="70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V="1">
            <a:off x="7432261" y="4316750"/>
            <a:ext cx="8776" cy="71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V="1">
            <a:off x="7441037" y="4309597"/>
            <a:ext cx="8776" cy="71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V="1">
            <a:off x="7449813" y="4302412"/>
            <a:ext cx="8776" cy="71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V="1">
            <a:off x="7458589" y="4295194"/>
            <a:ext cx="8776" cy="72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V="1">
            <a:off x="7467365" y="4287943"/>
            <a:ext cx="8776" cy="72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V="1">
            <a:off x="7476141" y="4280661"/>
            <a:ext cx="8776" cy="72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7484917" y="4273347"/>
            <a:ext cx="8776" cy="73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V="1">
            <a:off x="7493693" y="4266002"/>
            <a:ext cx="8776" cy="73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V="1">
            <a:off x="7502469" y="4258626"/>
            <a:ext cx="8776" cy="73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 flipV="1">
            <a:off x="7511245" y="4251218"/>
            <a:ext cx="8776" cy="74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V="1">
            <a:off x="7520021" y="4243780"/>
            <a:ext cx="8776" cy="743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 flipV="1">
            <a:off x="7528797" y="4236311"/>
            <a:ext cx="8776" cy="74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7537573" y="4228812"/>
            <a:ext cx="8776" cy="74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7546349" y="4221284"/>
            <a:ext cx="8776" cy="75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 flipV="1">
            <a:off x="7555125" y="4213725"/>
            <a:ext cx="8775" cy="755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 flipV="1">
            <a:off x="7563900" y="4206137"/>
            <a:ext cx="8776" cy="758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7572676" y="4198520"/>
            <a:ext cx="8776" cy="76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7581452" y="4190874"/>
            <a:ext cx="8776" cy="764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V="1">
            <a:off x="7590228" y="4183199"/>
            <a:ext cx="8776" cy="767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V="1">
            <a:off x="7599004" y="4175495"/>
            <a:ext cx="8776" cy="77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7607780" y="4167764"/>
            <a:ext cx="8776" cy="773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7616556" y="4160005"/>
            <a:ext cx="8776" cy="775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 flipV="1">
            <a:off x="7625332" y="4152218"/>
            <a:ext cx="8776" cy="77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 flipV="1">
            <a:off x="7634108" y="4144403"/>
            <a:ext cx="8776" cy="78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7642884" y="4136562"/>
            <a:ext cx="8776" cy="78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7651660" y="4128693"/>
            <a:ext cx="8776" cy="78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V="1">
            <a:off x="7660436" y="4120798"/>
            <a:ext cx="8776" cy="789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V="1">
            <a:off x="7669212" y="4112877"/>
            <a:ext cx="8776" cy="79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7677988" y="4104929"/>
            <a:ext cx="8776" cy="79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7686764" y="4096956"/>
            <a:ext cx="8776" cy="797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 flipV="1">
            <a:off x="7695540" y="4088957"/>
            <a:ext cx="8776" cy="79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7704316" y="4080933"/>
            <a:ext cx="8776" cy="80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V="1">
            <a:off x="7713092" y="4072885"/>
            <a:ext cx="8776" cy="80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7721868" y="4064811"/>
            <a:ext cx="8776" cy="80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V="1">
            <a:off x="7730644" y="4056713"/>
            <a:ext cx="8776" cy="80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7739420" y="4048590"/>
            <a:ext cx="8776" cy="81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V="1">
            <a:off x="7748196" y="4040444"/>
            <a:ext cx="8776" cy="814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7756972" y="4032274"/>
            <a:ext cx="8776" cy="81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 flipV="1">
            <a:off x="7765748" y="4024081"/>
            <a:ext cx="8776" cy="819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 flipV="1">
            <a:off x="7774524" y="4015865"/>
            <a:ext cx="8776" cy="82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 flipV="1">
            <a:off x="7783300" y="4007625"/>
            <a:ext cx="8776" cy="824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 flipV="1">
            <a:off x="7792076" y="3999364"/>
            <a:ext cx="8776" cy="82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 flipV="1">
            <a:off x="7800852" y="3991080"/>
            <a:ext cx="8776" cy="82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V="1">
            <a:off x="7809628" y="3982774"/>
            <a:ext cx="8776" cy="83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V="1">
            <a:off x="7818404" y="3974446"/>
            <a:ext cx="8776" cy="83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V="1">
            <a:off x="7827180" y="3966097"/>
            <a:ext cx="8776" cy="834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V="1">
            <a:off x="7835956" y="3957727"/>
            <a:ext cx="8776" cy="83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7844732" y="3949336"/>
            <a:ext cx="8776" cy="83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V="1">
            <a:off x="7853508" y="3940925"/>
            <a:ext cx="8776" cy="84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 flipV="1">
            <a:off x="7862284" y="3932493"/>
            <a:ext cx="8776" cy="84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 flipV="1">
            <a:off x="7871060" y="3924041"/>
            <a:ext cx="8776" cy="845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7879836" y="3915570"/>
            <a:ext cx="8776" cy="84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V="1">
            <a:off x="7888612" y="3907079"/>
            <a:ext cx="8776" cy="84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7897388" y="3898569"/>
            <a:ext cx="8776" cy="851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V="1">
            <a:off x="7906164" y="3890040"/>
            <a:ext cx="8776" cy="85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V="1">
            <a:off x="7914940" y="3881492"/>
            <a:ext cx="8776" cy="85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V="1">
            <a:off x="7923716" y="3872926"/>
            <a:ext cx="8776" cy="85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V="1">
            <a:off x="7932492" y="3864342"/>
            <a:ext cx="8776" cy="858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 flipV="1">
            <a:off x="7941268" y="3855741"/>
            <a:ext cx="8776" cy="860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 flipV="1">
            <a:off x="7950044" y="3847122"/>
            <a:ext cx="8776" cy="86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V="1">
            <a:off x="7958820" y="3838486"/>
            <a:ext cx="8776" cy="86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V="1">
            <a:off x="7967596" y="3829833"/>
            <a:ext cx="8776" cy="86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 flipV="1">
            <a:off x="7976372" y="3821163"/>
            <a:ext cx="8776" cy="86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 flipV="1">
            <a:off x="7985148" y="3812478"/>
            <a:ext cx="8776" cy="86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 flipV="1">
            <a:off x="7993924" y="3803776"/>
            <a:ext cx="8776" cy="87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 flipV="1">
            <a:off x="8002700" y="3795058"/>
            <a:ext cx="8776" cy="87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V="1">
            <a:off x="8011476" y="3786326"/>
            <a:ext cx="8776" cy="87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V="1">
            <a:off x="8020252" y="3777578"/>
            <a:ext cx="8776" cy="87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 flipV="1">
            <a:off x="8029028" y="3768815"/>
            <a:ext cx="8776" cy="87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 flipV="1">
            <a:off x="8037804" y="3760038"/>
            <a:ext cx="8776" cy="87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 flipV="1">
            <a:off x="8046580" y="3751247"/>
            <a:ext cx="8776" cy="87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 flipV="1">
            <a:off x="8055356" y="3742441"/>
            <a:ext cx="8775" cy="88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 flipV="1">
            <a:off x="8064131" y="3733622"/>
            <a:ext cx="8776" cy="88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 flipV="1">
            <a:off x="8072907" y="3724790"/>
            <a:ext cx="8776" cy="88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 flipV="1">
            <a:off x="8081683" y="3715945"/>
            <a:ext cx="8776" cy="88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 flipV="1">
            <a:off x="8090459" y="3707087"/>
            <a:ext cx="8776" cy="88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 flipV="1">
            <a:off x="8099235" y="3698217"/>
            <a:ext cx="8776" cy="88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V="1">
            <a:off x="8108011" y="3689334"/>
            <a:ext cx="8776" cy="88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V="1">
            <a:off x="8116787" y="3680440"/>
            <a:ext cx="8776" cy="88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8125563" y="3671534"/>
            <a:ext cx="8776" cy="89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V="1">
            <a:off x="8134339" y="3662617"/>
            <a:ext cx="8776" cy="89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 flipV="1">
            <a:off x="8143115" y="3653689"/>
            <a:ext cx="8776" cy="89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 flipV="1">
            <a:off x="8151891" y="3644750"/>
            <a:ext cx="8776" cy="89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 flipV="1">
            <a:off x="8160667" y="3635801"/>
            <a:ext cx="8776" cy="894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 flipV="1">
            <a:off x="8169443" y="3626842"/>
            <a:ext cx="8776" cy="895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 flipV="1">
            <a:off x="8178219" y="3617874"/>
            <a:ext cx="8776" cy="89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 flipV="1">
            <a:off x="8186995" y="3608895"/>
            <a:ext cx="8776" cy="89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 flipV="1">
            <a:off x="8195771" y="3599908"/>
            <a:ext cx="8776" cy="89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V="1">
            <a:off x="8204547" y="3590912"/>
            <a:ext cx="8776" cy="899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 flipV="1">
            <a:off x="8213323" y="3581908"/>
            <a:ext cx="8776" cy="90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 flipV="1">
            <a:off x="8222099" y="3572895"/>
            <a:ext cx="8776" cy="90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 flipV="1">
            <a:off x="8230875" y="3563874"/>
            <a:ext cx="8776" cy="90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8239651" y="3554846"/>
            <a:ext cx="8776" cy="90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 flipV="1">
            <a:off x="8248427" y="3545810"/>
            <a:ext cx="8776" cy="90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 flipV="1">
            <a:off x="8257203" y="3536767"/>
            <a:ext cx="8776" cy="90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 flipV="1">
            <a:off x="8265979" y="3527718"/>
            <a:ext cx="8776" cy="904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 flipV="1">
            <a:off x="8274755" y="3518662"/>
            <a:ext cx="8776" cy="905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8283531" y="3509600"/>
            <a:ext cx="8776" cy="906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 flipV="1">
            <a:off x="8292307" y="3500533"/>
            <a:ext cx="8776" cy="90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 flipV="1">
            <a:off x="8301083" y="3491460"/>
            <a:ext cx="8776" cy="907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 flipV="1">
            <a:off x="8309859" y="3482381"/>
            <a:ext cx="8776" cy="90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8318635" y="3473298"/>
            <a:ext cx="8776" cy="908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 flipV="1">
            <a:off x="8327411" y="3464211"/>
            <a:ext cx="8776" cy="90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 flipV="1">
            <a:off x="8336187" y="3455119"/>
            <a:ext cx="8776" cy="909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 flipV="1">
            <a:off x="8344963" y="3446023"/>
            <a:ext cx="8776" cy="909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 flipV="1">
            <a:off x="8353739" y="3436923"/>
            <a:ext cx="8776" cy="910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 flipV="1">
            <a:off x="8362515" y="3427820"/>
            <a:ext cx="8776" cy="91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 flipV="1">
            <a:off x="8371291" y="3418714"/>
            <a:ext cx="8776" cy="91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 flipV="1">
            <a:off x="8380067" y="3409606"/>
            <a:ext cx="8776" cy="91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 flipV="1">
            <a:off x="8388843" y="3400495"/>
            <a:ext cx="8776" cy="91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 flipV="1">
            <a:off x="8397619" y="3391381"/>
            <a:ext cx="8776" cy="91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 flipV="1">
            <a:off x="8406395" y="3382266"/>
            <a:ext cx="8776" cy="91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 flipV="1">
            <a:off x="8415171" y="3373150"/>
            <a:ext cx="8776" cy="91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 flipV="1">
            <a:off x="8423947" y="3364032"/>
            <a:ext cx="8776" cy="91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 flipV="1">
            <a:off x="8432723" y="3354914"/>
            <a:ext cx="8776" cy="91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 flipV="1">
            <a:off x="8441499" y="3345794"/>
            <a:ext cx="8776" cy="91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 flipV="1">
            <a:off x="8450275" y="3336675"/>
            <a:ext cx="8776" cy="91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 flipV="1">
            <a:off x="8459051" y="3327556"/>
            <a:ext cx="8776" cy="91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 flipV="1">
            <a:off x="8467827" y="3318436"/>
            <a:ext cx="8776" cy="91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 flipV="1">
            <a:off x="8476603" y="3309318"/>
            <a:ext cx="8776" cy="91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 flipV="1">
            <a:off x="8485379" y="3300201"/>
            <a:ext cx="8776" cy="91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 flipV="1">
            <a:off x="8494155" y="3291084"/>
            <a:ext cx="8776" cy="91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 flipV="1">
            <a:off x="8502931" y="3281970"/>
            <a:ext cx="8776" cy="91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 flipV="1">
            <a:off x="8511707" y="3272857"/>
            <a:ext cx="8776" cy="91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 flipV="1">
            <a:off x="8520483" y="3263746"/>
            <a:ext cx="8776" cy="91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 flipV="1">
            <a:off x="8529259" y="3254638"/>
            <a:ext cx="8776" cy="91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V="1">
            <a:off x="8538035" y="3245533"/>
            <a:ext cx="8776" cy="910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V="1">
            <a:off x="8546811" y="3236430"/>
            <a:ext cx="8775" cy="91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V="1">
            <a:off x="8555586" y="3227332"/>
            <a:ext cx="8776" cy="90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V="1">
            <a:off x="8564362" y="3218236"/>
            <a:ext cx="8776" cy="909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 flipV="1">
            <a:off x="8573138" y="3209145"/>
            <a:ext cx="8776" cy="90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V="1">
            <a:off x="8581914" y="3200058"/>
            <a:ext cx="8776" cy="90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 flipV="1">
            <a:off x="8590690" y="3190976"/>
            <a:ext cx="8776" cy="90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 flipV="1">
            <a:off x="8599466" y="3181899"/>
            <a:ext cx="8776" cy="90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 flipV="1">
            <a:off x="8608242" y="3172827"/>
            <a:ext cx="8776" cy="907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 flipV="1">
            <a:off x="8617018" y="3163760"/>
            <a:ext cx="8776" cy="90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V="1">
            <a:off x="8625794" y="3154700"/>
            <a:ext cx="8776" cy="90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V="1">
            <a:off x="8634570" y="3145645"/>
            <a:ext cx="8776" cy="905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 flipV="1">
            <a:off x="8643346" y="3136597"/>
            <a:ext cx="8776" cy="90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V="1">
            <a:off x="8652122" y="3127556"/>
            <a:ext cx="8776" cy="90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V="1">
            <a:off x="8660898" y="3118521"/>
            <a:ext cx="8776" cy="903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V="1">
            <a:off x="8669674" y="3109495"/>
            <a:ext cx="8776" cy="902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V="1">
            <a:off x="8678450" y="3100475"/>
            <a:ext cx="8776" cy="90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 flipV="1">
            <a:off x="8687226" y="3091464"/>
            <a:ext cx="8776" cy="90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 flipV="1">
            <a:off x="8696002" y="3082461"/>
            <a:ext cx="8776" cy="90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 flipV="1">
            <a:off x="8704778" y="3073467"/>
            <a:ext cx="8776" cy="89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 flipV="1">
            <a:off x="8713554" y="3064481"/>
            <a:ext cx="8776" cy="89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 flipV="1">
            <a:off x="8722330" y="3055505"/>
            <a:ext cx="8776" cy="89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 flipV="1">
            <a:off x="8731106" y="3046538"/>
            <a:ext cx="8776" cy="89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 flipV="1">
            <a:off x="8739882" y="3037581"/>
            <a:ext cx="8776" cy="895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 flipV="1">
            <a:off x="8748658" y="3028634"/>
            <a:ext cx="8776" cy="894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V="1">
            <a:off x="8757434" y="3019697"/>
            <a:ext cx="8776" cy="89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V="1">
            <a:off x="8766210" y="3010771"/>
            <a:ext cx="8776" cy="892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V="1">
            <a:off x="8774986" y="3001857"/>
            <a:ext cx="8776" cy="89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V="1">
            <a:off x="8783762" y="2992953"/>
            <a:ext cx="8776" cy="89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V="1">
            <a:off x="8792538" y="2984061"/>
            <a:ext cx="8776" cy="889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 flipV="1">
            <a:off x="8801314" y="2975181"/>
            <a:ext cx="8776" cy="88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 flipV="1">
            <a:off x="8810090" y="2966313"/>
            <a:ext cx="8776" cy="88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 flipV="1">
            <a:off x="8818866" y="2957457"/>
            <a:ext cx="8776" cy="885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 flipV="1">
            <a:off x="8827642" y="2948614"/>
            <a:ext cx="8776" cy="88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 flipV="1">
            <a:off x="8836418" y="2939785"/>
            <a:ext cx="8776" cy="88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 flipV="1">
            <a:off x="8845194" y="2930969"/>
            <a:ext cx="8776" cy="88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 flipV="1">
            <a:off x="8853970" y="2922166"/>
            <a:ext cx="8776" cy="88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V="1">
            <a:off x="8862746" y="2913377"/>
            <a:ext cx="8776" cy="878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V="1">
            <a:off x="8871522" y="2904603"/>
            <a:ext cx="8776" cy="87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V="1">
            <a:off x="8880298" y="2895843"/>
            <a:ext cx="8776" cy="87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V="1">
            <a:off x="8889074" y="2887098"/>
            <a:ext cx="8776" cy="87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 flipV="1">
            <a:off x="8897850" y="2878368"/>
            <a:ext cx="8776" cy="873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 flipV="1">
            <a:off x="8906626" y="2869654"/>
            <a:ext cx="8776" cy="87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 flipV="1">
            <a:off x="8915402" y="2860955"/>
            <a:ext cx="8776" cy="86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 flipV="1">
            <a:off x="8924178" y="2852273"/>
            <a:ext cx="8776" cy="86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V="1">
            <a:off x="8932954" y="2843606"/>
            <a:ext cx="8776" cy="86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 flipV="1">
            <a:off x="8941730" y="2834957"/>
            <a:ext cx="8776" cy="864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 flipV="1">
            <a:off x="8950506" y="2826324"/>
            <a:ext cx="8776" cy="863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V="1">
            <a:off x="8959282" y="2817708"/>
            <a:ext cx="8776" cy="861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V="1">
            <a:off x="8968058" y="2809110"/>
            <a:ext cx="8776" cy="85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 flipV="1">
            <a:off x="8976834" y="2800530"/>
            <a:ext cx="8776" cy="85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 flipV="1">
            <a:off x="8985610" y="2791967"/>
            <a:ext cx="8776" cy="85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 flipV="1">
            <a:off x="8994386" y="2783423"/>
            <a:ext cx="8776" cy="85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 flipV="1">
            <a:off x="9003162" y="2774898"/>
            <a:ext cx="8776" cy="85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 flipV="1">
            <a:off x="9011938" y="2766392"/>
            <a:ext cx="8776" cy="85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 flipV="1">
            <a:off x="9020714" y="2757904"/>
            <a:ext cx="8776" cy="848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V="1">
            <a:off x="9029490" y="2749437"/>
            <a:ext cx="8776" cy="84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V="1">
            <a:off x="9038266" y="2740989"/>
            <a:ext cx="8775" cy="84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 flipV="1">
            <a:off x="9047041" y="2732561"/>
            <a:ext cx="8776" cy="84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 flipV="1">
            <a:off x="9055817" y="2724153"/>
            <a:ext cx="8776" cy="84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 flipV="1">
            <a:off x="9064593" y="2715766"/>
            <a:ext cx="8776" cy="83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 flipV="1">
            <a:off x="9073369" y="2707400"/>
            <a:ext cx="8776" cy="83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V="1">
            <a:off x="9082145" y="2699055"/>
            <a:ext cx="8776" cy="83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V="1">
            <a:off x="9090921" y="2690732"/>
            <a:ext cx="8776" cy="83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 flipV="1">
            <a:off x="9099697" y="2682430"/>
            <a:ext cx="8776" cy="83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V="1">
            <a:off x="9108473" y="2674151"/>
            <a:ext cx="8776" cy="82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V="1">
            <a:off x="9117249" y="2665894"/>
            <a:ext cx="8776" cy="825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 flipV="1">
            <a:off x="9126025" y="2657659"/>
            <a:ext cx="8776" cy="823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V="1">
            <a:off x="9134801" y="2649447"/>
            <a:ext cx="8776" cy="821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V="1">
            <a:off x="9143577" y="2641258"/>
            <a:ext cx="8776" cy="818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 flipV="1">
            <a:off x="9152353" y="2633093"/>
            <a:ext cx="8776" cy="816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 flipV="1">
            <a:off x="9161129" y="2624951"/>
            <a:ext cx="8776" cy="81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 flipV="1">
            <a:off x="9169905" y="2616834"/>
            <a:ext cx="8776" cy="81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V="1">
            <a:off x="9178681" y="2608740"/>
            <a:ext cx="8776" cy="80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V="1">
            <a:off x="9187457" y="2600671"/>
            <a:ext cx="8776" cy="80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V="1">
            <a:off x="9196233" y="2592627"/>
            <a:ext cx="8776" cy="80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 flipV="1">
            <a:off x="9205009" y="2584608"/>
            <a:ext cx="8776" cy="80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V="1">
            <a:off x="9213785" y="2576614"/>
            <a:ext cx="8776" cy="79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V="1">
            <a:off x="9222561" y="2568646"/>
            <a:ext cx="8776" cy="79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 flipV="1">
            <a:off x="9231337" y="2560704"/>
            <a:ext cx="8776" cy="79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 flipV="1">
            <a:off x="9240113" y="2552787"/>
            <a:ext cx="8776" cy="79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 flipV="1">
            <a:off x="9248889" y="2544897"/>
            <a:ext cx="8776" cy="789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 flipV="1">
            <a:off x="9257665" y="2537034"/>
            <a:ext cx="8776" cy="78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 flipV="1">
            <a:off x="9266441" y="2529198"/>
            <a:ext cx="8776" cy="78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V="1">
            <a:off x="9275217" y="2521389"/>
            <a:ext cx="8776" cy="78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V="1">
            <a:off x="9283993" y="2513607"/>
            <a:ext cx="8776" cy="77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V="1">
            <a:off x="9292769" y="2505853"/>
            <a:ext cx="8776" cy="775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V="1">
            <a:off x="9301545" y="2498127"/>
            <a:ext cx="8776" cy="772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 flipV="1">
            <a:off x="9310321" y="2490429"/>
            <a:ext cx="8776" cy="76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 flipV="1">
            <a:off x="9319097" y="2482760"/>
            <a:ext cx="8776" cy="766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 flipV="1">
            <a:off x="9327873" y="2475119"/>
            <a:ext cx="8776" cy="76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 flipV="1">
            <a:off x="9336649" y="2467508"/>
            <a:ext cx="8776" cy="76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V="1">
            <a:off x="9345425" y="2459926"/>
            <a:ext cx="8776" cy="75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V="1">
            <a:off x="9354201" y="2452373"/>
            <a:ext cx="8776" cy="75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 flipV="1">
            <a:off x="9362977" y="2444850"/>
            <a:ext cx="8776" cy="75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 flipV="1">
            <a:off x="9371753" y="2437357"/>
            <a:ext cx="8776" cy="749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 flipV="1">
            <a:off x="9380529" y="2429894"/>
            <a:ext cx="8776" cy="74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 flipV="1">
            <a:off x="9389305" y="2422462"/>
            <a:ext cx="8776" cy="743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V="1">
            <a:off x="9398081" y="2415060"/>
            <a:ext cx="8776" cy="74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V="1">
            <a:off x="9406857" y="2407690"/>
            <a:ext cx="8776" cy="73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 flipV="1">
            <a:off x="9415633" y="2400350"/>
            <a:ext cx="8776" cy="734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 flipV="1">
            <a:off x="9424409" y="2393043"/>
            <a:ext cx="8776" cy="730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 flipV="1">
            <a:off x="9433185" y="2385767"/>
            <a:ext cx="8776" cy="72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 flipV="1">
            <a:off x="9441961" y="2378523"/>
            <a:ext cx="8776" cy="724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 flipV="1">
            <a:off x="9450737" y="2371311"/>
            <a:ext cx="8776" cy="721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 flipV="1">
            <a:off x="9459513" y="2364132"/>
            <a:ext cx="8776" cy="71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V="1">
            <a:off x="9468289" y="2356985"/>
            <a:ext cx="8776" cy="714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V="1">
            <a:off x="9477065" y="2349872"/>
            <a:ext cx="8776" cy="71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 flipV="1">
            <a:off x="9485841" y="2342792"/>
            <a:ext cx="8776" cy="70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 flipV="1">
            <a:off x="9494617" y="2335745"/>
            <a:ext cx="8776" cy="704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 flipV="1">
            <a:off x="9503393" y="2328731"/>
            <a:ext cx="8776" cy="70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 flipV="1">
            <a:off x="9512169" y="2321752"/>
            <a:ext cx="8776" cy="69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 flipV="1">
            <a:off x="9520945" y="2314807"/>
            <a:ext cx="8776" cy="69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 flipV="1">
            <a:off x="9529721" y="2307896"/>
            <a:ext cx="8775" cy="69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 flipV="1">
            <a:off x="9538496" y="2301020"/>
            <a:ext cx="8776" cy="68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V="1">
            <a:off x="9547272" y="2294179"/>
            <a:ext cx="8776" cy="684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 flipV="1">
            <a:off x="9556048" y="2287373"/>
            <a:ext cx="8776" cy="68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 flipV="1">
            <a:off x="9564824" y="2280602"/>
            <a:ext cx="8776" cy="67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 flipV="1">
            <a:off x="9573600" y="2273867"/>
            <a:ext cx="8776" cy="673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 flipV="1">
            <a:off x="9582376" y="2267167"/>
            <a:ext cx="8776" cy="670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V="1">
            <a:off x="9591152" y="2260503"/>
            <a:ext cx="8776" cy="666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9599928" y="2253876"/>
            <a:ext cx="8776" cy="662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 flipV="1">
            <a:off x="9608704" y="2247285"/>
            <a:ext cx="8776" cy="659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 flipV="1">
            <a:off x="9617480" y="2240731"/>
            <a:ext cx="8776" cy="655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 flipV="1">
            <a:off x="9626256" y="2234213"/>
            <a:ext cx="8776" cy="65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 flipV="1">
            <a:off x="9635032" y="2227733"/>
            <a:ext cx="8776" cy="648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 flipV="1">
            <a:off x="9643808" y="2221290"/>
            <a:ext cx="8776" cy="64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 flipV="1">
            <a:off x="9652584" y="2214885"/>
            <a:ext cx="8776" cy="640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 flipV="1">
            <a:off x="9661360" y="2208517"/>
            <a:ext cx="8776" cy="63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 flipV="1">
            <a:off x="9670136" y="2202187"/>
            <a:ext cx="8776" cy="633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 flipV="1">
            <a:off x="9678912" y="2195895"/>
            <a:ext cx="8776" cy="629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V="1">
            <a:off x="9687688" y="2189642"/>
            <a:ext cx="8776" cy="62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V="1">
            <a:off x="9696464" y="2183428"/>
            <a:ext cx="8776" cy="62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V="1">
            <a:off x="9705240" y="2177252"/>
            <a:ext cx="8776" cy="61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V="1">
            <a:off x="9714016" y="2171115"/>
            <a:ext cx="8776" cy="613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9722792" y="2165017"/>
            <a:ext cx="8776" cy="60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V="1">
            <a:off x="9731568" y="2158959"/>
            <a:ext cx="8776" cy="60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 flipV="1">
            <a:off x="9740344" y="2152941"/>
            <a:ext cx="8776" cy="60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 flipV="1">
            <a:off x="9749120" y="2146962"/>
            <a:ext cx="8776" cy="597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 flipV="1">
            <a:off x="9757896" y="2141023"/>
            <a:ext cx="8776" cy="59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V="1">
            <a:off x="9766672" y="2135125"/>
            <a:ext cx="8776" cy="58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 flipV="1">
            <a:off x="9775448" y="2129267"/>
            <a:ext cx="8776" cy="58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 flipV="1">
            <a:off x="9784224" y="2123449"/>
            <a:ext cx="8776" cy="58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 flipV="1">
            <a:off x="9793000" y="2117673"/>
            <a:ext cx="8776" cy="57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 flipV="1">
            <a:off x="9801776" y="2111937"/>
            <a:ext cx="8776" cy="57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V="1">
            <a:off x="9810552" y="2106243"/>
            <a:ext cx="8776" cy="56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V="1">
            <a:off x="9819328" y="2100590"/>
            <a:ext cx="8776" cy="56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V="1">
            <a:off x="9828104" y="2094979"/>
            <a:ext cx="8776" cy="561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V="1">
            <a:off x="9836880" y="2089409"/>
            <a:ext cx="8776" cy="55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V="1">
            <a:off x="9845656" y="2083881"/>
            <a:ext cx="8776" cy="55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V="1">
            <a:off x="9854432" y="2078396"/>
            <a:ext cx="8776" cy="54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V="1">
            <a:off x="9863208" y="2072953"/>
            <a:ext cx="8776" cy="54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 flipV="1">
            <a:off x="9871984" y="2067552"/>
            <a:ext cx="8776" cy="540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 flipV="1">
            <a:off x="9880760" y="2062194"/>
            <a:ext cx="8776" cy="53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 flipV="1">
            <a:off x="9889536" y="2056879"/>
            <a:ext cx="8776" cy="53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 flipV="1">
            <a:off x="9898312" y="2051607"/>
            <a:ext cx="8776" cy="527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 flipV="1">
            <a:off x="9907088" y="2046378"/>
            <a:ext cx="8776" cy="52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 flipV="1">
            <a:off x="9915864" y="2041193"/>
            <a:ext cx="8776" cy="51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V="1">
            <a:off x="9924640" y="2036051"/>
            <a:ext cx="8776" cy="51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 flipV="1">
            <a:off x="9933416" y="2030953"/>
            <a:ext cx="8776" cy="50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 flipV="1">
            <a:off x="9942192" y="2025899"/>
            <a:ext cx="8776" cy="505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V="1">
            <a:off x="9950968" y="2020889"/>
            <a:ext cx="8776" cy="501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 flipV="1">
            <a:off x="9959744" y="2015923"/>
            <a:ext cx="8776" cy="49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 flipV="1">
            <a:off x="9968520" y="2011002"/>
            <a:ext cx="8776" cy="49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 flipV="1">
            <a:off x="9977296" y="2006125"/>
            <a:ext cx="8776" cy="487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 flipV="1">
            <a:off x="9986072" y="2001294"/>
            <a:ext cx="8776" cy="483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 flipV="1">
            <a:off x="9994848" y="1996507"/>
            <a:ext cx="8776" cy="478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 flipV="1">
            <a:off x="10003624" y="1991765"/>
            <a:ext cx="8776" cy="47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 flipV="1">
            <a:off x="10012400" y="1987068"/>
            <a:ext cx="8776" cy="469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 flipV="1">
            <a:off x="10021176" y="1982417"/>
            <a:ext cx="8775" cy="46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V="1">
            <a:off x="10029951" y="1977811"/>
            <a:ext cx="8776" cy="460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V="1">
            <a:off x="10038727" y="1973251"/>
            <a:ext cx="8776" cy="45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 flipV="1">
            <a:off x="10047503" y="1968737"/>
            <a:ext cx="8776" cy="45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 flipV="1">
            <a:off x="10056279" y="1964269"/>
            <a:ext cx="8776" cy="44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V="1">
            <a:off x="10065055" y="1959847"/>
            <a:ext cx="8776" cy="44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V="1">
            <a:off x="10073831" y="1955471"/>
            <a:ext cx="8776" cy="43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 flipV="1">
            <a:off x="10082607" y="1951142"/>
            <a:ext cx="8776" cy="432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 flipV="1">
            <a:off x="10091383" y="1946860"/>
            <a:ext cx="8776" cy="428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 flipV="1">
            <a:off x="10100159" y="1942624"/>
            <a:ext cx="8776" cy="423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 flipV="1">
            <a:off x="10108935" y="1938435"/>
            <a:ext cx="8776" cy="418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 flipV="1">
            <a:off x="10117711" y="1934293"/>
            <a:ext cx="8776" cy="414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 flipV="1">
            <a:off x="10126487" y="1930199"/>
            <a:ext cx="8776" cy="40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10135263" y="1926151"/>
            <a:ext cx="8776" cy="404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10144039" y="1922152"/>
            <a:ext cx="8776" cy="399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V="1">
            <a:off x="10152815" y="1918199"/>
            <a:ext cx="8776" cy="395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V="1">
            <a:off x="10161591" y="1914295"/>
            <a:ext cx="8776" cy="390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V="1">
            <a:off x="10170367" y="1910438"/>
            <a:ext cx="8776" cy="385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 flipV="1">
            <a:off x="10179143" y="1906629"/>
            <a:ext cx="8776" cy="38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 flipV="1">
            <a:off x="10187919" y="1902869"/>
            <a:ext cx="8776" cy="37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 flipV="1">
            <a:off x="10196695" y="1899156"/>
            <a:ext cx="8776" cy="371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 flipV="1">
            <a:off x="10205471" y="1895492"/>
            <a:ext cx="8776" cy="366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 flipV="1">
            <a:off x="10214247" y="1891877"/>
            <a:ext cx="8776" cy="36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10223023" y="1888310"/>
            <a:ext cx="8776" cy="356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 flipV="1">
            <a:off x="10231799" y="1884792"/>
            <a:ext cx="8776" cy="351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 flipV="1">
            <a:off x="10240575" y="1881322"/>
            <a:ext cx="8776" cy="34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 flipV="1">
            <a:off x="10249351" y="1877902"/>
            <a:ext cx="8776" cy="34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 flipV="1">
            <a:off x="10258127" y="1874531"/>
            <a:ext cx="8776" cy="33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 flipV="1">
            <a:off x="10266903" y="1871208"/>
            <a:ext cx="8776" cy="332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 flipV="1">
            <a:off x="10275679" y="1867936"/>
            <a:ext cx="8776" cy="327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 flipV="1">
            <a:off x="10284455" y="1864712"/>
            <a:ext cx="8776" cy="32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 flipV="1">
            <a:off x="10293231" y="1861538"/>
            <a:ext cx="8776" cy="31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 flipV="1">
            <a:off x="10302007" y="1858414"/>
            <a:ext cx="8776" cy="31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 flipV="1">
            <a:off x="10310783" y="1855339"/>
            <a:ext cx="8776" cy="307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 flipV="1">
            <a:off x="10319559" y="1852315"/>
            <a:ext cx="8776" cy="30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 flipV="1">
            <a:off x="10328335" y="1849340"/>
            <a:ext cx="8776" cy="297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 flipV="1">
            <a:off x="10337111" y="1846415"/>
            <a:ext cx="8776" cy="29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V="1">
            <a:off x="10345887" y="1843541"/>
            <a:ext cx="8776" cy="28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V="1">
            <a:off x="10354663" y="1840716"/>
            <a:ext cx="8776" cy="282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 flipV="1">
            <a:off x="10363439" y="1837942"/>
            <a:ext cx="8776" cy="27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 flipV="1">
            <a:off x="10372215" y="1835218"/>
            <a:ext cx="8776" cy="27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V="1">
            <a:off x="10380991" y="1832545"/>
            <a:ext cx="8776" cy="267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 flipV="1">
            <a:off x="10389767" y="1829923"/>
            <a:ext cx="8776" cy="26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 flipV="1">
            <a:off x="10398543" y="1827351"/>
            <a:ext cx="8776" cy="257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 flipV="1">
            <a:off x="10407319" y="1824830"/>
            <a:ext cx="8776" cy="252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 flipV="1">
            <a:off x="10416095" y="1822360"/>
            <a:ext cx="8776" cy="247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 flipV="1">
            <a:off x="10424871" y="1819940"/>
            <a:ext cx="8776" cy="242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 flipV="1">
            <a:off x="10433647" y="1817572"/>
            <a:ext cx="8776" cy="236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 flipV="1">
            <a:off x="10442423" y="1815255"/>
            <a:ext cx="8776" cy="231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V="1">
            <a:off x="10451199" y="1812989"/>
            <a:ext cx="8776" cy="22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 flipV="1">
            <a:off x="10459975" y="1810774"/>
            <a:ext cx="8776" cy="221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 flipV="1">
            <a:off x="10468751" y="1808611"/>
            <a:ext cx="8776" cy="216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 flipV="1">
            <a:off x="10477527" y="1806499"/>
            <a:ext cx="8776" cy="211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V="1">
            <a:off x="10486303" y="1804439"/>
            <a:ext cx="8776" cy="206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V="1">
            <a:off x="10495079" y="1802430"/>
            <a:ext cx="8776" cy="200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 flipV="1">
            <a:off x="10503855" y="1800472"/>
            <a:ext cx="8776" cy="195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 flipV="1">
            <a:off x="10512631" y="1798567"/>
            <a:ext cx="8776" cy="190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 flipV="1">
            <a:off x="10521407" y="1796713"/>
            <a:ext cx="8775" cy="185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 flipV="1">
            <a:off x="10530182" y="1794911"/>
            <a:ext cx="8776" cy="180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 flipV="1">
            <a:off x="10538958" y="1793160"/>
            <a:ext cx="8776" cy="175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V="1">
            <a:off x="10547734" y="1791462"/>
            <a:ext cx="8776" cy="169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 flipV="1">
            <a:off x="10556510" y="1789816"/>
            <a:ext cx="8776" cy="164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 flipV="1">
            <a:off x="10565286" y="1788222"/>
            <a:ext cx="8776" cy="159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 flipV="1">
            <a:off x="10574062" y="1786679"/>
            <a:ext cx="8776" cy="154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V="1">
            <a:off x="10582838" y="1785189"/>
            <a:ext cx="8776" cy="149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 flipV="1">
            <a:off x="10591614" y="1783751"/>
            <a:ext cx="8776" cy="143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nector 1078"/>
          <p:cNvCxnSpPr/>
          <p:nvPr/>
        </p:nvCxnSpPr>
        <p:spPr>
          <a:xfrm flipV="1">
            <a:off x="10600390" y="1782366"/>
            <a:ext cx="8776" cy="138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Connector 1079"/>
          <p:cNvCxnSpPr/>
          <p:nvPr/>
        </p:nvCxnSpPr>
        <p:spPr>
          <a:xfrm flipV="1">
            <a:off x="10609166" y="1781032"/>
            <a:ext cx="8776" cy="133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 1080"/>
          <p:cNvCxnSpPr/>
          <p:nvPr/>
        </p:nvCxnSpPr>
        <p:spPr>
          <a:xfrm flipV="1">
            <a:off x="10617942" y="1779751"/>
            <a:ext cx="8776" cy="128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 1081"/>
          <p:cNvCxnSpPr/>
          <p:nvPr/>
        </p:nvCxnSpPr>
        <p:spPr>
          <a:xfrm flipV="1">
            <a:off x="10626718" y="1778523"/>
            <a:ext cx="8776" cy="12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 flipV="1">
            <a:off x="10635494" y="1777347"/>
            <a:ext cx="8776" cy="117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 flipV="1">
            <a:off x="10644270" y="1776223"/>
            <a:ext cx="8776" cy="112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 1084"/>
          <p:cNvCxnSpPr/>
          <p:nvPr/>
        </p:nvCxnSpPr>
        <p:spPr>
          <a:xfrm flipV="1">
            <a:off x="10653046" y="1775152"/>
            <a:ext cx="8776" cy="107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 flipV="1">
            <a:off x="10661822" y="1774133"/>
            <a:ext cx="8776" cy="101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 flipV="1">
            <a:off x="10670598" y="1773167"/>
            <a:ext cx="8776" cy="96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 flipV="1">
            <a:off x="10679374" y="1772253"/>
            <a:ext cx="8776" cy="91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 flipV="1">
            <a:off x="10688150" y="1771392"/>
            <a:ext cx="8776" cy="86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 flipV="1">
            <a:off x="10696926" y="1770584"/>
            <a:ext cx="8776" cy="80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 flipV="1">
            <a:off x="10705702" y="1769828"/>
            <a:ext cx="8776" cy="75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 1091"/>
          <p:cNvCxnSpPr/>
          <p:nvPr/>
        </p:nvCxnSpPr>
        <p:spPr>
          <a:xfrm flipV="1">
            <a:off x="10714478" y="1769125"/>
            <a:ext cx="8776" cy="70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Connector 1092"/>
          <p:cNvCxnSpPr/>
          <p:nvPr/>
        </p:nvCxnSpPr>
        <p:spPr>
          <a:xfrm flipV="1">
            <a:off x="10723254" y="1768475"/>
            <a:ext cx="8776" cy="650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 flipV="1">
            <a:off x="10732030" y="1767878"/>
            <a:ext cx="8776" cy="597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 flipV="1">
            <a:off x="10740806" y="1767333"/>
            <a:ext cx="8776" cy="545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 flipV="1">
            <a:off x="10749582" y="1766841"/>
            <a:ext cx="8776" cy="49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 flipV="1">
            <a:off x="10758358" y="1766402"/>
            <a:ext cx="8776" cy="43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 flipV="1">
            <a:off x="10767134" y="1766016"/>
            <a:ext cx="8776" cy="386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 flipV="1">
            <a:off x="10775910" y="1765683"/>
            <a:ext cx="8776" cy="333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Connector 1099"/>
          <p:cNvCxnSpPr/>
          <p:nvPr/>
        </p:nvCxnSpPr>
        <p:spPr>
          <a:xfrm flipV="1">
            <a:off x="10784686" y="1765402"/>
            <a:ext cx="8776" cy="281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 flipV="1">
            <a:off x="10793462" y="1765174"/>
            <a:ext cx="8776" cy="228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 flipV="1">
            <a:off x="10802238" y="1765000"/>
            <a:ext cx="8776" cy="174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Connector 1102"/>
          <p:cNvCxnSpPr/>
          <p:nvPr/>
        </p:nvCxnSpPr>
        <p:spPr>
          <a:xfrm flipV="1">
            <a:off x="10811014" y="1764878"/>
            <a:ext cx="8776" cy="122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tan θ from 0° to 360°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tan 0° = tan 180° = tan 360° = 0          tan 90° and tan 270° are not defined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1691640"/>
            <a:ext cx="0" cy="329184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5880" y="3337560"/>
            <a:ext cx="950976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5820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3564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2369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+3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8231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−3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50200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73352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tan 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90°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180°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270°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360°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341729" y="3329059"/>
            <a:ext cx="8688" cy="30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50417" y="3326049"/>
            <a:ext cx="8688" cy="30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359105" y="3323038"/>
            <a:ext cx="8688" cy="30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67793" y="3320026"/>
            <a:ext cx="8688" cy="30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76481" y="3317012"/>
            <a:ext cx="8688" cy="30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85169" y="3313998"/>
            <a:ext cx="8688" cy="30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393857" y="3310981"/>
            <a:ext cx="8688" cy="30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402545" y="3307963"/>
            <a:ext cx="8688" cy="30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411233" y="3304944"/>
            <a:ext cx="8687" cy="30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419920" y="3301921"/>
            <a:ext cx="8688" cy="302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428608" y="3298897"/>
            <a:ext cx="8688" cy="30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37296" y="3295870"/>
            <a:ext cx="8688" cy="30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45984" y="3292840"/>
            <a:ext cx="8688" cy="30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454672" y="3289807"/>
            <a:ext cx="8688" cy="30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63360" y="3286772"/>
            <a:ext cx="8688" cy="303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472048" y="3283732"/>
            <a:ext cx="8688" cy="304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80736" y="3280689"/>
            <a:ext cx="8688" cy="304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489424" y="3277643"/>
            <a:ext cx="8688" cy="30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98112" y="3274592"/>
            <a:ext cx="8688" cy="30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506800" y="3271537"/>
            <a:ext cx="8688" cy="30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515488" y="3268478"/>
            <a:ext cx="8688" cy="30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524176" y="3265414"/>
            <a:ext cx="8688" cy="30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532864" y="3262345"/>
            <a:ext cx="8687" cy="30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541551" y="3259271"/>
            <a:ext cx="8688" cy="307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50239" y="3256192"/>
            <a:ext cx="8688" cy="307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558927" y="3253108"/>
            <a:ext cx="8688" cy="308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567615" y="3250017"/>
            <a:ext cx="8688" cy="30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576303" y="3246921"/>
            <a:ext cx="8688" cy="30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584991" y="3243819"/>
            <a:ext cx="8688" cy="31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593679" y="3240710"/>
            <a:ext cx="8688" cy="310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602367" y="3237594"/>
            <a:ext cx="8688" cy="311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611055" y="3234472"/>
            <a:ext cx="8688" cy="31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619743" y="3231343"/>
            <a:ext cx="8688" cy="31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628431" y="3228206"/>
            <a:ext cx="8688" cy="31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637119" y="3225062"/>
            <a:ext cx="8688" cy="314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645807" y="3221911"/>
            <a:ext cx="8688" cy="31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654495" y="3218751"/>
            <a:ext cx="8687" cy="31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663182" y="3215583"/>
            <a:ext cx="8688" cy="31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671870" y="3212406"/>
            <a:ext cx="8688" cy="31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680558" y="3209221"/>
            <a:ext cx="8688" cy="31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689246" y="3206027"/>
            <a:ext cx="8688" cy="31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697934" y="3202823"/>
            <a:ext cx="8688" cy="320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706622" y="3199611"/>
            <a:ext cx="8688" cy="32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715310" y="3196388"/>
            <a:ext cx="8688" cy="322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723998" y="3193155"/>
            <a:ext cx="8688" cy="32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732686" y="3189913"/>
            <a:ext cx="8688" cy="32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741374" y="3186659"/>
            <a:ext cx="8688" cy="325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750062" y="3183395"/>
            <a:ext cx="8688" cy="32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758750" y="3180120"/>
            <a:ext cx="8688" cy="327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767438" y="3176834"/>
            <a:ext cx="8688" cy="32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776126" y="3173536"/>
            <a:ext cx="8687" cy="329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784813" y="3170226"/>
            <a:ext cx="8688" cy="33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793501" y="3166904"/>
            <a:ext cx="8688" cy="33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802189" y="3163569"/>
            <a:ext cx="8688" cy="333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810877" y="3160222"/>
            <a:ext cx="8688" cy="33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819565" y="3156862"/>
            <a:ext cx="8688" cy="33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828253" y="3153488"/>
            <a:ext cx="8688" cy="337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836941" y="3150101"/>
            <a:ext cx="8688" cy="338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845629" y="3146700"/>
            <a:ext cx="8688" cy="340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854317" y="3143285"/>
            <a:ext cx="8688" cy="34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863005" y="3139855"/>
            <a:ext cx="8688" cy="34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871693" y="3136410"/>
            <a:ext cx="8688" cy="34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880381" y="3132950"/>
            <a:ext cx="8688" cy="34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889069" y="3129474"/>
            <a:ext cx="8688" cy="34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897757" y="3125983"/>
            <a:ext cx="8687" cy="34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906444" y="3122475"/>
            <a:ext cx="8688" cy="350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915132" y="3118951"/>
            <a:ext cx="8688" cy="35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923820" y="3115410"/>
            <a:ext cx="8688" cy="35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932508" y="3111852"/>
            <a:ext cx="8688" cy="355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941196" y="3108276"/>
            <a:ext cx="8688" cy="35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949884" y="3104681"/>
            <a:ext cx="8688" cy="359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958572" y="3101069"/>
            <a:ext cx="8688" cy="36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967260" y="3097438"/>
            <a:ext cx="8688" cy="36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975948" y="3093788"/>
            <a:ext cx="8688" cy="365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984636" y="3090118"/>
            <a:ext cx="8688" cy="36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993324" y="3086428"/>
            <a:ext cx="8688" cy="369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002012" y="3082718"/>
            <a:ext cx="8688" cy="37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010700" y="3078987"/>
            <a:ext cx="8688" cy="37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019388" y="3075235"/>
            <a:ext cx="8687" cy="375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028075" y="3071461"/>
            <a:ext cx="8688" cy="377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036763" y="3067666"/>
            <a:ext cx="8688" cy="379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045451" y="3063847"/>
            <a:ext cx="8688" cy="38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054139" y="3060006"/>
            <a:ext cx="8688" cy="38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062827" y="3056142"/>
            <a:ext cx="8688" cy="38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071515" y="3052253"/>
            <a:ext cx="8688" cy="388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080203" y="3048340"/>
            <a:ext cx="8688" cy="391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088891" y="3044403"/>
            <a:ext cx="8688" cy="39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097579" y="3040440"/>
            <a:ext cx="8688" cy="396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106267" y="3036451"/>
            <a:ext cx="8688" cy="398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114955" y="3032435"/>
            <a:ext cx="8688" cy="401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123643" y="3028393"/>
            <a:ext cx="8688" cy="40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132331" y="3024323"/>
            <a:ext cx="8688" cy="40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141019" y="3020226"/>
            <a:ext cx="8687" cy="409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149706" y="3016099"/>
            <a:ext cx="8688" cy="41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158394" y="3011944"/>
            <a:ext cx="8688" cy="41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167082" y="3007759"/>
            <a:ext cx="8688" cy="41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175770" y="3003543"/>
            <a:ext cx="8688" cy="421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2184458" y="2999297"/>
            <a:ext cx="8688" cy="42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2193146" y="2995018"/>
            <a:ext cx="8688" cy="427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2201834" y="2990708"/>
            <a:ext cx="8688" cy="43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210522" y="2986365"/>
            <a:ext cx="8688" cy="434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219210" y="2981988"/>
            <a:ext cx="8688" cy="43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227898" y="2977578"/>
            <a:ext cx="8688" cy="44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236586" y="2973132"/>
            <a:ext cx="8688" cy="44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245274" y="2968650"/>
            <a:ext cx="8688" cy="44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253962" y="2964133"/>
            <a:ext cx="8688" cy="45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262650" y="2959578"/>
            <a:ext cx="8687" cy="45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2271337" y="2954985"/>
            <a:ext cx="8688" cy="45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280025" y="2950354"/>
            <a:ext cx="8688" cy="46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288713" y="2945683"/>
            <a:ext cx="8688" cy="467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297401" y="2940972"/>
            <a:ext cx="8688" cy="47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306089" y="2936220"/>
            <a:ext cx="8688" cy="475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14777" y="2931426"/>
            <a:ext cx="8688" cy="47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323465" y="2926589"/>
            <a:ext cx="8688" cy="48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332153" y="2921708"/>
            <a:ext cx="8688" cy="488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340841" y="2916783"/>
            <a:ext cx="8688" cy="49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349529" y="2911812"/>
            <a:ext cx="8688" cy="497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358217" y="2906795"/>
            <a:ext cx="8688" cy="50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2366905" y="2901730"/>
            <a:ext cx="8688" cy="50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375593" y="2896616"/>
            <a:ext cx="8688" cy="51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2384281" y="2891453"/>
            <a:ext cx="8687" cy="516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2392968" y="2886239"/>
            <a:ext cx="8688" cy="52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401656" y="2880973"/>
            <a:ext cx="8688" cy="526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410344" y="2875655"/>
            <a:ext cx="8688" cy="53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2419032" y="2870282"/>
            <a:ext cx="8688" cy="537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427720" y="2864854"/>
            <a:ext cx="8688" cy="542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436408" y="2859370"/>
            <a:ext cx="8688" cy="548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445096" y="2853828"/>
            <a:ext cx="8688" cy="55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453784" y="2848226"/>
            <a:ext cx="8688" cy="56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462472" y="2842565"/>
            <a:ext cx="8688" cy="56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471160" y="2836842"/>
            <a:ext cx="8688" cy="572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479848" y="2831056"/>
            <a:ext cx="8688" cy="57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488536" y="2825205"/>
            <a:ext cx="8688" cy="58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497224" y="2819288"/>
            <a:ext cx="8688" cy="59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505912" y="2813304"/>
            <a:ext cx="8688" cy="598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514600" y="2807250"/>
            <a:ext cx="8687" cy="605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523287" y="2801126"/>
            <a:ext cx="8688" cy="61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531975" y="2794929"/>
            <a:ext cx="8688" cy="619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540663" y="2788659"/>
            <a:ext cx="8688" cy="62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2549351" y="2782312"/>
            <a:ext cx="8688" cy="63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558039" y="2775888"/>
            <a:ext cx="8688" cy="64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2566727" y="2769385"/>
            <a:ext cx="8688" cy="65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2575415" y="2762799"/>
            <a:ext cx="8688" cy="65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2584103" y="2756131"/>
            <a:ext cx="8688" cy="66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2592791" y="2749377"/>
            <a:ext cx="8688" cy="675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2601479" y="2742536"/>
            <a:ext cx="8688" cy="68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2610167" y="2735605"/>
            <a:ext cx="8688" cy="69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2618855" y="2728581"/>
            <a:ext cx="8688" cy="70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2627543" y="2721464"/>
            <a:ext cx="8688" cy="71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2636231" y="2714250"/>
            <a:ext cx="8687" cy="72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2644918" y="2706937"/>
            <a:ext cx="8688" cy="731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653606" y="2699522"/>
            <a:ext cx="8688" cy="74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2662294" y="2692002"/>
            <a:ext cx="8688" cy="75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2670982" y="2684376"/>
            <a:ext cx="8688" cy="762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2679670" y="2676640"/>
            <a:ext cx="8688" cy="773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2688358" y="2668791"/>
            <a:ext cx="8688" cy="78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2697046" y="2660826"/>
            <a:ext cx="8688" cy="79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2705734" y="2652742"/>
            <a:ext cx="8688" cy="808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2714422" y="2644536"/>
            <a:ext cx="8688" cy="820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2723110" y="2636205"/>
            <a:ext cx="8688" cy="83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2731798" y="2627745"/>
            <a:ext cx="8688" cy="84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2740486" y="2619152"/>
            <a:ext cx="8688" cy="85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2749174" y="2610423"/>
            <a:ext cx="8688" cy="87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757862" y="2601554"/>
            <a:ext cx="8687" cy="88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766549" y="2592540"/>
            <a:ext cx="8688" cy="90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775237" y="2583379"/>
            <a:ext cx="8688" cy="91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783925" y="2574065"/>
            <a:ext cx="8688" cy="93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792613" y="2564593"/>
            <a:ext cx="8688" cy="947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801301" y="2554961"/>
            <a:ext cx="8688" cy="96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809989" y="2545161"/>
            <a:ext cx="8688" cy="980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818677" y="2535190"/>
            <a:ext cx="8688" cy="997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827365" y="2525043"/>
            <a:ext cx="8688" cy="101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836053" y="2514713"/>
            <a:ext cx="8688" cy="103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844741" y="2504195"/>
            <a:ext cx="8688" cy="105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853429" y="2493484"/>
            <a:ext cx="8688" cy="107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862117" y="2482573"/>
            <a:ext cx="8688" cy="109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2870805" y="2471455"/>
            <a:ext cx="8688" cy="111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2879493" y="2460125"/>
            <a:ext cx="8687" cy="113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2888180" y="2448575"/>
            <a:ext cx="8688" cy="1155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2896868" y="2436798"/>
            <a:ext cx="8688" cy="117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2905556" y="2424786"/>
            <a:ext cx="8688" cy="120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2914244" y="2412531"/>
            <a:ext cx="8688" cy="122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922932" y="2400026"/>
            <a:ext cx="8688" cy="1250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2931620" y="2387262"/>
            <a:ext cx="8688" cy="127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2940308" y="2374229"/>
            <a:ext cx="8688" cy="130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2948996" y="2360918"/>
            <a:ext cx="8688" cy="133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2957684" y="2347319"/>
            <a:ext cx="8688" cy="1359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2966372" y="2333423"/>
            <a:ext cx="8688" cy="138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2975060" y="2319217"/>
            <a:ext cx="8688" cy="1420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2983748" y="2304691"/>
            <a:ext cx="8688" cy="1452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2992436" y="2289833"/>
            <a:ext cx="8688" cy="1485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3001124" y="2274629"/>
            <a:ext cx="8687" cy="1520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3009811" y="2259068"/>
            <a:ext cx="8688" cy="155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3018499" y="2243135"/>
            <a:ext cx="8688" cy="159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3027187" y="2226815"/>
            <a:ext cx="8688" cy="163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3035875" y="2210094"/>
            <a:ext cx="8688" cy="1672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3044563" y="1764792"/>
            <a:ext cx="642907" cy="4453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3719169" y="4456613"/>
            <a:ext cx="647251" cy="4537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366420" y="4439984"/>
            <a:ext cx="8746" cy="166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4375166" y="4423755"/>
            <a:ext cx="8747" cy="162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383913" y="4407909"/>
            <a:ext cx="8747" cy="158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4392660" y="4392433"/>
            <a:ext cx="8746" cy="154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4401406" y="4377313"/>
            <a:ext cx="8747" cy="151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4410153" y="4362536"/>
            <a:ext cx="8747" cy="147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418900" y="4348088"/>
            <a:ext cx="8746" cy="1444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4427646" y="4333959"/>
            <a:ext cx="8747" cy="141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4436393" y="4320137"/>
            <a:ext cx="8746" cy="138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4445139" y="4306612"/>
            <a:ext cx="8747" cy="135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4453886" y="4293372"/>
            <a:ext cx="8747" cy="1324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4462633" y="4280408"/>
            <a:ext cx="8746" cy="129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4471379" y="4267711"/>
            <a:ext cx="8747" cy="1269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4480126" y="4255272"/>
            <a:ext cx="8747" cy="124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4488873" y="4243081"/>
            <a:ext cx="8746" cy="121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4497619" y="4231132"/>
            <a:ext cx="8747" cy="119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4506366" y="4219416"/>
            <a:ext cx="8747" cy="1171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4515113" y="4207926"/>
            <a:ext cx="8746" cy="1149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4523859" y="4196653"/>
            <a:ext cx="8747" cy="1127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4532606" y="4185593"/>
            <a:ext cx="8746" cy="110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4541352" y="4174737"/>
            <a:ext cx="8747" cy="1085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4550099" y="4164080"/>
            <a:ext cx="8747" cy="1065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4558846" y="4153615"/>
            <a:ext cx="8746" cy="104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4567592" y="4143337"/>
            <a:ext cx="8747" cy="1027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4576339" y="4133240"/>
            <a:ext cx="8747" cy="1009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4585086" y="4123318"/>
            <a:ext cx="8746" cy="99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4593832" y="4113567"/>
            <a:ext cx="8747" cy="97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4602579" y="4103981"/>
            <a:ext cx="8746" cy="95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4611325" y="4094556"/>
            <a:ext cx="8747" cy="94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4620072" y="4085287"/>
            <a:ext cx="8747" cy="92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4628819" y="4076169"/>
            <a:ext cx="8746" cy="91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4637565" y="4067199"/>
            <a:ext cx="8747" cy="89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4646312" y="4058371"/>
            <a:ext cx="8747" cy="882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4655059" y="4049683"/>
            <a:ext cx="8746" cy="868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4663805" y="4041131"/>
            <a:ext cx="8747" cy="855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4672552" y="4032710"/>
            <a:ext cx="8747" cy="842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4681299" y="4024417"/>
            <a:ext cx="8746" cy="82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4690045" y="4016248"/>
            <a:ext cx="8747" cy="81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4698792" y="4008201"/>
            <a:ext cx="8746" cy="80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4707538" y="4000272"/>
            <a:ext cx="8747" cy="79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4716285" y="3992458"/>
            <a:ext cx="8747" cy="78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4725032" y="3984756"/>
            <a:ext cx="8746" cy="77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4733778" y="3977164"/>
            <a:ext cx="8747" cy="759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4742525" y="3969677"/>
            <a:ext cx="8747" cy="748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4751272" y="3962294"/>
            <a:ext cx="8746" cy="738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4760018" y="3955012"/>
            <a:ext cx="8747" cy="72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4768765" y="3947829"/>
            <a:ext cx="8746" cy="718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4777511" y="3940742"/>
            <a:ext cx="8747" cy="708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4786258" y="3933748"/>
            <a:ext cx="8747" cy="69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4795005" y="3926845"/>
            <a:ext cx="8746" cy="69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4803751" y="3920032"/>
            <a:ext cx="8747" cy="681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4812498" y="3913305"/>
            <a:ext cx="8747" cy="67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4821245" y="3906664"/>
            <a:ext cx="8746" cy="66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4829991" y="3900105"/>
            <a:ext cx="8747" cy="65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4838738" y="3893627"/>
            <a:ext cx="8747" cy="647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4847485" y="3887228"/>
            <a:ext cx="8746" cy="639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4856231" y="3880906"/>
            <a:ext cx="8747" cy="63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4864978" y="3874660"/>
            <a:ext cx="8746" cy="62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4873724" y="3868486"/>
            <a:ext cx="8747" cy="617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4882471" y="3862385"/>
            <a:ext cx="8747" cy="610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4891218" y="3856354"/>
            <a:ext cx="8746" cy="60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4899964" y="3850392"/>
            <a:ext cx="8747" cy="596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4908711" y="3844496"/>
            <a:ext cx="8747" cy="58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4917458" y="3838666"/>
            <a:ext cx="8746" cy="58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4926204" y="3832900"/>
            <a:ext cx="8747" cy="576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4934951" y="3827197"/>
            <a:ext cx="8746" cy="57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4943697" y="3821555"/>
            <a:ext cx="8747" cy="56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4952444" y="3815973"/>
            <a:ext cx="8747" cy="55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4961191" y="3810449"/>
            <a:ext cx="8746" cy="55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4969937" y="3804983"/>
            <a:ext cx="8747" cy="546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978684" y="3799573"/>
            <a:ext cx="8747" cy="54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987431" y="3794217"/>
            <a:ext cx="8746" cy="535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996177" y="3788915"/>
            <a:ext cx="8747" cy="53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5004924" y="3783666"/>
            <a:ext cx="8747" cy="52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5013671" y="3778468"/>
            <a:ext cx="8746" cy="519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5022417" y="3773321"/>
            <a:ext cx="8747" cy="51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5031164" y="3768222"/>
            <a:ext cx="8746" cy="509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5039910" y="3763172"/>
            <a:ext cx="8747" cy="505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5048657" y="3758169"/>
            <a:ext cx="8747" cy="50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5057404" y="3753212"/>
            <a:ext cx="8746" cy="495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066150" y="3748300"/>
            <a:ext cx="8747" cy="49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5074897" y="3743433"/>
            <a:ext cx="8747" cy="486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083644" y="3738609"/>
            <a:ext cx="8746" cy="48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092390" y="3733827"/>
            <a:ext cx="8747" cy="47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5101137" y="3729088"/>
            <a:ext cx="8746" cy="47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109883" y="3724388"/>
            <a:ext cx="8747" cy="470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5118630" y="3719729"/>
            <a:ext cx="8747" cy="46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5127377" y="3715109"/>
            <a:ext cx="8746" cy="46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5136123" y="3710527"/>
            <a:ext cx="8747" cy="45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5144870" y="3705982"/>
            <a:ext cx="8747" cy="45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5153617" y="3701475"/>
            <a:ext cx="8746" cy="450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5162363" y="3697003"/>
            <a:ext cx="8747" cy="447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5171110" y="3692567"/>
            <a:ext cx="8746" cy="443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5179856" y="3688165"/>
            <a:ext cx="8747" cy="44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5188603" y="3683797"/>
            <a:ext cx="8747" cy="43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5197350" y="3679463"/>
            <a:ext cx="8746" cy="433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5206096" y="3675160"/>
            <a:ext cx="8747" cy="43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5214843" y="3670890"/>
            <a:ext cx="8747" cy="42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5223590" y="3666651"/>
            <a:ext cx="8746" cy="42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5232336" y="3662443"/>
            <a:ext cx="8747" cy="420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5241083" y="3658265"/>
            <a:ext cx="8747" cy="417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5249830" y="3654116"/>
            <a:ext cx="8746" cy="41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5258576" y="3649996"/>
            <a:ext cx="8747" cy="41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5267323" y="3645904"/>
            <a:ext cx="8746" cy="409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5276069" y="3641841"/>
            <a:ext cx="8747" cy="406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5284816" y="3637804"/>
            <a:ext cx="8747" cy="40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5293563" y="3633794"/>
            <a:ext cx="8746" cy="40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5302309" y="3629810"/>
            <a:ext cx="8747" cy="398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5311056" y="3625851"/>
            <a:ext cx="8747" cy="39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5319803" y="3621918"/>
            <a:ext cx="8746" cy="39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5328549" y="3618009"/>
            <a:ext cx="8747" cy="390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5337296" y="3614124"/>
            <a:ext cx="8746" cy="38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5346042" y="3610263"/>
            <a:ext cx="8747" cy="38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5354789" y="3606425"/>
            <a:ext cx="8747" cy="383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5363536" y="3602610"/>
            <a:ext cx="8746" cy="38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5372282" y="3598817"/>
            <a:ext cx="8747" cy="37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5381029" y="3595046"/>
            <a:ext cx="8747" cy="377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5389776" y="3591296"/>
            <a:ext cx="8746" cy="375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5398522" y="3587567"/>
            <a:ext cx="8747" cy="37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5407269" y="3583858"/>
            <a:ext cx="8747" cy="370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5416016" y="3580170"/>
            <a:ext cx="8746" cy="368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5424762" y="3576501"/>
            <a:ext cx="8747" cy="36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5433509" y="3572852"/>
            <a:ext cx="8746" cy="36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5442255" y="3569221"/>
            <a:ext cx="8747" cy="36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5451002" y="3565609"/>
            <a:ext cx="8747" cy="36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5459749" y="3562015"/>
            <a:ext cx="8746" cy="35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5468495" y="3558439"/>
            <a:ext cx="8747" cy="35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5477242" y="3554880"/>
            <a:ext cx="8747" cy="35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5485989" y="3551338"/>
            <a:ext cx="8746" cy="35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5494735" y="3547813"/>
            <a:ext cx="8747" cy="35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5503482" y="3544304"/>
            <a:ext cx="8746" cy="350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5512228" y="3540811"/>
            <a:ext cx="8747" cy="34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5520975" y="3537334"/>
            <a:ext cx="8747" cy="34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5529722" y="3533872"/>
            <a:ext cx="8746" cy="346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5538468" y="3530425"/>
            <a:ext cx="8747" cy="34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5547215" y="3526993"/>
            <a:ext cx="8747" cy="34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5555962" y="3523574"/>
            <a:ext cx="8746" cy="34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5564708" y="3520170"/>
            <a:ext cx="8747" cy="340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5573455" y="3516780"/>
            <a:ext cx="8747" cy="339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5582202" y="3513403"/>
            <a:ext cx="8746" cy="33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5590948" y="3510039"/>
            <a:ext cx="8747" cy="33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5599695" y="3506688"/>
            <a:ext cx="8746" cy="33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5608441" y="3503349"/>
            <a:ext cx="8747" cy="33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5617188" y="3500022"/>
            <a:ext cx="8747" cy="33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5625935" y="3496707"/>
            <a:ext cx="8746" cy="33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5634681" y="3493404"/>
            <a:ext cx="8747" cy="33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5643428" y="3490113"/>
            <a:ext cx="8747" cy="32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5652175" y="3486832"/>
            <a:ext cx="8746" cy="328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5660921" y="3483562"/>
            <a:ext cx="8747" cy="32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5669668" y="3480302"/>
            <a:ext cx="8746" cy="32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5678414" y="3477053"/>
            <a:ext cx="8747" cy="32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5687161" y="3473814"/>
            <a:ext cx="8747" cy="32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5695908" y="3470585"/>
            <a:ext cx="8746" cy="32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5704654" y="3467364"/>
            <a:ext cx="8747" cy="322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5713401" y="3464154"/>
            <a:ext cx="8747" cy="32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5722148" y="3460952"/>
            <a:ext cx="8746" cy="32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5730894" y="3457759"/>
            <a:ext cx="8747" cy="31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5739641" y="3454574"/>
            <a:ext cx="8747" cy="31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5748388" y="3451397"/>
            <a:ext cx="8746" cy="31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5757134" y="3448229"/>
            <a:ext cx="8747" cy="31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5765881" y="3445068"/>
            <a:ext cx="8746" cy="31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5774627" y="3441914"/>
            <a:ext cx="8747" cy="315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5783374" y="3438768"/>
            <a:ext cx="8747" cy="31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5792121" y="3435629"/>
            <a:ext cx="8746" cy="31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5800867" y="3432497"/>
            <a:ext cx="8747" cy="31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5809614" y="3429371"/>
            <a:ext cx="8747" cy="312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5818361" y="3426252"/>
            <a:ext cx="8746" cy="31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5827107" y="3423138"/>
            <a:ext cx="8747" cy="31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5835854" y="3420031"/>
            <a:ext cx="8746" cy="310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5844600" y="3416929"/>
            <a:ext cx="8747" cy="31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5853347" y="3413833"/>
            <a:ext cx="8747" cy="30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5862094" y="3410741"/>
            <a:ext cx="8746" cy="309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5870840" y="3407655"/>
            <a:ext cx="8747" cy="30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5879587" y="3404574"/>
            <a:ext cx="8747" cy="308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5888334" y="3401497"/>
            <a:ext cx="8746" cy="30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5897080" y="3398424"/>
            <a:ext cx="8747" cy="307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5905827" y="3395356"/>
            <a:ext cx="8747" cy="30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5914574" y="3392291"/>
            <a:ext cx="8746" cy="30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5923320" y="3389230"/>
            <a:ext cx="8747" cy="30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5932067" y="3386173"/>
            <a:ext cx="8746" cy="305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5940813" y="3383119"/>
            <a:ext cx="8747" cy="305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5949560" y="3380068"/>
            <a:ext cx="8747" cy="30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5958307" y="3377019"/>
            <a:ext cx="8746" cy="30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5967053" y="3373974"/>
            <a:ext cx="8747" cy="30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5975800" y="3370931"/>
            <a:ext cx="8747" cy="304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5984547" y="3367890"/>
            <a:ext cx="8746" cy="30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5993293" y="3364851"/>
            <a:ext cx="8747" cy="30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6002040" y="3361814"/>
            <a:ext cx="8746" cy="30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6010786" y="3358779"/>
            <a:ext cx="8747" cy="303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6019533" y="3355745"/>
            <a:ext cx="8747" cy="303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6028280" y="3352712"/>
            <a:ext cx="8746" cy="30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6037026" y="3349680"/>
            <a:ext cx="8747" cy="30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6045773" y="3346649"/>
            <a:ext cx="8747" cy="30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6054520" y="3343619"/>
            <a:ext cx="8746" cy="30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6063266" y="3340589"/>
            <a:ext cx="8747" cy="30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6072013" y="3337560"/>
            <a:ext cx="8747" cy="30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6080760" y="3334530"/>
            <a:ext cx="8746" cy="30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6089506" y="3331500"/>
            <a:ext cx="8747" cy="30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6098253" y="3328470"/>
            <a:ext cx="8746" cy="30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6106999" y="3325439"/>
            <a:ext cx="8747" cy="30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6115746" y="3322407"/>
            <a:ext cx="8747" cy="30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6124493" y="3319374"/>
            <a:ext cx="8746" cy="30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6133239" y="3316340"/>
            <a:ext cx="8747" cy="303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6141986" y="3313305"/>
            <a:ext cx="8747" cy="303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6150733" y="3310268"/>
            <a:ext cx="8746" cy="30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6159479" y="3307229"/>
            <a:ext cx="8747" cy="30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6168226" y="3304188"/>
            <a:ext cx="8746" cy="30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6176972" y="3301145"/>
            <a:ext cx="8747" cy="304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6185719" y="3298100"/>
            <a:ext cx="8747" cy="30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6194466" y="3295051"/>
            <a:ext cx="8746" cy="30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6203212" y="3292000"/>
            <a:ext cx="8747" cy="30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6211959" y="3288946"/>
            <a:ext cx="8747" cy="305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6220706" y="3285889"/>
            <a:ext cx="8746" cy="305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6229452" y="3282828"/>
            <a:ext cx="8747" cy="30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6238199" y="3279763"/>
            <a:ext cx="8746" cy="30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6246945" y="3276695"/>
            <a:ext cx="8747" cy="30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6255692" y="3273622"/>
            <a:ext cx="8747" cy="307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6264439" y="3270545"/>
            <a:ext cx="8746" cy="30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6273185" y="3267464"/>
            <a:ext cx="8747" cy="308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6281932" y="3264378"/>
            <a:ext cx="8747" cy="30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6290679" y="3261286"/>
            <a:ext cx="8746" cy="309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6299425" y="3258190"/>
            <a:ext cx="8747" cy="30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6308172" y="3255088"/>
            <a:ext cx="8747" cy="31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6316919" y="3251981"/>
            <a:ext cx="8746" cy="310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6325665" y="3248867"/>
            <a:ext cx="8747" cy="31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6334412" y="3245748"/>
            <a:ext cx="8746" cy="31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6343158" y="3242622"/>
            <a:ext cx="8747" cy="312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6351905" y="3239490"/>
            <a:ext cx="8747" cy="31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6360652" y="3236351"/>
            <a:ext cx="8746" cy="31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6369398" y="3233205"/>
            <a:ext cx="8747" cy="31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6378145" y="3230051"/>
            <a:ext cx="8747" cy="315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6386892" y="3226890"/>
            <a:ext cx="8746" cy="31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6395638" y="3223722"/>
            <a:ext cx="8747" cy="31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6404385" y="3220545"/>
            <a:ext cx="8746" cy="31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6413131" y="3217360"/>
            <a:ext cx="8747" cy="31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6421878" y="3214167"/>
            <a:ext cx="8747" cy="31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6430625" y="3210965"/>
            <a:ext cx="8746" cy="32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6439371" y="3207755"/>
            <a:ext cx="8747" cy="32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6448118" y="3204534"/>
            <a:ext cx="8747" cy="322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6456865" y="3201305"/>
            <a:ext cx="8746" cy="32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465611" y="3198066"/>
            <a:ext cx="8747" cy="32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6474358" y="3194817"/>
            <a:ext cx="8747" cy="32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483105" y="3191557"/>
            <a:ext cx="8746" cy="32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6491851" y="3188287"/>
            <a:ext cx="8747" cy="32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6500598" y="3185006"/>
            <a:ext cx="8746" cy="328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6509344" y="3181715"/>
            <a:ext cx="8747" cy="32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6518091" y="3178412"/>
            <a:ext cx="8747" cy="33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6526838" y="3175097"/>
            <a:ext cx="8746" cy="33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6535584" y="3171770"/>
            <a:ext cx="8747" cy="33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6544331" y="3168431"/>
            <a:ext cx="8747" cy="33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6553078" y="3165080"/>
            <a:ext cx="8746" cy="33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6561824" y="3161716"/>
            <a:ext cx="8747" cy="33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6570571" y="3158339"/>
            <a:ext cx="8746" cy="33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6579317" y="3154949"/>
            <a:ext cx="8747" cy="339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6588064" y="3151545"/>
            <a:ext cx="8747" cy="340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6596811" y="3148126"/>
            <a:ext cx="8746" cy="34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6605557" y="3144694"/>
            <a:ext cx="8747" cy="34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6614304" y="3141247"/>
            <a:ext cx="8747" cy="34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6623051" y="3137785"/>
            <a:ext cx="8746" cy="346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6631797" y="3134308"/>
            <a:ext cx="8747" cy="34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6640544" y="3130815"/>
            <a:ext cx="8747" cy="34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6649291" y="3127306"/>
            <a:ext cx="8746" cy="350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6658037" y="3123781"/>
            <a:ext cx="8747" cy="35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6666784" y="3120239"/>
            <a:ext cx="8746" cy="35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6675530" y="3116680"/>
            <a:ext cx="8747" cy="35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6684277" y="3113104"/>
            <a:ext cx="8747" cy="35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6693024" y="3109510"/>
            <a:ext cx="8746" cy="35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6701770" y="3105898"/>
            <a:ext cx="8747" cy="36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6710517" y="3102267"/>
            <a:ext cx="8747" cy="36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6719264" y="3098618"/>
            <a:ext cx="8746" cy="36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6728010" y="3094949"/>
            <a:ext cx="8747" cy="36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6736757" y="3091261"/>
            <a:ext cx="8746" cy="368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V="1">
            <a:off x="6745503" y="3087552"/>
            <a:ext cx="8747" cy="370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6754250" y="3083823"/>
            <a:ext cx="8747" cy="37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6762997" y="3080073"/>
            <a:ext cx="8746" cy="375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6771743" y="3076302"/>
            <a:ext cx="8747" cy="377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6780490" y="3072509"/>
            <a:ext cx="8747" cy="37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6789237" y="3068694"/>
            <a:ext cx="8746" cy="38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6797983" y="3064856"/>
            <a:ext cx="8747" cy="383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V="1">
            <a:off x="6806730" y="3060995"/>
            <a:ext cx="8747" cy="38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6815477" y="3057110"/>
            <a:ext cx="8746" cy="38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V="1">
            <a:off x="6824223" y="3053201"/>
            <a:ext cx="8747" cy="390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6832970" y="3049268"/>
            <a:ext cx="8746" cy="39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6841716" y="3045309"/>
            <a:ext cx="8747" cy="39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6850463" y="3041325"/>
            <a:ext cx="8747" cy="398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6859210" y="3037315"/>
            <a:ext cx="8746" cy="40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6867956" y="3033278"/>
            <a:ext cx="8747" cy="40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6876703" y="3029215"/>
            <a:ext cx="8747" cy="406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6885450" y="3025123"/>
            <a:ext cx="8746" cy="409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V="1">
            <a:off x="6894196" y="3021003"/>
            <a:ext cx="8747" cy="41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V="1">
            <a:off x="6902943" y="3016854"/>
            <a:ext cx="8746" cy="41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V="1">
            <a:off x="6911689" y="3012676"/>
            <a:ext cx="8747" cy="417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V="1">
            <a:off x="6920436" y="3008468"/>
            <a:ext cx="8747" cy="420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V="1">
            <a:off x="6929183" y="3004229"/>
            <a:ext cx="8746" cy="42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6937929" y="2999959"/>
            <a:ext cx="8747" cy="42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V="1">
            <a:off x="6946676" y="2995656"/>
            <a:ext cx="8747" cy="43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V="1">
            <a:off x="6955423" y="2991322"/>
            <a:ext cx="8746" cy="433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6964169" y="2986954"/>
            <a:ext cx="8747" cy="43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6972916" y="2982552"/>
            <a:ext cx="8747" cy="44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6981663" y="2978116"/>
            <a:ext cx="8746" cy="443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6990409" y="2973644"/>
            <a:ext cx="8747" cy="447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6999156" y="2969137"/>
            <a:ext cx="8746" cy="450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7007902" y="2964592"/>
            <a:ext cx="8747" cy="45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V="1">
            <a:off x="7016649" y="2960010"/>
            <a:ext cx="8747" cy="45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V="1">
            <a:off x="7025396" y="2955390"/>
            <a:ext cx="8746" cy="46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V="1">
            <a:off x="7034142" y="2950731"/>
            <a:ext cx="8747" cy="46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7042889" y="2946031"/>
            <a:ext cx="8747" cy="470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V="1">
            <a:off x="7051636" y="2941292"/>
            <a:ext cx="8746" cy="47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 flipV="1">
            <a:off x="7060382" y="2936510"/>
            <a:ext cx="8747" cy="47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V="1">
            <a:off x="7069129" y="2931686"/>
            <a:ext cx="8746" cy="48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7077875" y="2926819"/>
            <a:ext cx="8747" cy="486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V="1">
            <a:off x="7086622" y="2921907"/>
            <a:ext cx="8747" cy="49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7095369" y="2916950"/>
            <a:ext cx="8746" cy="495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V="1">
            <a:off x="7104115" y="2911947"/>
            <a:ext cx="8747" cy="50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7112862" y="2906897"/>
            <a:ext cx="8747" cy="505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7121609" y="2901798"/>
            <a:ext cx="8746" cy="509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7130355" y="2896651"/>
            <a:ext cx="8747" cy="51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7139102" y="2891453"/>
            <a:ext cx="8746" cy="519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7147848" y="2886204"/>
            <a:ext cx="8747" cy="52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7156595" y="2880902"/>
            <a:ext cx="8747" cy="53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V="1">
            <a:off x="7165342" y="2875546"/>
            <a:ext cx="8746" cy="535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7174088" y="2870136"/>
            <a:ext cx="8747" cy="54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V="1">
            <a:off x="7182835" y="2864670"/>
            <a:ext cx="8747" cy="546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V="1">
            <a:off x="7191582" y="2859146"/>
            <a:ext cx="8746" cy="55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V="1">
            <a:off x="7200328" y="2853564"/>
            <a:ext cx="8747" cy="55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V="1">
            <a:off x="7209075" y="2847922"/>
            <a:ext cx="8747" cy="56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V="1">
            <a:off x="7217822" y="2842219"/>
            <a:ext cx="8746" cy="57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V="1">
            <a:off x="7226568" y="2836453"/>
            <a:ext cx="8747" cy="576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 flipV="1">
            <a:off x="7235315" y="2830623"/>
            <a:ext cx="8746" cy="58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7244061" y="2824727"/>
            <a:ext cx="8747" cy="58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V="1">
            <a:off x="7252808" y="2818765"/>
            <a:ext cx="8747" cy="596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V="1">
            <a:off x="7261555" y="2812734"/>
            <a:ext cx="8746" cy="60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7270301" y="2806633"/>
            <a:ext cx="8747" cy="610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7279048" y="2800459"/>
            <a:ext cx="8747" cy="617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7287795" y="2794213"/>
            <a:ext cx="8746" cy="62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V="1">
            <a:off x="7296541" y="2787891"/>
            <a:ext cx="8747" cy="63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7305288" y="2781492"/>
            <a:ext cx="8746" cy="639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7314034" y="2775014"/>
            <a:ext cx="8747" cy="647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7322781" y="2768455"/>
            <a:ext cx="8747" cy="65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7331528" y="2761814"/>
            <a:ext cx="8746" cy="66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7340274" y="2755087"/>
            <a:ext cx="8747" cy="67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7349021" y="2748274"/>
            <a:ext cx="8747" cy="681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7357768" y="2741371"/>
            <a:ext cx="8746" cy="69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7366514" y="2734377"/>
            <a:ext cx="8747" cy="69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7375261" y="2727290"/>
            <a:ext cx="8747" cy="708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7384008" y="2720107"/>
            <a:ext cx="8746" cy="718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7392754" y="2712825"/>
            <a:ext cx="8747" cy="72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7401501" y="2705442"/>
            <a:ext cx="8746" cy="738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7410247" y="2697955"/>
            <a:ext cx="8747" cy="748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7418994" y="2690363"/>
            <a:ext cx="8747" cy="759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7427741" y="2682661"/>
            <a:ext cx="8746" cy="77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7436487" y="2674847"/>
            <a:ext cx="8747" cy="78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445234" y="2666918"/>
            <a:ext cx="8747" cy="79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7453981" y="2658871"/>
            <a:ext cx="8746" cy="80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7462727" y="2650702"/>
            <a:ext cx="8747" cy="81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7471474" y="2642409"/>
            <a:ext cx="8746" cy="82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7480220" y="2633988"/>
            <a:ext cx="8747" cy="842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7488967" y="2625436"/>
            <a:ext cx="8747" cy="855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7497714" y="2616748"/>
            <a:ext cx="8746" cy="868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7506460" y="2607920"/>
            <a:ext cx="8747" cy="882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7515207" y="2598950"/>
            <a:ext cx="8747" cy="89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7523954" y="2589832"/>
            <a:ext cx="8746" cy="91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7532700" y="2580563"/>
            <a:ext cx="8747" cy="92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7541447" y="2571138"/>
            <a:ext cx="8747" cy="94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7550194" y="2561552"/>
            <a:ext cx="8746" cy="95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7558940" y="2551801"/>
            <a:ext cx="8747" cy="97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7567687" y="2541879"/>
            <a:ext cx="8746" cy="99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7576433" y="2531782"/>
            <a:ext cx="8747" cy="1009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7585180" y="2521504"/>
            <a:ext cx="8747" cy="1027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7593927" y="2511039"/>
            <a:ext cx="8746" cy="104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7602673" y="2500382"/>
            <a:ext cx="8747" cy="1065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7611420" y="2489526"/>
            <a:ext cx="8747" cy="1085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7620167" y="2478466"/>
            <a:ext cx="8746" cy="110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7628913" y="2467193"/>
            <a:ext cx="8747" cy="1127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7637660" y="2455703"/>
            <a:ext cx="8746" cy="1149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7646406" y="2443987"/>
            <a:ext cx="8747" cy="1171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7655153" y="2432038"/>
            <a:ext cx="8747" cy="119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7663900" y="2419847"/>
            <a:ext cx="8746" cy="121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7672646" y="2407408"/>
            <a:ext cx="8747" cy="1243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7681393" y="2394711"/>
            <a:ext cx="8747" cy="1269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7690140" y="2381747"/>
            <a:ext cx="8746" cy="129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7698886" y="2368507"/>
            <a:ext cx="8747" cy="1324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7707633" y="2354982"/>
            <a:ext cx="8747" cy="135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7716380" y="2341160"/>
            <a:ext cx="8746" cy="138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7725126" y="2327031"/>
            <a:ext cx="8747" cy="141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7733873" y="2312583"/>
            <a:ext cx="8746" cy="1444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7742619" y="2297806"/>
            <a:ext cx="8747" cy="147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7751366" y="2282686"/>
            <a:ext cx="8747" cy="151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7760113" y="2267210"/>
            <a:ext cx="8746" cy="154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7768859" y="2251364"/>
            <a:ext cx="8747" cy="158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7777606" y="2235135"/>
            <a:ext cx="8747" cy="162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7786353" y="2218506"/>
            <a:ext cx="8746" cy="166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7795099" y="1764792"/>
            <a:ext cx="647251" cy="4537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8474049" y="4465025"/>
            <a:ext cx="642907" cy="4453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9116956" y="4448304"/>
            <a:ext cx="8688" cy="1672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9125644" y="4431984"/>
            <a:ext cx="8688" cy="163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9134332" y="4416051"/>
            <a:ext cx="8688" cy="159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9143020" y="4400490"/>
            <a:ext cx="8688" cy="155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9151708" y="4385286"/>
            <a:ext cx="8687" cy="1520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9160395" y="4370428"/>
            <a:ext cx="8688" cy="1485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9169083" y="4355902"/>
            <a:ext cx="8688" cy="1452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9177771" y="4341696"/>
            <a:ext cx="8688" cy="1420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9186459" y="4327800"/>
            <a:ext cx="8688" cy="138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9195147" y="4314201"/>
            <a:ext cx="8688" cy="1359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9203835" y="4300890"/>
            <a:ext cx="8688" cy="133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V="1">
            <a:off x="9212523" y="4287857"/>
            <a:ext cx="8688" cy="130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9221211" y="4275093"/>
            <a:ext cx="8688" cy="127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9229899" y="4262588"/>
            <a:ext cx="8688" cy="1250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9238587" y="4250333"/>
            <a:ext cx="8688" cy="122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9247275" y="4238321"/>
            <a:ext cx="8688" cy="120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9255963" y="4226544"/>
            <a:ext cx="8688" cy="117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9264651" y="4214994"/>
            <a:ext cx="8688" cy="1155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9273339" y="4203664"/>
            <a:ext cx="8687" cy="113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9282026" y="4192546"/>
            <a:ext cx="8688" cy="111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9290714" y="4181635"/>
            <a:ext cx="8688" cy="109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9299402" y="4170924"/>
            <a:ext cx="8688" cy="107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9308090" y="4160406"/>
            <a:ext cx="8688" cy="105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9316778" y="4150076"/>
            <a:ext cx="8688" cy="103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9325466" y="4139929"/>
            <a:ext cx="8688" cy="101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9334154" y="4129958"/>
            <a:ext cx="8688" cy="997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9342842" y="4120158"/>
            <a:ext cx="8688" cy="980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9351530" y="4110526"/>
            <a:ext cx="8688" cy="96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9360218" y="4101054"/>
            <a:ext cx="8688" cy="947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9368906" y="4091740"/>
            <a:ext cx="8688" cy="93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 flipV="1">
            <a:off x="9377594" y="4082579"/>
            <a:ext cx="8688" cy="91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9386282" y="4073565"/>
            <a:ext cx="8688" cy="90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9394970" y="4064696"/>
            <a:ext cx="8687" cy="88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9403657" y="4055967"/>
            <a:ext cx="8688" cy="87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V="1">
            <a:off x="9412345" y="4047374"/>
            <a:ext cx="8688" cy="85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V="1">
            <a:off x="9421033" y="4038914"/>
            <a:ext cx="8688" cy="84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9429721" y="4030583"/>
            <a:ext cx="8688" cy="83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9438409" y="4022377"/>
            <a:ext cx="8688" cy="820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9447097" y="4014293"/>
            <a:ext cx="8688" cy="808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9455785" y="4006328"/>
            <a:ext cx="8688" cy="79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9464473" y="3998479"/>
            <a:ext cx="8688" cy="78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9473161" y="3990743"/>
            <a:ext cx="8688" cy="773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9481849" y="3983117"/>
            <a:ext cx="8688" cy="762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9490537" y="3975597"/>
            <a:ext cx="8688" cy="752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9499225" y="3968182"/>
            <a:ext cx="8688" cy="74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9507913" y="3960869"/>
            <a:ext cx="8688" cy="731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9516601" y="3953655"/>
            <a:ext cx="8687" cy="72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9525288" y="3946538"/>
            <a:ext cx="8688" cy="71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9533976" y="3939514"/>
            <a:ext cx="8688" cy="70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9542664" y="3932583"/>
            <a:ext cx="8688" cy="69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9551352" y="3925742"/>
            <a:ext cx="8688" cy="68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9560040" y="3918988"/>
            <a:ext cx="8688" cy="675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9568728" y="3912320"/>
            <a:ext cx="8688" cy="66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 flipV="1">
            <a:off x="9577416" y="3905734"/>
            <a:ext cx="8688" cy="65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 flipV="1">
            <a:off x="9586104" y="3899231"/>
            <a:ext cx="8688" cy="650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 flipV="1">
            <a:off x="9594792" y="3892807"/>
            <a:ext cx="8688" cy="64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 flipV="1">
            <a:off x="9603480" y="3886460"/>
            <a:ext cx="8688" cy="63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 flipV="1">
            <a:off x="9612168" y="3880190"/>
            <a:ext cx="8688" cy="62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9620856" y="3873993"/>
            <a:ext cx="8688" cy="619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9629544" y="3867869"/>
            <a:ext cx="8688" cy="61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9638232" y="3861816"/>
            <a:ext cx="8688" cy="605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9646920" y="3855831"/>
            <a:ext cx="8687" cy="59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9655607" y="3849914"/>
            <a:ext cx="8688" cy="59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9664295" y="3844063"/>
            <a:ext cx="8688" cy="58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9672983" y="3838277"/>
            <a:ext cx="8688" cy="57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9681671" y="3832554"/>
            <a:ext cx="8688" cy="572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9690359" y="3826893"/>
            <a:ext cx="8688" cy="56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V="1">
            <a:off x="9699047" y="3821291"/>
            <a:ext cx="8688" cy="56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9707735" y="3815749"/>
            <a:ext cx="8688" cy="55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V="1">
            <a:off x="9716423" y="3810265"/>
            <a:ext cx="8688" cy="548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V="1">
            <a:off x="9725111" y="3804837"/>
            <a:ext cx="8688" cy="542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V="1">
            <a:off x="9733799" y="3799464"/>
            <a:ext cx="8688" cy="537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9742487" y="3794146"/>
            <a:ext cx="8688" cy="53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9751175" y="3788880"/>
            <a:ext cx="8688" cy="526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9759863" y="3783666"/>
            <a:ext cx="8688" cy="52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9768551" y="3778503"/>
            <a:ext cx="8687" cy="516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9777238" y="3773389"/>
            <a:ext cx="8688" cy="51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 flipV="1">
            <a:off x="9785926" y="3768324"/>
            <a:ext cx="8688" cy="50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V="1">
            <a:off x="9794614" y="3763307"/>
            <a:ext cx="8688" cy="50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9803302" y="3758336"/>
            <a:ext cx="8688" cy="497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9811990" y="3753411"/>
            <a:ext cx="8688" cy="49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9820678" y="3748530"/>
            <a:ext cx="8688" cy="488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9829366" y="3743693"/>
            <a:ext cx="8688" cy="48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9838054" y="3738899"/>
            <a:ext cx="8688" cy="47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V="1">
            <a:off x="9846742" y="3734147"/>
            <a:ext cx="8688" cy="475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V="1">
            <a:off x="9855430" y="3729436"/>
            <a:ext cx="8688" cy="47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V="1">
            <a:off x="9864118" y="3724765"/>
            <a:ext cx="8688" cy="467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V="1">
            <a:off x="9872806" y="3720134"/>
            <a:ext cx="8688" cy="46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V="1">
            <a:off x="9881494" y="3715541"/>
            <a:ext cx="8688" cy="459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V="1">
            <a:off x="9890182" y="3710986"/>
            <a:ext cx="8687" cy="45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V="1">
            <a:off x="9898869" y="3706469"/>
            <a:ext cx="8688" cy="45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 flipV="1">
            <a:off x="9907557" y="3701987"/>
            <a:ext cx="8688" cy="448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V="1">
            <a:off x="9916245" y="3697541"/>
            <a:ext cx="8688" cy="44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V="1">
            <a:off x="9924933" y="3693131"/>
            <a:ext cx="8688" cy="44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V="1">
            <a:off x="9933621" y="3688754"/>
            <a:ext cx="8688" cy="43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V="1">
            <a:off x="9942309" y="3684411"/>
            <a:ext cx="8688" cy="434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9950997" y="3680101"/>
            <a:ext cx="8688" cy="43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9959685" y="3675822"/>
            <a:ext cx="8688" cy="427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9968373" y="3671576"/>
            <a:ext cx="8688" cy="42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V="1">
            <a:off x="9977061" y="3667360"/>
            <a:ext cx="8688" cy="421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9985749" y="3663175"/>
            <a:ext cx="8688" cy="41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9994437" y="3659020"/>
            <a:ext cx="8688" cy="41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V="1">
            <a:off x="10003125" y="3654893"/>
            <a:ext cx="8688" cy="41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V="1">
            <a:off x="10011813" y="3650796"/>
            <a:ext cx="8687" cy="409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V="1">
            <a:off x="10020500" y="3646726"/>
            <a:ext cx="8688" cy="40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V="1">
            <a:off x="10029188" y="3642684"/>
            <a:ext cx="8688" cy="40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V="1">
            <a:off x="10037876" y="3638668"/>
            <a:ext cx="8688" cy="401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V="1">
            <a:off x="10046564" y="3634679"/>
            <a:ext cx="8688" cy="398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10055252" y="3630716"/>
            <a:ext cx="8688" cy="396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V="1">
            <a:off x="10063940" y="3626779"/>
            <a:ext cx="8688" cy="39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V="1">
            <a:off x="10072628" y="3622866"/>
            <a:ext cx="8688" cy="391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 flipV="1">
            <a:off x="10081316" y="3618977"/>
            <a:ext cx="8688" cy="388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V="1">
            <a:off x="10090004" y="3615113"/>
            <a:ext cx="8688" cy="38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 flipV="1">
            <a:off x="10098692" y="3611272"/>
            <a:ext cx="8688" cy="38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10107380" y="3607453"/>
            <a:ext cx="8688" cy="38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10116068" y="3603658"/>
            <a:ext cx="8688" cy="379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 flipV="1">
            <a:off x="10124756" y="3599884"/>
            <a:ext cx="8688" cy="377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 flipV="1">
            <a:off x="10133444" y="3596132"/>
            <a:ext cx="8687" cy="375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10142131" y="3592401"/>
            <a:ext cx="8688" cy="37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10150819" y="3588691"/>
            <a:ext cx="8688" cy="37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V="1">
            <a:off x="10159507" y="3585001"/>
            <a:ext cx="8688" cy="369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V="1">
            <a:off x="10168195" y="3581331"/>
            <a:ext cx="8688" cy="36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10176883" y="3577681"/>
            <a:ext cx="8688" cy="365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10185571" y="3574050"/>
            <a:ext cx="8688" cy="363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 flipV="1">
            <a:off x="10194259" y="3570438"/>
            <a:ext cx="8688" cy="36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 flipV="1">
            <a:off x="10202947" y="3566843"/>
            <a:ext cx="8688" cy="359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10211635" y="3563267"/>
            <a:ext cx="8688" cy="35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10220323" y="3559709"/>
            <a:ext cx="8688" cy="355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V="1">
            <a:off x="10229011" y="3556168"/>
            <a:ext cx="8688" cy="354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V="1">
            <a:off x="10237699" y="3552644"/>
            <a:ext cx="8688" cy="35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10246387" y="3549136"/>
            <a:ext cx="8688" cy="350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10255075" y="3545645"/>
            <a:ext cx="8687" cy="34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 flipV="1">
            <a:off x="10263762" y="3542169"/>
            <a:ext cx="8688" cy="34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10272450" y="3538709"/>
            <a:ext cx="8688" cy="34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V="1">
            <a:off x="10281138" y="3535264"/>
            <a:ext cx="8688" cy="34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10289826" y="3531834"/>
            <a:ext cx="8688" cy="34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V="1">
            <a:off x="10298514" y="3528419"/>
            <a:ext cx="8688" cy="34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10307202" y="3525018"/>
            <a:ext cx="8688" cy="340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V="1">
            <a:off x="10315890" y="3521631"/>
            <a:ext cx="8688" cy="338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10324578" y="3518257"/>
            <a:ext cx="8688" cy="337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 flipV="1">
            <a:off x="10333266" y="3514897"/>
            <a:ext cx="8688" cy="33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 flipV="1">
            <a:off x="10341954" y="3511550"/>
            <a:ext cx="8688" cy="33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 flipV="1">
            <a:off x="10350642" y="3508215"/>
            <a:ext cx="8688" cy="333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 flipV="1">
            <a:off x="10359330" y="3504893"/>
            <a:ext cx="8688" cy="33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 flipV="1">
            <a:off x="10368018" y="3501583"/>
            <a:ext cx="8688" cy="33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V="1">
            <a:off x="10376706" y="3498285"/>
            <a:ext cx="8687" cy="329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V="1">
            <a:off x="10385393" y="3494999"/>
            <a:ext cx="8688" cy="328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V="1">
            <a:off x="10394081" y="3491724"/>
            <a:ext cx="8688" cy="327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V="1">
            <a:off x="10402769" y="3488460"/>
            <a:ext cx="8688" cy="32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10411457" y="3485206"/>
            <a:ext cx="8688" cy="325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V="1">
            <a:off x="10420145" y="3481964"/>
            <a:ext cx="8688" cy="32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 flipV="1">
            <a:off x="10428833" y="3478731"/>
            <a:ext cx="8688" cy="32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 flipV="1">
            <a:off x="10437521" y="3475508"/>
            <a:ext cx="8688" cy="322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10446209" y="3472296"/>
            <a:ext cx="8688" cy="32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V="1">
            <a:off x="10454897" y="3469092"/>
            <a:ext cx="8688" cy="320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10463585" y="3465898"/>
            <a:ext cx="8688" cy="31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V="1">
            <a:off x="10472273" y="3462713"/>
            <a:ext cx="8688" cy="31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V="1">
            <a:off x="10480961" y="3459536"/>
            <a:ext cx="8688" cy="317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V="1">
            <a:off x="10489649" y="3456368"/>
            <a:ext cx="8688" cy="31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V="1">
            <a:off x="10498337" y="3453208"/>
            <a:ext cx="8687" cy="31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 flipV="1">
            <a:off x="10507024" y="3450057"/>
            <a:ext cx="8688" cy="31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 flipV="1">
            <a:off x="10515712" y="3446913"/>
            <a:ext cx="8688" cy="314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V="1">
            <a:off x="10524400" y="3443776"/>
            <a:ext cx="8688" cy="313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V="1">
            <a:off x="10533088" y="3440647"/>
            <a:ext cx="8688" cy="312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 flipV="1">
            <a:off x="10541776" y="3437525"/>
            <a:ext cx="8688" cy="312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 flipV="1">
            <a:off x="10550464" y="3434409"/>
            <a:ext cx="8688" cy="311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 flipV="1">
            <a:off x="10559152" y="3431300"/>
            <a:ext cx="8688" cy="310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 flipV="1">
            <a:off x="10567840" y="3428198"/>
            <a:ext cx="8688" cy="31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V="1">
            <a:off x="10576528" y="3425102"/>
            <a:ext cx="8688" cy="30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V="1">
            <a:off x="10585216" y="3422011"/>
            <a:ext cx="8688" cy="30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 flipV="1">
            <a:off x="10593904" y="3418927"/>
            <a:ext cx="8688" cy="308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 flipV="1">
            <a:off x="10602592" y="3415848"/>
            <a:ext cx="8688" cy="307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 flipV="1">
            <a:off x="10611280" y="3412774"/>
            <a:ext cx="8688" cy="307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 flipV="1">
            <a:off x="10619968" y="3409705"/>
            <a:ext cx="8687" cy="306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 flipV="1">
            <a:off x="10628655" y="3406641"/>
            <a:ext cx="8688" cy="30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 flipV="1">
            <a:off x="10637343" y="3403582"/>
            <a:ext cx="8688" cy="30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 flipV="1">
            <a:off x="10646031" y="3400527"/>
            <a:ext cx="8688" cy="30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 flipV="1">
            <a:off x="10654719" y="3397476"/>
            <a:ext cx="8688" cy="30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 flipV="1">
            <a:off x="10663407" y="3394430"/>
            <a:ext cx="8688" cy="304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V="1">
            <a:off x="10672095" y="3391387"/>
            <a:ext cx="8688" cy="304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V="1">
            <a:off x="10680783" y="3388347"/>
            <a:ext cx="8688" cy="304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10689471" y="3385312"/>
            <a:ext cx="8688" cy="303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V="1">
            <a:off x="10698159" y="3382279"/>
            <a:ext cx="8688" cy="303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 flipV="1">
            <a:off x="10706847" y="3379249"/>
            <a:ext cx="8688" cy="30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 flipV="1">
            <a:off x="10715535" y="3376222"/>
            <a:ext cx="8688" cy="30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 flipV="1">
            <a:off x="10724223" y="3373198"/>
            <a:ext cx="8688" cy="302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 flipV="1">
            <a:off x="10732911" y="3370175"/>
            <a:ext cx="8688" cy="302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 flipV="1">
            <a:off x="10741599" y="3367156"/>
            <a:ext cx="8687" cy="30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 flipV="1">
            <a:off x="10750286" y="3364138"/>
            <a:ext cx="8688" cy="301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 flipV="1">
            <a:off x="10758974" y="3361121"/>
            <a:ext cx="8688" cy="30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V="1">
            <a:off x="10767662" y="3358107"/>
            <a:ext cx="8688" cy="30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 flipV="1">
            <a:off x="10776350" y="3355093"/>
            <a:ext cx="8688" cy="301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 flipV="1">
            <a:off x="10785038" y="3352081"/>
            <a:ext cx="8688" cy="30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 flipV="1">
            <a:off x="10793726" y="3349070"/>
            <a:ext cx="8688" cy="301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10802414" y="3346060"/>
            <a:ext cx="8688" cy="30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 flipV="1">
            <a:off x="10811102" y="3343050"/>
            <a:ext cx="8688" cy="30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TextBox 811"/>
          <p:cNvSpPr txBox="1"/>
          <p:nvPr/>
        </p:nvSpPr>
        <p:spPr>
          <a:xfrm>
            <a:off x="594360" y="59893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Dotted lines at 90° and 270° are asymptotes. The graph never crosses them.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cot θ from 0° to 360°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cot 90° = cot 270° = 0          cot 0°, cot 180° and cot 360° are not defined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1691640"/>
            <a:ext cx="0" cy="329184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5880" y="3337560"/>
            <a:ext cx="950976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5820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3564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2369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+3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8231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−3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50200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73352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cot 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90°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180°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270°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360°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41729" y="1764792"/>
            <a:ext cx="647251" cy="4537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88980" y="2218506"/>
            <a:ext cx="8746" cy="166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97726" y="2235135"/>
            <a:ext cx="8747" cy="162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06473" y="2251364"/>
            <a:ext cx="8747" cy="158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15220" y="2267210"/>
            <a:ext cx="8746" cy="1547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966" y="2282686"/>
            <a:ext cx="8747" cy="151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32713" y="2297806"/>
            <a:ext cx="8747" cy="147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41460" y="2312583"/>
            <a:ext cx="8746" cy="1444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50206" y="2327031"/>
            <a:ext cx="8747" cy="141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58953" y="2341160"/>
            <a:ext cx="8746" cy="138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067699" y="2354982"/>
            <a:ext cx="8747" cy="13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076446" y="2368507"/>
            <a:ext cx="8747" cy="1324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85193" y="2381747"/>
            <a:ext cx="8746" cy="129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93939" y="2394711"/>
            <a:ext cx="8747" cy="1269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02686" y="2407408"/>
            <a:ext cx="8747" cy="124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11433" y="2419847"/>
            <a:ext cx="8746" cy="121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20179" y="2432038"/>
            <a:ext cx="8747" cy="119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128926" y="2443987"/>
            <a:ext cx="8747" cy="1171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137673" y="2455703"/>
            <a:ext cx="8746" cy="1149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146419" y="2467193"/>
            <a:ext cx="8747" cy="1127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155166" y="2478466"/>
            <a:ext cx="8746" cy="1106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163912" y="2489526"/>
            <a:ext cx="8747" cy="1085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72659" y="2500382"/>
            <a:ext cx="8747" cy="106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81406" y="2511039"/>
            <a:ext cx="8746" cy="1046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90152" y="2521504"/>
            <a:ext cx="8747" cy="102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198899" y="2531782"/>
            <a:ext cx="8747" cy="1009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207646" y="2541879"/>
            <a:ext cx="8746" cy="99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216392" y="2551801"/>
            <a:ext cx="8747" cy="97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225139" y="2561552"/>
            <a:ext cx="8746" cy="958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233885" y="2571138"/>
            <a:ext cx="8747" cy="94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242632" y="2580563"/>
            <a:ext cx="8747" cy="92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251379" y="2589832"/>
            <a:ext cx="8746" cy="911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260125" y="2598950"/>
            <a:ext cx="8747" cy="89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268872" y="2607920"/>
            <a:ext cx="8747" cy="882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277619" y="2616748"/>
            <a:ext cx="8746" cy="868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286365" y="2625436"/>
            <a:ext cx="8747" cy="855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295112" y="2633988"/>
            <a:ext cx="8747" cy="84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303859" y="2642409"/>
            <a:ext cx="8746" cy="82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312605" y="2650702"/>
            <a:ext cx="8747" cy="81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321352" y="2658871"/>
            <a:ext cx="8746" cy="80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330098" y="2666918"/>
            <a:ext cx="8747" cy="79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338845" y="2674847"/>
            <a:ext cx="8747" cy="78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347592" y="2682661"/>
            <a:ext cx="8746" cy="77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356338" y="2690363"/>
            <a:ext cx="8747" cy="75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365085" y="2697955"/>
            <a:ext cx="8747" cy="74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373832" y="2705442"/>
            <a:ext cx="8746" cy="73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382578" y="2712825"/>
            <a:ext cx="8747" cy="72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391325" y="2720107"/>
            <a:ext cx="8746" cy="71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400071" y="2727290"/>
            <a:ext cx="8747" cy="70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408818" y="2734377"/>
            <a:ext cx="8747" cy="699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417565" y="2741371"/>
            <a:ext cx="8746" cy="69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426311" y="2748274"/>
            <a:ext cx="8747" cy="681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435058" y="2755087"/>
            <a:ext cx="8747" cy="672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443805" y="2761814"/>
            <a:ext cx="8746" cy="66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452551" y="2768455"/>
            <a:ext cx="8747" cy="6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461298" y="2775014"/>
            <a:ext cx="8747" cy="64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470045" y="2781492"/>
            <a:ext cx="8746" cy="639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478791" y="2787891"/>
            <a:ext cx="8747" cy="63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487538" y="2794213"/>
            <a:ext cx="8746" cy="62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496284" y="2800459"/>
            <a:ext cx="8747" cy="617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505031" y="2806633"/>
            <a:ext cx="8747" cy="610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513778" y="2812734"/>
            <a:ext cx="8746" cy="60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522524" y="2818765"/>
            <a:ext cx="8747" cy="59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531271" y="2824727"/>
            <a:ext cx="8747" cy="589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540018" y="2830623"/>
            <a:ext cx="8746" cy="58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548764" y="2836453"/>
            <a:ext cx="8747" cy="57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557511" y="2842219"/>
            <a:ext cx="8746" cy="57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566257" y="2847922"/>
            <a:ext cx="8747" cy="56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575004" y="2853564"/>
            <a:ext cx="8747" cy="55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583751" y="2859146"/>
            <a:ext cx="8746" cy="552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592497" y="2864670"/>
            <a:ext cx="8747" cy="54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601244" y="2870136"/>
            <a:ext cx="8747" cy="54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609991" y="2875546"/>
            <a:ext cx="8746" cy="535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618737" y="2880902"/>
            <a:ext cx="8747" cy="53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627484" y="2886204"/>
            <a:ext cx="8747" cy="52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636231" y="2891453"/>
            <a:ext cx="8746" cy="519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644977" y="2896651"/>
            <a:ext cx="8747" cy="51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653724" y="2901798"/>
            <a:ext cx="8746" cy="509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662470" y="2906897"/>
            <a:ext cx="8747" cy="505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671217" y="2911947"/>
            <a:ext cx="8747" cy="50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679964" y="2916950"/>
            <a:ext cx="8746" cy="49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688710" y="2921907"/>
            <a:ext cx="8747" cy="491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697457" y="2926819"/>
            <a:ext cx="8747" cy="486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706204" y="2931686"/>
            <a:ext cx="8746" cy="482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714950" y="2936510"/>
            <a:ext cx="8747" cy="47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723697" y="2941292"/>
            <a:ext cx="8746" cy="47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732443" y="2946031"/>
            <a:ext cx="8747" cy="470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741190" y="2950731"/>
            <a:ext cx="8747" cy="46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749937" y="2955390"/>
            <a:ext cx="8746" cy="46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758683" y="2960010"/>
            <a:ext cx="8747" cy="45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767430" y="2964592"/>
            <a:ext cx="8747" cy="454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776177" y="2969137"/>
            <a:ext cx="8746" cy="450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784923" y="2973644"/>
            <a:ext cx="8747" cy="447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793670" y="2978116"/>
            <a:ext cx="8746" cy="443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802416" y="2982552"/>
            <a:ext cx="8747" cy="44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811163" y="2986954"/>
            <a:ext cx="8747" cy="43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819910" y="2991322"/>
            <a:ext cx="8746" cy="433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828656" y="2995656"/>
            <a:ext cx="8747" cy="43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837403" y="2999959"/>
            <a:ext cx="8747" cy="42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846150" y="3004229"/>
            <a:ext cx="8746" cy="42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2854896" y="3008468"/>
            <a:ext cx="8747" cy="420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863643" y="3012676"/>
            <a:ext cx="8747" cy="41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872390" y="3016854"/>
            <a:ext cx="8746" cy="41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881136" y="3021003"/>
            <a:ext cx="8747" cy="41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889883" y="3025123"/>
            <a:ext cx="8746" cy="40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898629" y="3029215"/>
            <a:ext cx="8747" cy="406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907376" y="3033278"/>
            <a:ext cx="8747" cy="403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916123" y="3037315"/>
            <a:ext cx="8746" cy="40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924869" y="3041325"/>
            <a:ext cx="8747" cy="398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933616" y="3045309"/>
            <a:ext cx="8747" cy="39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942363" y="3049268"/>
            <a:ext cx="8746" cy="39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51109" y="3053201"/>
            <a:ext cx="8747" cy="39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959856" y="3057110"/>
            <a:ext cx="8746" cy="38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968602" y="3060995"/>
            <a:ext cx="8747" cy="38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977349" y="3064856"/>
            <a:ext cx="8747" cy="383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986096" y="3068694"/>
            <a:ext cx="8746" cy="38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994842" y="3072509"/>
            <a:ext cx="8747" cy="37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003589" y="3076302"/>
            <a:ext cx="8747" cy="377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012336" y="3080073"/>
            <a:ext cx="8746" cy="375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3021082" y="3083823"/>
            <a:ext cx="8747" cy="37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29829" y="3087552"/>
            <a:ext cx="8747" cy="37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038576" y="3091261"/>
            <a:ext cx="8746" cy="368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047322" y="3094949"/>
            <a:ext cx="8747" cy="36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056069" y="3098618"/>
            <a:ext cx="8746" cy="36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064815" y="3102267"/>
            <a:ext cx="8747" cy="36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073562" y="3105898"/>
            <a:ext cx="8747" cy="361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082309" y="3109510"/>
            <a:ext cx="8746" cy="359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091055" y="3113104"/>
            <a:ext cx="8747" cy="357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099802" y="3116680"/>
            <a:ext cx="8747" cy="3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108549" y="3120239"/>
            <a:ext cx="8746" cy="35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117295" y="3123781"/>
            <a:ext cx="8747" cy="3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126042" y="3127306"/>
            <a:ext cx="8746" cy="35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3134788" y="3130815"/>
            <a:ext cx="8747" cy="34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3143535" y="3134308"/>
            <a:ext cx="8747" cy="34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152282" y="3137785"/>
            <a:ext cx="8746" cy="34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161028" y="3141247"/>
            <a:ext cx="8747" cy="34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169775" y="3144694"/>
            <a:ext cx="8747" cy="34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3178522" y="3148126"/>
            <a:ext cx="8746" cy="34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187268" y="3151545"/>
            <a:ext cx="8747" cy="340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3196015" y="3154949"/>
            <a:ext cx="8747" cy="339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204762" y="3158339"/>
            <a:ext cx="8746" cy="33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213508" y="3161716"/>
            <a:ext cx="8747" cy="33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3222255" y="3165080"/>
            <a:ext cx="8746" cy="33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231001" y="3168431"/>
            <a:ext cx="8747" cy="33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239748" y="3171770"/>
            <a:ext cx="8747" cy="332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248495" y="3175097"/>
            <a:ext cx="8746" cy="33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257241" y="3178412"/>
            <a:ext cx="8747" cy="33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265988" y="3181715"/>
            <a:ext cx="8747" cy="32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3274735" y="3185006"/>
            <a:ext cx="8746" cy="32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3283481" y="3188287"/>
            <a:ext cx="8747" cy="32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3292228" y="3191557"/>
            <a:ext cx="8746" cy="326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3300974" y="3194817"/>
            <a:ext cx="8747" cy="32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309721" y="3198066"/>
            <a:ext cx="8747" cy="32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18468" y="3201305"/>
            <a:ext cx="8746" cy="32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327214" y="3204534"/>
            <a:ext cx="8747" cy="32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3335961" y="3207755"/>
            <a:ext cx="8747" cy="32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3344708" y="3210965"/>
            <a:ext cx="8746" cy="32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353454" y="3214167"/>
            <a:ext cx="8747" cy="31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362201" y="3217360"/>
            <a:ext cx="8747" cy="31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3370948" y="3220545"/>
            <a:ext cx="8746" cy="31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3379694" y="3223722"/>
            <a:ext cx="8747" cy="31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388441" y="3226890"/>
            <a:ext cx="8746" cy="31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397187" y="3230051"/>
            <a:ext cx="8747" cy="315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405934" y="3233205"/>
            <a:ext cx="8747" cy="31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414681" y="3236351"/>
            <a:ext cx="8746" cy="31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3423427" y="3239490"/>
            <a:ext cx="8747" cy="31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432174" y="3242622"/>
            <a:ext cx="8747" cy="312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440921" y="3245748"/>
            <a:ext cx="8746" cy="31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3449667" y="3248867"/>
            <a:ext cx="8747" cy="31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3458414" y="3251981"/>
            <a:ext cx="8746" cy="310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3467160" y="3255088"/>
            <a:ext cx="8747" cy="31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475907" y="3258190"/>
            <a:ext cx="8747" cy="309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484654" y="3261286"/>
            <a:ext cx="8746" cy="30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493400" y="3264378"/>
            <a:ext cx="8747" cy="308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3502147" y="3267464"/>
            <a:ext cx="8747" cy="30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510894" y="3270545"/>
            <a:ext cx="8746" cy="30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3519640" y="3273622"/>
            <a:ext cx="8747" cy="307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3528387" y="3276695"/>
            <a:ext cx="8747" cy="30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3537134" y="3279763"/>
            <a:ext cx="8746" cy="306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545880" y="3282828"/>
            <a:ext cx="8747" cy="30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554627" y="3285889"/>
            <a:ext cx="8746" cy="30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563373" y="3288946"/>
            <a:ext cx="8747" cy="305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3572120" y="3292000"/>
            <a:ext cx="8747" cy="30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3580867" y="3295051"/>
            <a:ext cx="8746" cy="30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3589613" y="3298100"/>
            <a:ext cx="8747" cy="304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3598360" y="3301145"/>
            <a:ext cx="8747" cy="304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3607107" y="3304188"/>
            <a:ext cx="8746" cy="30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3615853" y="3307229"/>
            <a:ext cx="8747" cy="30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3624600" y="3310268"/>
            <a:ext cx="8746" cy="303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3633346" y="3313305"/>
            <a:ext cx="8747" cy="303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642093" y="3316340"/>
            <a:ext cx="8747" cy="303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3650840" y="3319374"/>
            <a:ext cx="8746" cy="30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659586" y="3322407"/>
            <a:ext cx="8747" cy="30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3668333" y="3325439"/>
            <a:ext cx="8747" cy="30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3677080" y="3328470"/>
            <a:ext cx="8746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3685826" y="3331500"/>
            <a:ext cx="8747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3694573" y="3334530"/>
            <a:ext cx="8747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3703320" y="3337560"/>
            <a:ext cx="8746" cy="30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3712066" y="3340589"/>
            <a:ext cx="8747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3720813" y="3343619"/>
            <a:ext cx="8746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3729559" y="3346649"/>
            <a:ext cx="8747" cy="30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3738306" y="3349680"/>
            <a:ext cx="8747" cy="30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3747053" y="3352712"/>
            <a:ext cx="8746" cy="30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3755799" y="3355745"/>
            <a:ext cx="8747" cy="303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3764546" y="3358779"/>
            <a:ext cx="8747" cy="303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3773293" y="3361814"/>
            <a:ext cx="8746" cy="303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3782039" y="3364851"/>
            <a:ext cx="8747" cy="30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3790786" y="3367890"/>
            <a:ext cx="8746" cy="30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3799532" y="3370931"/>
            <a:ext cx="8747" cy="304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3808279" y="3373974"/>
            <a:ext cx="8747" cy="304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3817026" y="3377019"/>
            <a:ext cx="8746" cy="30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3825772" y="3380068"/>
            <a:ext cx="8747" cy="30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3834519" y="3383119"/>
            <a:ext cx="8747" cy="305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3843266" y="3386173"/>
            <a:ext cx="8746" cy="30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3852012" y="3389230"/>
            <a:ext cx="8747" cy="30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3860759" y="3392291"/>
            <a:ext cx="8746" cy="306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3869505" y="3395356"/>
            <a:ext cx="8747" cy="30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3878252" y="3398424"/>
            <a:ext cx="8747" cy="307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3886999" y="3401497"/>
            <a:ext cx="8746" cy="30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3895745" y="3404574"/>
            <a:ext cx="8747" cy="30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3904492" y="3407655"/>
            <a:ext cx="8747" cy="308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3913239" y="3410741"/>
            <a:ext cx="8746" cy="30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3921985" y="3413833"/>
            <a:ext cx="8747" cy="309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3930732" y="3416929"/>
            <a:ext cx="8747" cy="31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3939479" y="3420031"/>
            <a:ext cx="8746" cy="310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3948225" y="3423138"/>
            <a:ext cx="8747" cy="31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3956972" y="3426252"/>
            <a:ext cx="8746" cy="31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3965718" y="3429371"/>
            <a:ext cx="8747" cy="312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3974465" y="3432497"/>
            <a:ext cx="8747" cy="31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3983212" y="3435629"/>
            <a:ext cx="8746" cy="31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3991958" y="3438768"/>
            <a:ext cx="8747" cy="31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4000705" y="3441914"/>
            <a:ext cx="8747" cy="315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4009452" y="3445068"/>
            <a:ext cx="8746" cy="31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4018198" y="3448229"/>
            <a:ext cx="8747" cy="31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4026945" y="3451397"/>
            <a:ext cx="8746" cy="31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4035691" y="3454574"/>
            <a:ext cx="8747" cy="31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4044438" y="3457759"/>
            <a:ext cx="8747" cy="31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4053185" y="3460952"/>
            <a:ext cx="8746" cy="32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4061931" y="3464154"/>
            <a:ext cx="8747" cy="32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4070678" y="3467364"/>
            <a:ext cx="8747" cy="32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4079425" y="3470585"/>
            <a:ext cx="8746" cy="32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4088171" y="3473814"/>
            <a:ext cx="8747" cy="32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4096918" y="3477053"/>
            <a:ext cx="8747" cy="32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4105665" y="3480302"/>
            <a:ext cx="8746" cy="326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4114411" y="3483562"/>
            <a:ext cx="8747" cy="32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4123158" y="3486832"/>
            <a:ext cx="8746" cy="32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4131904" y="3490113"/>
            <a:ext cx="8747" cy="32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4140651" y="3493404"/>
            <a:ext cx="8747" cy="33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4149398" y="3496707"/>
            <a:ext cx="8746" cy="33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4158144" y="3500022"/>
            <a:ext cx="8747" cy="332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4166891" y="3503349"/>
            <a:ext cx="8747" cy="33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4175638" y="3506688"/>
            <a:ext cx="8746" cy="33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4184384" y="3510039"/>
            <a:ext cx="8747" cy="33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4193131" y="3513403"/>
            <a:ext cx="8746" cy="33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4201877" y="3516780"/>
            <a:ext cx="8747" cy="339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4210624" y="3520170"/>
            <a:ext cx="8747" cy="340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4219371" y="3523574"/>
            <a:ext cx="8746" cy="34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4228117" y="3526993"/>
            <a:ext cx="8747" cy="34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4236864" y="3530425"/>
            <a:ext cx="8747" cy="34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4245611" y="3533872"/>
            <a:ext cx="8746" cy="34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4254357" y="3537334"/>
            <a:ext cx="8747" cy="34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4263104" y="3540811"/>
            <a:ext cx="8747" cy="34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4271851" y="3544304"/>
            <a:ext cx="8746" cy="35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4280597" y="3547813"/>
            <a:ext cx="8747" cy="3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4289344" y="3551338"/>
            <a:ext cx="8746" cy="35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4298090" y="3554880"/>
            <a:ext cx="8747" cy="3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4306837" y="3558439"/>
            <a:ext cx="8747" cy="357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4315584" y="3562015"/>
            <a:ext cx="8746" cy="359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4324330" y="3565609"/>
            <a:ext cx="8747" cy="361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4333077" y="3569221"/>
            <a:ext cx="8747" cy="36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4341824" y="3572852"/>
            <a:ext cx="8746" cy="36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4350570" y="3576501"/>
            <a:ext cx="8747" cy="36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4359317" y="3580170"/>
            <a:ext cx="8746" cy="368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4368063" y="3583858"/>
            <a:ext cx="8747" cy="37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4376810" y="3587567"/>
            <a:ext cx="8747" cy="37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4385557" y="3591296"/>
            <a:ext cx="8746" cy="375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4394303" y="3595046"/>
            <a:ext cx="8747" cy="377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4403050" y="3598817"/>
            <a:ext cx="8747" cy="37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4411797" y="3602610"/>
            <a:ext cx="8746" cy="38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4420543" y="3606425"/>
            <a:ext cx="8747" cy="383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4429290" y="3610263"/>
            <a:ext cx="8747" cy="38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4438037" y="3614124"/>
            <a:ext cx="8746" cy="38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4446783" y="3618009"/>
            <a:ext cx="8747" cy="39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4455530" y="3621918"/>
            <a:ext cx="8746" cy="39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4464276" y="3625851"/>
            <a:ext cx="8747" cy="39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4473023" y="3629810"/>
            <a:ext cx="8747" cy="398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4481770" y="3633794"/>
            <a:ext cx="8746" cy="40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4490516" y="3637804"/>
            <a:ext cx="8747" cy="403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4499263" y="3641841"/>
            <a:ext cx="8747" cy="406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4508010" y="3645904"/>
            <a:ext cx="8746" cy="40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4516756" y="3649996"/>
            <a:ext cx="8747" cy="41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4525503" y="3654116"/>
            <a:ext cx="8746" cy="41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4534249" y="3658265"/>
            <a:ext cx="8747" cy="41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4542996" y="3662443"/>
            <a:ext cx="8747" cy="420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4551743" y="3666651"/>
            <a:ext cx="8746" cy="42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4560489" y="3670890"/>
            <a:ext cx="8747" cy="42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4569236" y="3675160"/>
            <a:ext cx="8747" cy="43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4577983" y="3679463"/>
            <a:ext cx="8746" cy="433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4586729" y="3683797"/>
            <a:ext cx="8747" cy="43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4595476" y="3688165"/>
            <a:ext cx="8747" cy="44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4604223" y="3692567"/>
            <a:ext cx="8746" cy="443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4612969" y="3697003"/>
            <a:ext cx="8747" cy="447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4621716" y="3701475"/>
            <a:ext cx="8746" cy="450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4630462" y="3705982"/>
            <a:ext cx="8747" cy="454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4639209" y="3710527"/>
            <a:ext cx="8747" cy="45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4647956" y="3715109"/>
            <a:ext cx="8746" cy="46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4656702" y="3719729"/>
            <a:ext cx="8747" cy="46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4665449" y="3724388"/>
            <a:ext cx="8747" cy="470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4674196" y="3729088"/>
            <a:ext cx="8746" cy="47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4682942" y="3733827"/>
            <a:ext cx="8747" cy="47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4691689" y="3738609"/>
            <a:ext cx="8746" cy="482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4700435" y="3743433"/>
            <a:ext cx="8747" cy="486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4709182" y="3748300"/>
            <a:ext cx="8747" cy="491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4717929" y="3753212"/>
            <a:ext cx="8746" cy="49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4726675" y="3758169"/>
            <a:ext cx="8747" cy="50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4735422" y="3763172"/>
            <a:ext cx="8747" cy="505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4744169" y="3768222"/>
            <a:ext cx="8746" cy="509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4752915" y="3773321"/>
            <a:ext cx="8747" cy="51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4761662" y="3778468"/>
            <a:ext cx="8746" cy="519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4770408" y="3783666"/>
            <a:ext cx="8747" cy="52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4779155" y="3788915"/>
            <a:ext cx="8747" cy="53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4787902" y="3794217"/>
            <a:ext cx="8746" cy="535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4796648" y="3799573"/>
            <a:ext cx="8747" cy="54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4805395" y="3804983"/>
            <a:ext cx="8747" cy="54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4814142" y="3810449"/>
            <a:ext cx="8746" cy="552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822888" y="3815973"/>
            <a:ext cx="8747" cy="55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831635" y="3821555"/>
            <a:ext cx="8747" cy="56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4840382" y="3827197"/>
            <a:ext cx="8746" cy="57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849128" y="3832900"/>
            <a:ext cx="8747" cy="57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4857875" y="3838666"/>
            <a:ext cx="8746" cy="58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4866621" y="3844496"/>
            <a:ext cx="8747" cy="589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4875368" y="3850392"/>
            <a:ext cx="8747" cy="59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4884115" y="3856354"/>
            <a:ext cx="8746" cy="60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4892861" y="3862385"/>
            <a:ext cx="8747" cy="610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4901608" y="3868486"/>
            <a:ext cx="8747" cy="617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4910355" y="3874660"/>
            <a:ext cx="8746" cy="62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4919101" y="3880906"/>
            <a:ext cx="8747" cy="63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4927848" y="3887228"/>
            <a:ext cx="8746" cy="639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4936594" y="3893627"/>
            <a:ext cx="8747" cy="64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4945341" y="3900105"/>
            <a:ext cx="8747" cy="6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4954088" y="3906664"/>
            <a:ext cx="8746" cy="66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4962834" y="3913305"/>
            <a:ext cx="8747" cy="672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4971581" y="3920032"/>
            <a:ext cx="8747" cy="681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4980328" y="3926845"/>
            <a:ext cx="8746" cy="69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4989074" y="3933748"/>
            <a:ext cx="8747" cy="699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997821" y="3940742"/>
            <a:ext cx="8747" cy="70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5006568" y="3947829"/>
            <a:ext cx="8746" cy="71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5015314" y="3955012"/>
            <a:ext cx="8747" cy="72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5024061" y="3962294"/>
            <a:ext cx="8746" cy="73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5032807" y="3969677"/>
            <a:ext cx="8747" cy="74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5041554" y="3977164"/>
            <a:ext cx="8747" cy="75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5050301" y="3984756"/>
            <a:ext cx="8746" cy="77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5059047" y="3992458"/>
            <a:ext cx="8747" cy="78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5067794" y="4000272"/>
            <a:ext cx="8747" cy="79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5076541" y="4008201"/>
            <a:ext cx="8746" cy="80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5085287" y="4016248"/>
            <a:ext cx="8747" cy="81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5094034" y="4024417"/>
            <a:ext cx="8746" cy="82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5102780" y="4032710"/>
            <a:ext cx="8747" cy="84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5111527" y="4041131"/>
            <a:ext cx="8747" cy="855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5120274" y="4049683"/>
            <a:ext cx="8746" cy="868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5129020" y="4058371"/>
            <a:ext cx="8747" cy="882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5137767" y="4067199"/>
            <a:ext cx="8747" cy="89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5146514" y="4076169"/>
            <a:ext cx="8746" cy="911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5155260" y="4085287"/>
            <a:ext cx="8747" cy="92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5164007" y="4094556"/>
            <a:ext cx="8747" cy="94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5172754" y="4103981"/>
            <a:ext cx="8746" cy="958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5181500" y="4113567"/>
            <a:ext cx="8747" cy="97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5190247" y="4123318"/>
            <a:ext cx="8746" cy="99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5198993" y="4133240"/>
            <a:ext cx="8747" cy="1009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5207740" y="4143337"/>
            <a:ext cx="8747" cy="102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5216487" y="4153615"/>
            <a:ext cx="8746" cy="1046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5225233" y="4164080"/>
            <a:ext cx="8747" cy="106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5233980" y="4174737"/>
            <a:ext cx="8747" cy="1085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5242727" y="4185593"/>
            <a:ext cx="8746" cy="1106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5251473" y="4196653"/>
            <a:ext cx="8747" cy="1127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5260220" y="4207926"/>
            <a:ext cx="8746" cy="1149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5268966" y="4219416"/>
            <a:ext cx="8747" cy="1171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5277713" y="4231132"/>
            <a:ext cx="8747" cy="119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5286460" y="4243081"/>
            <a:ext cx="8746" cy="121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5295206" y="4255272"/>
            <a:ext cx="8747" cy="124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5303953" y="4267711"/>
            <a:ext cx="8747" cy="1269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5312700" y="4280408"/>
            <a:ext cx="8746" cy="129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5321446" y="4293372"/>
            <a:ext cx="8747" cy="1324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5330193" y="4306612"/>
            <a:ext cx="8747" cy="13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5338940" y="4320137"/>
            <a:ext cx="8746" cy="138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5347686" y="4333959"/>
            <a:ext cx="8747" cy="141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5356433" y="4348088"/>
            <a:ext cx="8746" cy="1444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5365179" y="4362536"/>
            <a:ext cx="8747" cy="147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5373926" y="4377313"/>
            <a:ext cx="8747" cy="151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5382673" y="4392433"/>
            <a:ext cx="8746" cy="1547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5391419" y="4407909"/>
            <a:ext cx="8747" cy="158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5400166" y="4423755"/>
            <a:ext cx="8747" cy="162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5408913" y="4439984"/>
            <a:ext cx="8746" cy="166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5417659" y="4456613"/>
            <a:ext cx="647251" cy="4537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6096609" y="1764792"/>
            <a:ext cx="647251" cy="4537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6743860" y="2218506"/>
            <a:ext cx="8746" cy="166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6752606" y="2235135"/>
            <a:ext cx="8747" cy="162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6761353" y="2251364"/>
            <a:ext cx="8747" cy="158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6770100" y="2267210"/>
            <a:ext cx="8746" cy="1547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6778846" y="2282686"/>
            <a:ext cx="8747" cy="151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6787593" y="2297806"/>
            <a:ext cx="8747" cy="147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6796340" y="2312583"/>
            <a:ext cx="8746" cy="1444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6805086" y="2327031"/>
            <a:ext cx="8747" cy="141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6813833" y="2341160"/>
            <a:ext cx="8746" cy="138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6822579" y="2354982"/>
            <a:ext cx="8747" cy="13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6831326" y="2368507"/>
            <a:ext cx="8747" cy="1324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6840073" y="2381747"/>
            <a:ext cx="8746" cy="129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6848819" y="2394711"/>
            <a:ext cx="8747" cy="1269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6857566" y="2407408"/>
            <a:ext cx="8747" cy="124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6866313" y="2419847"/>
            <a:ext cx="8746" cy="121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6875059" y="2432038"/>
            <a:ext cx="8747" cy="119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6883806" y="2443987"/>
            <a:ext cx="8747" cy="1171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6892553" y="2455703"/>
            <a:ext cx="8746" cy="1149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6901299" y="2467193"/>
            <a:ext cx="8747" cy="1127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6910046" y="2478466"/>
            <a:ext cx="8746" cy="1106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6918792" y="2489526"/>
            <a:ext cx="8747" cy="1085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6927539" y="2500382"/>
            <a:ext cx="8747" cy="106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6936286" y="2511039"/>
            <a:ext cx="8746" cy="1046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6945032" y="2521504"/>
            <a:ext cx="8747" cy="102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6953779" y="2531782"/>
            <a:ext cx="8747" cy="1009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6962526" y="2541879"/>
            <a:ext cx="8746" cy="99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6971272" y="2551801"/>
            <a:ext cx="8747" cy="97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6980019" y="2561552"/>
            <a:ext cx="8746" cy="958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6988765" y="2571138"/>
            <a:ext cx="8747" cy="94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6997512" y="2580563"/>
            <a:ext cx="8747" cy="92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7006259" y="2589832"/>
            <a:ext cx="8746" cy="911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7015005" y="2598950"/>
            <a:ext cx="8747" cy="89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7023752" y="2607920"/>
            <a:ext cx="8747" cy="882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7032499" y="2616748"/>
            <a:ext cx="8746" cy="868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7041245" y="2625436"/>
            <a:ext cx="8747" cy="855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7049992" y="2633988"/>
            <a:ext cx="8747" cy="84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7058739" y="2642409"/>
            <a:ext cx="8746" cy="82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7067485" y="2650702"/>
            <a:ext cx="8747" cy="81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7076232" y="2658871"/>
            <a:ext cx="8746" cy="80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7084978" y="2666918"/>
            <a:ext cx="8747" cy="79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7093725" y="2674847"/>
            <a:ext cx="8747" cy="78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7102472" y="2682661"/>
            <a:ext cx="8746" cy="77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7111218" y="2690363"/>
            <a:ext cx="8747" cy="75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7119965" y="2697955"/>
            <a:ext cx="8747" cy="74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7128712" y="2705442"/>
            <a:ext cx="8746" cy="73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7137458" y="2712825"/>
            <a:ext cx="8747" cy="72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7146205" y="2720107"/>
            <a:ext cx="8746" cy="71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7154951" y="2727290"/>
            <a:ext cx="8747" cy="70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7163698" y="2734377"/>
            <a:ext cx="8747" cy="699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7172445" y="2741371"/>
            <a:ext cx="8746" cy="69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7181191" y="2748274"/>
            <a:ext cx="8747" cy="681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7189938" y="2755087"/>
            <a:ext cx="8747" cy="672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7198685" y="2761814"/>
            <a:ext cx="8746" cy="66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7207431" y="2768455"/>
            <a:ext cx="8747" cy="6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7216178" y="2775014"/>
            <a:ext cx="8747" cy="64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7224925" y="2781492"/>
            <a:ext cx="8746" cy="639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7233671" y="2787891"/>
            <a:ext cx="8747" cy="63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7242418" y="2794213"/>
            <a:ext cx="8746" cy="62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7251164" y="2800459"/>
            <a:ext cx="8747" cy="617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7259911" y="2806633"/>
            <a:ext cx="8747" cy="610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7268658" y="2812734"/>
            <a:ext cx="8746" cy="60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7277404" y="2818765"/>
            <a:ext cx="8747" cy="59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7286151" y="2824727"/>
            <a:ext cx="8747" cy="589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7294898" y="2830623"/>
            <a:ext cx="8746" cy="58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7303644" y="2836453"/>
            <a:ext cx="8747" cy="57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7312391" y="2842219"/>
            <a:ext cx="8746" cy="57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7321137" y="2847922"/>
            <a:ext cx="8747" cy="56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7329884" y="2853564"/>
            <a:ext cx="8747" cy="55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7338631" y="2859146"/>
            <a:ext cx="8746" cy="552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7347377" y="2864670"/>
            <a:ext cx="8747" cy="54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7356124" y="2870136"/>
            <a:ext cx="8747" cy="54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7364871" y="2875546"/>
            <a:ext cx="8746" cy="535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7373617" y="2880902"/>
            <a:ext cx="8747" cy="53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7382364" y="2886204"/>
            <a:ext cx="8747" cy="52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7391111" y="2891453"/>
            <a:ext cx="8746" cy="519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7399857" y="2896651"/>
            <a:ext cx="8747" cy="51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7408604" y="2901798"/>
            <a:ext cx="8746" cy="509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7417350" y="2906897"/>
            <a:ext cx="8747" cy="505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7426097" y="2911947"/>
            <a:ext cx="8747" cy="50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7434844" y="2916950"/>
            <a:ext cx="8746" cy="49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7443590" y="2921907"/>
            <a:ext cx="8747" cy="491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7452337" y="2926819"/>
            <a:ext cx="8747" cy="486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7461084" y="2931686"/>
            <a:ext cx="8746" cy="482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7469830" y="2936510"/>
            <a:ext cx="8747" cy="47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7478577" y="2941292"/>
            <a:ext cx="8746" cy="47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7487323" y="2946031"/>
            <a:ext cx="8747" cy="470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7496070" y="2950731"/>
            <a:ext cx="8747" cy="46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7504817" y="2955390"/>
            <a:ext cx="8746" cy="46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7513563" y="2960010"/>
            <a:ext cx="8747" cy="45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7522310" y="2964592"/>
            <a:ext cx="8747" cy="454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7531057" y="2969137"/>
            <a:ext cx="8746" cy="450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7539803" y="2973644"/>
            <a:ext cx="8747" cy="447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7548550" y="2978116"/>
            <a:ext cx="8746" cy="443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7557296" y="2982552"/>
            <a:ext cx="8747" cy="44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7566043" y="2986954"/>
            <a:ext cx="8747" cy="43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7574790" y="2991322"/>
            <a:ext cx="8746" cy="433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7583536" y="2995656"/>
            <a:ext cx="8747" cy="43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7592283" y="2999959"/>
            <a:ext cx="8747" cy="42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7601030" y="3004229"/>
            <a:ext cx="8746" cy="42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7609776" y="3008468"/>
            <a:ext cx="8747" cy="420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7618523" y="3012676"/>
            <a:ext cx="8747" cy="41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7627270" y="3016854"/>
            <a:ext cx="8746" cy="41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7636016" y="3021003"/>
            <a:ext cx="8747" cy="41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7644763" y="3025123"/>
            <a:ext cx="8746" cy="40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7653509" y="3029215"/>
            <a:ext cx="8747" cy="406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7662256" y="3033278"/>
            <a:ext cx="8747" cy="403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7671003" y="3037315"/>
            <a:ext cx="8746" cy="40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7679749" y="3041325"/>
            <a:ext cx="8747" cy="398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7688496" y="3045309"/>
            <a:ext cx="8747" cy="39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7697243" y="3049268"/>
            <a:ext cx="8746" cy="39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7705989" y="3053201"/>
            <a:ext cx="8747" cy="39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7714736" y="3057110"/>
            <a:ext cx="8746" cy="38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7723482" y="3060995"/>
            <a:ext cx="8747" cy="38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7732229" y="3064856"/>
            <a:ext cx="8747" cy="383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7740976" y="3068694"/>
            <a:ext cx="8746" cy="38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7749722" y="3072509"/>
            <a:ext cx="8747" cy="37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7758469" y="3076302"/>
            <a:ext cx="8747" cy="377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7767216" y="3080073"/>
            <a:ext cx="8746" cy="375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7775962" y="3083823"/>
            <a:ext cx="8747" cy="37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7784709" y="3087552"/>
            <a:ext cx="8747" cy="37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7793456" y="3091261"/>
            <a:ext cx="8746" cy="368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7802202" y="3094949"/>
            <a:ext cx="8747" cy="36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7810949" y="3098618"/>
            <a:ext cx="8746" cy="36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7819695" y="3102267"/>
            <a:ext cx="8747" cy="36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7828442" y="3105898"/>
            <a:ext cx="8747" cy="361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7837189" y="3109510"/>
            <a:ext cx="8746" cy="359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7845935" y="3113104"/>
            <a:ext cx="8747" cy="357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7854682" y="3116680"/>
            <a:ext cx="8747" cy="3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7863429" y="3120239"/>
            <a:ext cx="8746" cy="35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7872175" y="3123781"/>
            <a:ext cx="8747" cy="3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7880922" y="3127306"/>
            <a:ext cx="8746" cy="35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7889668" y="3130815"/>
            <a:ext cx="8747" cy="34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7898415" y="3134308"/>
            <a:ext cx="8747" cy="34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7907162" y="3137785"/>
            <a:ext cx="8746" cy="34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7915908" y="3141247"/>
            <a:ext cx="8747" cy="34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7924655" y="3144694"/>
            <a:ext cx="8747" cy="34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7933402" y="3148126"/>
            <a:ext cx="8746" cy="34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7942148" y="3151545"/>
            <a:ext cx="8747" cy="340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7950895" y="3154949"/>
            <a:ext cx="8747" cy="339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7959642" y="3158339"/>
            <a:ext cx="8746" cy="33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7968388" y="3161716"/>
            <a:ext cx="8747" cy="33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7977135" y="3165080"/>
            <a:ext cx="8746" cy="33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7985881" y="3168431"/>
            <a:ext cx="8747" cy="33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7994628" y="3171770"/>
            <a:ext cx="8747" cy="332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8003375" y="3175097"/>
            <a:ext cx="8746" cy="33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8012121" y="3178412"/>
            <a:ext cx="8747" cy="33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8020868" y="3181715"/>
            <a:ext cx="8747" cy="32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8029615" y="3185006"/>
            <a:ext cx="8746" cy="32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8038361" y="3188287"/>
            <a:ext cx="8747" cy="32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8047108" y="3191557"/>
            <a:ext cx="8746" cy="326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8055854" y="3194817"/>
            <a:ext cx="8747" cy="32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8064601" y="3198066"/>
            <a:ext cx="8747" cy="32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8073348" y="3201305"/>
            <a:ext cx="8746" cy="32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8082094" y="3204534"/>
            <a:ext cx="8747" cy="32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8090841" y="3207755"/>
            <a:ext cx="8747" cy="32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8099588" y="3210965"/>
            <a:ext cx="8746" cy="32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8108334" y="3214167"/>
            <a:ext cx="8747" cy="31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8117081" y="3217360"/>
            <a:ext cx="8747" cy="31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8125828" y="3220545"/>
            <a:ext cx="8746" cy="31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8134574" y="3223722"/>
            <a:ext cx="8747" cy="31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8143321" y="3226890"/>
            <a:ext cx="8746" cy="31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8152067" y="3230051"/>
            <a:ext cx="8747" cy="315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8160814" y="3233205"/>
            <a:ext cx="8747" cy="31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8169561" y="3236351"/>
            <a:ext cx="8746" cy="31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8178307" y="3239490"/>
            <a:ext cx="8747" cy="31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8187054" y="3242622"/>
            <a:ext cx="8747" cy="312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8195801" y="3245748"/>
            <a:ext cx="8746" cy="31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8204547" y="3248867"/>
            <a:ext cx="8747" cy="31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8213294" y="3251981"/>
            <a:ext cx="8746" cy="310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8222040" y="3255088"/>
            <a:ext cx="8747" cy="31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8230787" y="3258190"/>
            <a:ext cx="8747" cy="309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8239534" y="3261286"/>
            <a:ext cx="8746" cy="30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8248280" y="3264378"/>
            <a:ext cx="8747" cy="308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8257027" y="3267464"/>
            <a:ext cx="8747" cy="30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8265774" y="3270545"/>
            <a:ext cx="8746" cy="30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8274520" y="3273622"/>
            <a:ext cx="8747" cy="307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8283267" y="3276695"/>
            <a:ext cx="8747" cy="30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8292014" y="3279763"/>
            <a:ext cx="8746" cy="306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8300760" y="3282828"/>
            <a:ext cx="8747" cy="30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8309507" y="3285889"/>
            <a:ext cx="8746" cy="30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8318253" y="3288946"/>
            <a:ext cx="8747" cy="305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8327000" y="3292000"/>
            <a:ext cx="8747" cy="30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8335747" y="3295051"/>
            <a:ext cx="8746" cy="30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8344493" y="3298100"/>
            <a:ext cx="8747" cy="304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8353240" y="3301145"/>
            <a:ext cx="8747" cy="304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8361987" y="3304188"/>
            <a:ext cx="8746" cy="30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8370733" y="3307229"/>
            <a:ext cx="8747" cy="30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8379480" y="3310268"/>
            <a:ext cx="8746" cy="303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8388226" y="3313305"/>
            <a:ext cx="8747" cy="303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8396973" y="3316340"/>
            <a:ext cx="8747" cy="303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8405720" y="3319374"/>
            <a:ext cx="8746" cy="30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8414466" y="3322407"/>
            <a:ext cx="8747" cy="30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8423213" y="3325439"/>
            <a:ext cx="8747" cy="30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8431960" y="3328470"/>
            <a:ext cx="8746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8440706" y="3331500"/>
            <a:ext cx="8747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8449453" y="3334530"/>
            <a:ext cx="8747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8458200" y="3337560"/>
            <a:ext cx="8746" cy="30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8466946" y="3340589"/>
            <a:ext cx="8747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8475693" y="3343619"/>
            <a:ext cx="8746" cy="30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8484439" y="3346649"/>
            <a:ext cx="8747" cy="30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8493186" y="3349680"/>
            <a:ext cx="8747" cy="30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8501933" y="3352712"/>
            <a:ext cx="8746" cy="30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8510679" y="3355745"/>
            <a:ext cx="8747" cy="303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8519426" y="3358779"/>
            <a:ext cx="8747" cy="303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8528173" y="3361814"/>
            <a:ext cx="8746" cy="303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8536919" y="3364851"/>
            <a:ext cx="8747" cy="30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8545666" y="3367890"/>
            <a:ext cx="8746" cy="30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8554412" y="3370931"/>
            <a:ext cx="8747" cy="304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8563159" y="3373974"/>
            <a:ext cx="8747" cy="304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8571906" y="3377019"/>
            <a:ext cx="8746" cy="30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8580652" y="3380068"/>
            <a:ext cx="8747" cy="30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8589399" y="3383119"/>
            <a:ext cx="8747" cy="305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8598146" y="3386173"/>
            <a:ext cx="8746" cy="30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8606892" y="3389230"/>
            <a:ext cx="8747" cy="30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8615639" y="3392291"/>
            <a:ext cx="8746" cy="306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8624385" y="3395356"/>
            <a:ext cx="8747" cy="30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8633132" y="3398424"/>
            <a:ext cx="8747" cy="307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8641879" y="3401497"/>
            <a:ext cx="8746" cy="30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8650625" y="3404574"/>
            <a:ext cx="8747" cy="30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8659372" y="3407655"/>
            <a:ext cx="8747" cy="308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8668119" y="3410741"/>
            <a:ext cx="8746" cy="30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8676865" y="3413833"/>
            <a:ext cx="8747" cy="309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8685612" y="3416929"/>
            <a:ext cx="8747" cy="31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8694359" y="3420031"/>
            <a:ext cx="8746" cy="310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8703105" y="3423138"/>
            <a:ext cx="8747" cy="31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8711852" y="3426252"/>
            <a:ext cx="8746" cy="31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8720598" y="3429371"/>
            <a:ext cx="8747" cy="312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8729345" y="3432497"/>
            <a:ext cx="8747" cy="31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8738092" y="3435629"/>
            <a:ext cx="8746" cy="31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8746838" y="3438768"/>
            <a:ext cx="8747" cy="31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8755585" y="3441914"/>
            <a:ext cx="8747" cy="315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8764332" y="3445068"/>
            <a:ext cx="8746" cy="31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8773078" y="3448229"/>
            <a:ext cx="8747" cy="31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8781825" y="3451397"/>
            <a:ext cx="8746" cy="31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8790571" y="3454574"/>
            <a:ext cx="8747" cy="31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8799318" y="3457759"/>
            <a:ext cx="8747" cy="31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8808065" y="3460952"/>
            <a:ext cx="8746" cy="32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8816811" y="3464154"/>
            <a:ext cx="8747" cy="32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8825558" y="3467364"/>
            <a:ext cx="8747" cy="32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8834305" y="3470585"/>
            <a:ext cx="8746" cy="32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8843051" y="3473814"/>
            <a:ext cx="8747" cy="32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8851798" y="3477053"/>
            <a:ext cx="8747" cy="32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8860545" y="3480302"/>
            <a:ext cx="8746" cy="326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8869291" y="3483562"/>
            <a:ext cx="8747" cy="32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8878038" y="3486832"/>
            <a:ext cx="8746" cy="32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8886784" y="3490113"/>
            <a:ext cx="8747" cy="32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8895531" y="3493404"/>
            <a:ext cx="8747" cy="33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8904278" y="3496707"/>
            <a:ext cx="8746" cy="33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8913024" y="3500022"/>
            <a:ext cx="8747" cy="332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8921771" y="3503349"/>
            <a:ext cx="8747" cy="33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8930518" y="3506688"/>
            <a:ext cx="8746" cy="33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8939264" y="3510039"/>
            <a:ext cx="8747" cy="33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8948011" y="3513403"/>
            <a:ext cx="8746" cy="33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8956757" y="3516780"/>
            <a:ext cx="8747" cy="339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8965504" y="3520170"/>
            <a:ext cx="8747" cy="340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8974251" y="3523574"/>
            <a:ext cx="8746" cy="34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8982997" y="3526993"/>
            <a:ext cx="8747" cy="34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8991744" y="3530425"/>
            <a:ext cx="8747" cy="34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9000491" y="3533872"/>
            <a:ext cx="8746" cy="34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9009237" y="3537334"/>
            <a:ext cx="8747" cy="34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9017984" y="3540811"/>
            <a:ext cx="8747" cy="34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9026731" y="3544304"/>
            <a:ext cx="8746" cy="35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9035477" y="3547813"/>
            <a:ext cx="8747" cy="3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9044224" y="3551338"/>
            <a:ext cx="8746" cy="35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9052970" y="3554880"/>
            <a:ext cx="8747" cy="3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9061717" y="3558439"/>
            <a:ext cx="8747" cy="357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9070464" y="3562015"/>
            <a:ext cx="8746" cy="359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9079210" y="3565609"/>
            <a:ext cx="8747" cy="361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9087957" y="3569221"/>
            <a:ext cx="8747" cy="36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9096704" y="3572852"/>
            <a:ext cx="8746" cy="36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9105450" y="3576501"/>
            <a:ext cx="8747" cy="36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9114197" y="3580170"/>
            <a:ext cx="8746" cy="368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9122943" y="3583858"/>
            <a:ext cx="8747" cy="37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9131690" y="3587567"/>
            <a:ext cx="8747" cy="37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9140437" y="3591296"/>
            <a:ext cx="8746" cy="375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9149183" y="3595046"/>
            <a:ext cx="8747" cy="377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9157930" y="3598817"/>
            <a:ext cx="8747" cy="37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9166677" y="3602610"/>
            <a:ext cx="8746" cy="38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9175423" y="3606425"/>
            <a:ext cx="8747" cy="383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9184170" y="3610263"/>
            <a:ext cx="8747" cy="386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9192917" y="3614124"/>
            <a:ext cx="8746" cy="38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9201663" y="3618009"/>
            <a:ext cx="8747" cy="39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9210410" y="3621918"/>
            <a:ext cx="8746" cy="39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9219156" y="3625851"/>
            <a:ext cx="8747" cy="39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9227903" y="3629810"/>
            <a:ext cx="8747" cy="398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>
            <a:off x="9236650" y="3633794"/>
            <a:ext cx="8746" cy="40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9245396" y="3637804"/>
            <a:ext cx="8747" cy="403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9254143" y="3641841"/>
            <a:ext cx="8747" cy="406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9262890" y="3645904"/>
            <a:ext cx="8746" cy="40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9271636" y="3649996"/>
            <a:ext cx="8747" cy="41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9280383" y="3654116"/>
            <a:ext cx="8746" cy="41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9289129" y="3658265"/>
            <a:ext cx="8747" cy="41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9297876" y="3662443"/>
            <a:ext cx="8747" cy="420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9306623" y="3666651"/>
            <a:ext cx="8746" cy="42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9315369" y="3670890"/>
            <a:ext cx="8747" cy="42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>
            <a:off x="9324116" y="3675160"/>
            <a:ext cx="8747" cy="43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9332863" y="3679463"/>
            <a:ext cx="8746" cy="433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9341609" y="3683797"/>
            <a:ext cx="8747" cy="43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9350356" y="3688165"/>
            <a:ext cx="8747" cy="44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9359103" y="3692567"/>
            <a:ext cx="8746" cy="443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9367849" y="3697003"/>
            <a:ext cx="8747" cy="447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9376596" y="3701475"/>
            <a:ext cx="8746" cy="450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9385342" y="3705982"/>
            <a:ext cx="8747" cy="454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9394089" y="3710527"/>
            <a:ext cx="8747" cy="45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9402836" y="3715109"/>
            <a:ext cx="8746" cy="46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9411582" y="3719729"/>
            <a:ext cx="8747" cy="46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9420329" y="3724388"/>
            <a:ext cx="8747" cy="470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9429076" y="3729088"/>
            <a:ext cx="8746" cy="47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9437822" y="3733827"/>
            <a:ext cx="8747" cy="47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9446569" y="3738609"/>
            <a:ext cx="8746" cy="482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9455315" y="3743433"/>
            <a:ext cx="8747" cy="486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9464062" y="3748300"/>
            <a:ext cx="8747" cy="491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9472809" y="3753212"/>
            <a:ext cx="8746" cy="49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9481555" y="3758169"/>
            <a:ext cx="8747" cy="50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9490302" y="3763172"/>
            <a:ext cx="8747" cy="505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9499049" y="3768222"/>
            <a:ext cx="8746" cy="509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9507795" y="3773321"/>
            <a:ext cx="8747" cy="51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9516542" y="3778468"/>
            <a:ext cx="8746" cy="519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9525288" y="3783666"/>
            <a:ext cx="8747" cy="52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9534035" y="3788915"/>
            <a:ext cx="8747" cy="53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9542782" y="3794217"/>
            <a:ext cx="8746" cy="535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9551528" y="3799573"/>
            <a:ext cx="8747" cy="54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9560275" y="3804983"/>
            <a:ext cx="8747" cy="54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9569022" y="3810449"/>
            <a:ext cx="8746" cy="552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9577768" y="3815973"/>
            <a:ext cx="8747" cy="55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9586515" y="3821555"/>
            <a:ext cx="8747" cy="56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9595262" y="3827197"/>
            <a:ext cx="8746" cy="57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9604008" y="3832900"/>
            <a:ext cx="8747" cy="57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9612755" y="3838666"/>
            <a:ext cx="8746" cy="58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9621501" y="3844496"/>
            <a:ext cx="8747" cy="589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9630248" y="3850392"/>
            <a:ext cx="8747" cy="59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9638995" y="3856354"/>
            <a:ext cx="8746" cy="603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9647741" y="3862385"/>
            <a:ext cx="8747" cy="610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9656488" y="3868486"/>
            <a:ext cx="8747" cy="617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9665235" y="3874660"/>
            <a:ext cx="8746" cy="62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9673981" y="3880906"/>
            <a:ext cx="8747" cy="63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9682728" y="3887228"/>
            <a:ext cx="8746" cy="639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9691474" y="3893627"/>
            <a:ext cx="8747" cy="64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9700221" y="3900105"/>
            <a:ext cx="8747" cy="6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9708968" y="3906664"/>
            <a:ext cx="8746" cy="66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9717714" y="3913305"/>
            <a:ext cx="8747" cy="672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9726461" y="3920032"/>
            <a:ext cx="8747" cy="681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9735208" y="3926845"/>
            <a:ext cx="8746" cy="690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9743954" y="3933748"/>
            <a:ext cx="8747" cy="699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9752701" y="3940742"/>
            <a:ext cx="8747" cy="70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9761448" y="3947829"/>
            <a:ext cx="8746" cy="71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9770194" y="3955012"/>
            <a:ext cx="8747" cy="728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>
            <a:off x="9778941" y="3962294"/>
            <a:ext cx="8746" cy="73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>
            <a:off x="9787687" y="3969677"/>
            <a:ext cx="8747" cy="74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>
            <a:off x="9796434" y="3977164"/>
            <a:ext cx="8747" cy="759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>
            <a:off x="9805181" y="3984756"/>
            <a:ext cx="8746" cy="77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>
            <a:off x="9813927" y="3992458"/>
            <a:ext cx="8747" cy="78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>
            <a:off x="9822674" y="4000272"/>
            <a:ext cx="8747" cy="79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>
            <a:off x="9831421" y="4008201"/>
            <a:ext cx="8746" cy="804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>
            <a:off x="9840167" y="4016248"/>
            <a:ext cx="8747" cy="81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>
            <a:off x="9848914" y="4024417"/>
            <a:ext cx="8746" cy="82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>
            <a:off x="9857660" y="4032710"/>
            <a:ext cx="8747" cy="84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>
            <a:off x="9866407" y="4041131"/>
            <a:ext cx="8747" cy="855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>
            <a:off x="9875154" y="4049683"/>
            <a:ext cx="8746" cy="868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>
            <a:off x="9883900" y="4058371"/>
            <a:ext cx="8747" cy="882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>
            <a:off x="9892647" y="4067199"/>
            <a:ext cx="8747" cy="89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>
            <a:off x="9901394" y="4076169"/>
            <a:ext cx="8746" cy="911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>
            <a:off x="9910140" y="4085287"/>
            <a:ext cx="8747" cy="926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>
            <a:off x="9918887" y="4094556"/>
            <a:ext cx="8747" cy="94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>
            <a:off x="9927634" y="4103981"/>
            <a:ext cx="8746" cy="958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>
            <a:off x="9936380" y="4113567"/>
            <a:ext cx="8747" cy="97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>
            <a:off x="9945127" y="4123318"/>
            <a:ext cx="8746" cy="99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>
            <a:off x="9953873" y="4133240"/>
            <a:ext cx="8747" cy="1009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>
            <a:off x="9962620" y="4143337"/>
            <a:ext cx="8747" cy="102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>
            <a:off x="9971367" y="4153615"/>
            <a:ext cx="8746" cy="1046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>
            <a:off x="9980113" y="4164080"/>
            <a:ext cx="8747" cy="106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>
            <a:off x="9988860" y="4174737"/>
            <a:ext cx="8747" cy="1085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>
            <a:off x="9997607" y="4185593"/>
            <a:ext cx="8746" cy="1106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0006353" y="4196653"/>
            <a:ext cx="8747" cy="1127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0015100" y="4207926"/>
            <a:ext cx="8746" cy="1149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>
            <a:off x="10023846" y="4219416"/>
            <a:ext cx="8747" cy="1171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>
            <a:off x="10032593" y="4231132"/>
            <a:ext cx="8747" cy="119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>
            <a:off x="10041340" y="4243081"/>
            <a:ext cx="8746" cy="121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>
            <a:off x="10050086" y="4255272"/>
            <a:ext cx="8747" cy="124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>
            <a:off x="10058833" y="4267711"/>
            <a:ext cx="8747" cy="1269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>
            <a:off x="10067580" y="4280408"/>
            <a:ext cx="8746" cy="129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>
            <a:off x="10076326" y="4293372"/>
            <a:ext cx="8747" cy="1324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>
            <a:off x="10085073" y="4306612"/>
            <a:ext cx="8747" cy="13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>
            <a:off x="10093820" y="4320137"/>
            <a:ext cx="8746" cy="1382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>
            <a:off x="10102566" y="4333959"/>
            <a:ext cx="8747" cy="141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>
            <a:off x="10111313" y="4348088"/>
            <a:ext cx="8746" cy="1444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>
            <a:off x="10120059" y="4362536"/>
            <a:ext cx="8747" cy="147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>
            <a:off x="10128806" y="4377313"/>
            <a:ext cx="8747" cy="1512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>
            <a:off x="10137553" y="4392433"/>
            <a:ext cx="8746" cy="1547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>
            <a:off x="10146299" y="4407909"/>
            <a:ext cx="8747" cy="158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>
            <a:off x="10155046" y="4423755"/>
            <a:ext cx="8747" cy="162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>
            <a:off x="10163793" y="4439984"/>
            <a:ext cx="8746" cy="1662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>
            <a:off x="10172539" y="4456613"/>
            <a:ext cx="647251" cy="45371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TextBox 811"/>
          <p:cNvSpPr txBox="1"/>
          <p:nvPr/>
        </p:nvSpPr>
        <p:spPr>
          <a:xfrm>
            <a:off x="594360" y="59893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Dotted lines at 0°, 180° and 360° are asymptotes. Reciprocal of tan.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sec θ from 0° to 360°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sec 0° = sec 360° = +1          sec 180° = −1          sec 90° and sec 270° are not defined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1691640"/>
            <a:ext cx="0" cy="329184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5880" y="3337560"/>
            <a:ext cx="950976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5820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3564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2369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+3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8231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−3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50200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73352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sec 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90°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180°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270°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360°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341729" y="2813235"/>
            <a:ext cx="8688" cy="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50417" y="2813177"/>
            <a:ext cx="8688" cy="5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359105" y="2813102"/>
            <a:ext cx="8688" cy="7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67793" y="2813010"/>
            <a:ext cx="8688" cy="9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76481" y="2812901"/>
            <a:ext cx="8688" cy="1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85169" y="2812774"/>
            <a:ext cx="8688" cy="1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393857" y="2812630"/>
            <a:ext cx="8688" cy="1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402545" y="2812469"/>
            <a:ext cx="8688" cy="16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411233" y="2812290"/>
            <a:ext cx="8687" cy="17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419920" y="2812094"/>
            <a:ext cx="8688" cy="19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428608" y="2811880"/>
            <a:ext cx="8688" cy="2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37296" y="2811649"/>
            <a:ext cx="8688" cy="2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45984" y="2811400"/>
            <a:ext cx="8688" cy="2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454672" y="2811133"/>
            <a:ext cx="8688" cy="2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63360" y="2810849"/>
            <a:ext cx="8688" cy="28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472048" y="2810547"/>
            <a:ext cx="8688" cy="3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80736" y="2810228"/>
            <a:ext cx="8688" cy="3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489424" y="2809891"/>
            <a:ext cx="8688" cy="33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98112" y="2809536"/>
            <a:ext cx="8688" cy="3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506800" y="2809163"/>
            <a:ext cx="8688" cy="3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515488" y="2808772"/>
            <a:ext cx="8688" cy="3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524176" y="2808363"/>
            <a:ext cx="8688" cy="4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532864" y="2807936"/>
            <a:ext cx="8687" cy="4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541551" y="2807490"/>
            <a:ext cx="8688" cy="44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50239" y="2807027"/>
            <a:ext cx="8688" cy="46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558927" y="2806545"/>
            <a:ext cx="8688" cy="4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567615" y="2806045"/>
            <a:ext cx="8688" cy="5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576303" y="2805526"/>
            <a:ext cx="8688" cy="5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584991" y="2804989"/>
            <a:ext cx="8688" cy="53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593679" y="2804433"/>
            <a:ext cx="8688" cy="55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602367" y="2803858"/>
            <a:ext cx="8688" cy="57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611055" y="2803264"/>
            <a:ext cx="8688" cy="59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619743" y="2802652"/>
            <a:ext cx="8688" cy="6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628431" y="2802020"/>
            <a:ext cx="8688" cy="6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637119" y="2801369"/>
            <a:ext cx="8688" cy="65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645807" y="2800699"/>
            <a:ext cx="8688" cy="67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654495" y="2800010"/>
            <a:ext cx="8687" cy="68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663182" y="2799301"/>
            <a:ext cx="8688" cy="7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671870" y="2798572"/>
            <a:ext cx="8688" cy="7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680558" y="2797823"/>
            <a:ext cx="8688" cy="7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689246" y="2797055"/>
            <a:ext cx="8688" cy="7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697934" y="2796266"/>
            <a:ext cx="8688" cy="78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706622" y="2795458"/>
            <a:ext cx="8688" cy="80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715310" y="2794629"/>
            <a:ext cx="8688" cy="8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723998" y="2793779"/>
            <a:ext cx="8688" cy="85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732686" y="2792909"/>
            <a:ext cx="8688" cy="87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741374" y="2792018"/>
            <a:ext cx="8688" cy="8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750062" y="2791106"/>
            <a:ext cx="8688" cy="9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758750" y="2790173"/>
            <a:ext cx="8688" cy="93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767438" y="2789219"/>
            <a:ext cx="8688" cy="9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776126" y="2788243"/>
            <a:ext cx="8687" cy="97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784813" y="2787246"/>
            <a:ext cx="8688" cy="9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793501" y="2786227"/>
            <a:ext cx="8688" cy="10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802189" y="2785186"/>
            <a:ext cx="8688" cy="104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810877" y="2784122"/>
            <a:ext cx="8688" cy="10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819565" y="2783036"/>
            <a:ext cx="8688" cy="10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828253" y="2781928"/>
            <a:ext cx="8688" cy="110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836941" y="2780796"/>
            <a:ext cx="8688" cy="11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845629" y="2779642"/>
            <a:ext cx="8688" cy="11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854317" y="2778465"/>
            <a:ext cx="8688" cy="11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863005" y="2777264"/>
            <a:ext cx="8688" cy="120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871693" y="2776039"/>
            <a:ext cx="8688" cy="122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880381" y="2774790"/>
            <a:ext cx="8688" cy="12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889069" y="2773517"/>
            <a:ext cx="8688" cy="12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897757" y="2772220"/>
            <a:ext cx="8687" cy="12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906444" y="2770898"/>
            <a:ext cx="8688" cy="13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915132" y="2769551"/>
            <a:ext cx="8688" cy="13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923820" y="2768178"/>
            <a:ext cx="8688" cy="13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932508" y="2766781"/>
            <a:ext cx="8688" cy="13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941196" y="2765357"/>
            <a:ext cx="8688" cy="142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949884" y="2763908"/>
            <a:ext cx="8688" cy="14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958572" y="2762432"/>
            <a:ext cx="8688" cy="147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967260" y="2760929"/>
            <a:ext cx="8688" cy="150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975948" y="2759399"/>
            <a:ext cx="8688" cy="153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984636" y="2757843"/>
            <a:ext cx="8688" cy="155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993324" y="2756258"/>
            <a:ext cx="8688" cy="158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002012" y="2754646"/>
            <a:ext cx="8688" cy="16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010700" y="2753005"/>
            <a:ext cx="8688" cy="164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019388" y="2751336"/>
            <a:ext cx="8687" cy="166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028075" y="2749637"/>
            <a:ext cx="8688" cy="169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036763" y="2747910"/>
            <a:ext cx="8688" cy="17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045451" y="2746152"/>
            <a:ext cx="8688" cy="175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054139" y="2744365"/>
            <a:ext cx="8688" cy="17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062827" y="2742547"/>
            <a:ext cx="8688" cy="181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071515" y="2740698"/>
            <a:ext cx="8688" cy="18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080203" y="2738817"/>
            <a:ext cx="8688" cy="188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088891" y="2736905"/>
            <a:ext cx="8688" cy="19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097579" y="2734961"/>
            <a:ext cx="8688" cy="19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106267" y="2732984"/>
            <a:ext cx="8688" cy="19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114955" y="2730975"/>
            <a:ext cx="8688" cy="20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123643" y="2728931"/>
            <a:ext cx="8688" cy="20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132331" y="2726854"/>
            <a:ext cx="8688" cy="20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141019" y="2724742"/>
            <a:ext cx="8687" cy="21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149706" y="2722595"/>
            <a:ext cx="8688" cy="21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158394" y="2720413"/>
            <a:ext cx="8688" cy="21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167082" y="2718194"/>
            <a:ext cx="8688" cy="22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175770" y="2715940"/>
            <a:ext cx="8688" cy="22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2184458" y="2713647"/>
            <a:ext cx="8688" cy="229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2193146" y="2711318"/>
            <a:ext cx="8688" cy="23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2201834" y="2708950"/>
            <a:ext cx="8688" cy="23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210522" y="2706543"/>
            <a:ext cx="8688" cy="240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219210" y="2704097"/>
            <a:ext cx="8688" cy="244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227898" y="2701610"/>
            <a:ext cx="8688" cy="24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236586" y="2699083"/>
            <a:ext cx="8688" cy="25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245274" y="2696515"/>
            <a:ext cx="8688" cy="25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253962" y="2693904"/>
            <a:ext cx="8688" cy="26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262650" y="2691251"/>
            <a:ext cx="8687" cy="265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2271337" y="2688554"/>
            <a:ext cx="8688" cy="26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280025" y="2685814"/>
            <a:ext cx="8688" cy="27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288713" y="2683028"/>
            <a:ext cx="8688" cy="27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297401" y="2680197"/>
            <a:ext cx="8688" cy="28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306089" y="2677319"/>
            <a:ext cx="8688" cy="287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14777" y="2674394"/>
            <a:ext cx="8688" cy="292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323465" y="2671420"/>
            <a:ext cx="8688" cy="297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332153" y="2668398"/>
            <a:ext cx="8688" cy="30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340841" y="2665326"/>
            <a:ext cx="8688" cy="30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349529" y="2662204"/>
            <a:ext cx="8688" cy="31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358217" y="2659030"/>
            <a:ext cx="8688" cy="317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2366905" y="2655803"/>
            <a:ext cx="8688" cy="32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375593" y="2652523"/>
            <a:ext cx="8688" cy="328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2384281" y="2649188"/>
            <a:ext cx="8687" cy="333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2392968" y="2645798"/>
            <a:ext cx="8688" cy="339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401656" y="2642351"/>
            <a:ext cx="8688" cy="34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410344" y="2638846"/>
            <a:ext cx="8688" cy="350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2419032" y="2635283"/>
            <a:ext cx="8688" cy="356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427720" y="2631660"/>
            <a:ext cx="8688" cy="36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436408" y="2627975"/>
            <a:ext cx="8688" cy="368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445096" y="2624229"/>
            <a:ext cx="8688" cy="374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453784" y="2620419"/>
            <a:ext cx="8688" cy="381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462472" y="2616544"/>
            <a:ext cx="8688" cy="387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471160" y="2612603"/>
            <a:ext cx="8688" cy="394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479848" y="2608594"/>
            <a:ext cx="8688" cy="40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488536" y="2604517"/>
            <a:ext cx="8688" cy="40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497224" y="2600369"/>
            <a:ext cx="8688" cy="41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505912" y="2596150"/>
            <a:ext cx="8688" cy="42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514600" y="2591857"/>
            <a:ext cx="8687" cy="429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523287" y="2587489"/>
            <a:ext cx="8688" cy="43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531975" y="2583045"/>
            <a:ext cx="8688" cy="44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540663" y="2578523"/>
            <a:ext cx="8688" cy="45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2549351" y="2573921"/>
            <a:ext cx="8688" cy="46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558039" y="2569237"/>
            <a:ext cx="8688" cy="468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2566727" y="2564470"/>
            <a:ext cx="8688" cy="47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2575415" y="2559618"/>
            <a:ext cx="8688" cy="485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2584103" y="2554678"/>
            <a:ext cx="8688" cy="49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2592791" y="2549649"/>
            <a:ext cx="8688" cy="50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2601479" y="2544529"/>
            <a:ext cx="8688" cy="512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2610167" y="2539315"/>
            <a:ext cx="8688" cy="52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2618855" y="2534006"/>
            <a:ext cx="8688" cy="53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2627543" y="2528598"/>
            <a:ext cx="8688" cy="540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2636231" y="2523091"/>
            <a:ext cx="8687" cy="550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2644918" y="2517480"/>
            <a:ext cx="8688" cy="56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653606" y="2511765"/>
            <a:ext cx="8688" cy="571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2662294" y="2505942"/>
            <a:ext cx="8688" cy="58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2670982" y="2500008"/>
            <a:ext cx="8688" cy="593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2679670" y="2493961"/>
            <a:ext cx="8688" cy="60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2688358" y="2487797"/>
            <a:ext cx="8688" cy="61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2697046" y="2481515"/>
            <a:ext cx="8688" cy="62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2705734" y="2475110"/>
            <a:ext cx="8688" cy="640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2714422" y="2468580"/>
            <a:ext cx="8688" cy="653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2723110" y="2461921"/>
            <a:ext cx="8688" cy="665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2731798" y="2455130"/>
            <a:ext cx="8688" cy="67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2740486" y="2448204"/>
            <a:ext cx="8688" cy="692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2749174" y="2441138"/>
            <a:ext cx="8688" cy="706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757862" y="2433929"/>
            <a:ext cx="8687" cy="72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766549" y="2426572"/>
            <a:ext cx="8688" cy="735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775237" y="2419065"/>
            <a:ext cx="8688" cy="750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783925" y="2411401"/>
            <a:ext cx="8688" cy="76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792613" y="2403578"/>
            <a:ext cx="8688" cy="78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801301" y="2395591"/>
            <a:ext cx="8688" cy="79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809989" y="2387434"/>
            <a:ext cx="8688" cy="815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818677" y="2379102"/>
            <a:ext cx="8688" cy="83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827365" y="2370591"/>
            <a:ext cx="8688" cy="85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836053" y="2361895"/>
            <a:ext cx="8688" cy="869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844741" y="2353009"/>
            <a:ext cx="8688" cy="88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853429" y="2343926"/>
            <a:ext cx="8688" cy="90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862117" y="2334640"/>
            <a:ext cx="8688" cy="92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2870805" y="2325146"/>
            <a:ext cx="8688" cy="949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2879493" y="2315436"/>
            <a:ext cx="8687" cy="971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2888180" y="2305504"/>
            <a:ext cx="8688" cy="99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2896868" y="2295342"/>
            <a:ext cx="8688" cy="101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2905556" y="2284944"/>
            <a:ext cx="8688" cy="1039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2914244" y="2274300"/>
            <a:ext cx="8688" cy="106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922932" y="2263403"/>
            <a:ext cx="8688" cy="108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2931620" y="2252244"/>
            <a:ext cx="8688" cy="1115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2940308" y="2240814"/>
            <a:ext cx="8688" cy="1143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2948996" y="2229104"/>
            <a:ext cx="8688" cy="1171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2957684" y="2217104"/>
            <a:ext cx="8688" cy="120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2966372" y="1764792"/>
            <a:ext cx="721098" cy="4523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3719169" y="4463462"/>
            <a:ext cx="717224" cy="44686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4436393" y="4451249"/>
            <a:ext cx="8746" cy="1221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445139" y="4439334"/>
            <a:ext cx="8747" cy="1191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4453886" y="4427707"/>
            <a:ext cx="8747" cy="116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4462633" y="4416359"/>
            <a:ext cx="8746" cy="113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4471379" y="4405280"/>
            <a:ext cx="8747" cy="1107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4480126" y="4394461"/>
            <a:ext cx="8747" cy="108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4488873" y="4383893"/>
            <a:ext cx="8746" cy="105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4497619" y="4373569"/>
            <a:ext cx="8747" cy="1032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4506366" y="4363481"/>
            <a:ext cx="8747" cy="1008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515113" y="4353621"/>
            <a:ext cx="8746" cy="986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4523859" y="4343982"/>
            <a:ext cx="8747" cy="963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532606" y="4334557"/>
            <a:ext cx="8746" cy="942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4541352" y="4325340"/>
            <a:ext cx="8747" cy="921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4550099" y="4316324"/>
            <a:ext cx="8747" cy="901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4558846" y="4307503"/>
            <a:ext cx="8746" cy="882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567592" y="4298872"/>
            <a:ext cx="8747" cy="86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4576339" y="4290424"/>
            <a:ext cx="8747" cy="84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4585086" y="4282155"/>
            <a:ext cx="8746" cy="826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4593832" y="4274059"/>
            <a:ext cx="8747" cy="809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4602579" y="4266132"/>
            <a:ext cx="8746" cy="79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4611325" y="4258368"/>
            <a:ext cx="8747" cy="77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4620072" y="4250763"/>
            <a:ext cx="8747" cy="760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4628819" y="4243312"/>
            <a:ext cx="8746" cy="745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4637565" y="4236012"/>
            <a:ext cx="8747" cy="73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4646312" y="4228859"/>
            <a:ext cx="8747" cy="715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4655059" y="4221847"/>
            <a:ext cx="8746" cy="70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4663805" y="4214974"/>
            <a:ext cx="8747" cy="68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4672552" y="4208236"/>
            <a:ext cx="8747" cy="673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4681299" y="4201630"/>
            <a:ext cx="8746" cy="660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4690045" y="4195151"/>
            <a:ext cx="8747" cy="647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4698792" y="4188797"/>
            <a:ext cx="8746" cy="63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4707538" y="4182564"/>
            <a:ext cx="8747" cy="623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4716285" y="4176450"/>
            <a:ext cx="8747" cy="61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4725032" y="4170451"/>
            <a:ext cx="8746" cy="599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4733778" y="4164565"/>
            <a:ext cx="8747" cy="58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4742525" y="4158788"/>
            <a:ext cx="8747" cy="57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4751272" y="4153119"/>
            <a:ext cx="8746" cy="566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4760018" y="4147555"/>
            <a:ext cx="8747" cy="55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4768765" y="4142092"/>
            <a:ext cx="8746" cy="546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4777511" y="4136730"/>
            <a:ext cx="8747" cy="53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4786258" y="4131464"/>
            <a:ext cx="8747" cy="526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4795005" y="4126294"/>
            <a:ext cx="8746" cy="517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4803751" y="4121217"/>
            <a:ext cx="8747" cy="50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4812498" y="4116230"/>
            <a:ext cx="8747" cy="49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4821245" y="4111332"/>
            <a:ext cx="8746" cy="489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4829991" y="4106521"/>
            <a:ext cx="8747" cy="48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4838738" y="4101795"/>
            <a:ext cx="8747" cy="472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4847485" y="4097151"/>
            <a:ext cx="8746" cy="46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4856231" y="4092589"/>
            <a:ext cx="8747" cy="45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4864978" y="4088107"/>
            <a:ext cx="8746" cy="44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4873724" y="4083701"/>
            <a:ext cx="8747" cy="440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4882471" y="4079372"/>
            <a:ext cx="8747" cy="43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4891218" y="4075118"/>
            <a:ext cx="8746" cy="42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4899964" y="4070936"/>
            <a:ext cx="8747" cy="41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4908711" y="4066826"/>
            <a:ext cx="8747" cy="411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4917458" y="4062785"/>
            <a:ext cx="8746" cy="404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4926204" y="4058813"/>
            <a:ext cx="8747" cy="39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4934951" y="4054908"/>
            <a:ext cx="8746" cy="390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4943697" y="4051069"/>
            <a:ext cx="8747" cy="383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4952444" y="4047294"/>
            <a:ext cx="8747" cy="377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4961191" y="4043583"/>
            <a:ext cx="8746" cy="37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4969937" y="4039933"/>
            <a:ext cx="8747" cy="365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4978684" y="4036345"/>
            <a:ext cx="8747" cy="358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4987431" y="4032815"/>
            <a:ext cx="8746" cy="353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4996177" y="4029345"/>
            <a:ext cx="8747" cy="347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5004924" y="4025931"/>
            <a:ext cx="8747" cy="34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5013671" y="4022574"/>
            <a:ext cx="8746" cy="335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5022417" y="4019272"/>
            <a:ext cx="8747" cy="33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5031164" y="4016025"/>
            <a:ext cx="8746" cy="32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5039910" y="4012830"/>
            <a:ext cx="8747" cy="319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5048657" y="4009688"/>
            <a:ext cx="8747" cy="314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5057404" y="4006597"/>
            <a:ext cx="8746" cy="30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5066150" y="4003557"/>
            <a:ext cx="8747" cy="30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5074897" y="4000566"/>
            <a:ext cx="8747" cy="29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5083644" y="3997624"/>
            <a:ext cx="8746" cy="294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5092390" y="3994730"/>
            <a:ext cx="8747" cy="289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5101137" y="3991882"/>
            <a:ext cx="8746" cy="28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5109883" y="3989081"/>
            <a:ext cx="8747" cy="280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5118630" y="3986326"/>
            <a:ext cx="8747" cy="27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5127377" y="3983615"/>
            <a:ext cx="8746" cy="27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5136123" y="3980948"/>
            <a:ext cx="8747" cy="26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5144870" y="3978325"/>
            <a:ext cx="8747" cy="26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5153617" y="3975743"/>
            <a:ext cx="8746" cy="25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5162363" y="3973204"/>
            <a:ext cx="8747" cy="253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5171110" y="3970706"/>
            <a:ext cx="8746" cy="249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5179856" y="3968249"/>
            <a:ext cx="8747" cy="245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5188603" y="3965831"/>
            <a:ext cx="8747" cy="241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5197350" y="3963453"/>
            <a:ext cx="8746" cy="237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5206096" y="3961113"/>
            <a:ext cx="8747" cy="23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214843" y="3958811"/>
            <a:ext cx="8747" cy="23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5223590" y="3956547"/>
            <a:ext cx="8746" cy="22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232336" y="3954320"/>
            <a:ext cx="8747" cy="22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241083" y="3952130"/>
            <a:ext cx="8747" cy="219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5249830" y="3949975"/>
            <a:ext cx="8746" cy="21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258576" y="3947855"/>
            <a:ext cx="8747" cy="212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5267323" y="3945771"/>
            <a:ext cx="8746" cy="208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5276069" y="3943721"/>
            <a:ext cx="8747" cy="205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5284816" y="3941704"/>
            <a:ext cx="8747" cy="201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5293563" y="3939721"/>
            <a:ext cx="8746" cy="19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5302309" y="3937772"/>
            <a:ext cx="8747" cy="19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5311056" y="3935854"/>
            <a:ext cx="8747" cy="191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5319803" y="3933969"/>
            <a:ext cx="8746" cy="188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5328549" y="3932115"/>
            <a:ext cx="8747" cy="18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5337296" y="3930293"/>
            <a:ext cx="8746" cy="18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5346042" y="3928501"/>
            <a:ext cx="8747" cy="179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5354789" y="3926740"/>
            <a:ext cx="8747" cy="176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5363536" y="3925008"/>
            <a:ext cx="8746" cy="17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5372282" y="3923307"/>
            <a:ext cx="8747" cy="170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5381029" y="3921634"/>
            <a:ext cx="8747" cy="16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5389776" y="3919991"/>
            <a:ext cx="8746" cy="164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5398522" y="3918376"/>
            <a:ext cx="8747" cy="161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5407269" y="3916790"/>
            <a:ext cx="8747" cy="15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5416016" y="3915231"/>
            <a:ext cx="8746" cy="155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5424762" y="3913700"/>
            <a:ext cx="8747" cy="15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5433509" y="3912196"/>
            <a:ext cx="8746" cy="150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5442255" y="3910719"/>
            <a:ext cx="8747" cy="14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5451002" y="3909268"/>
            <a:ext cx="8747" cy="145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5459749" y="3907844"/>
            <a:ext cx="8746" cy="142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5468495" y="3906446"/>
            <a:ext cx="8747" cy="139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5477242" y="3905074"/>
            <a:ext cx="8747" cy="13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5485989" y="3903727"/>
            <a:ext cx="8746" cy="13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5494735" y="3902405"/>
            <a:ext cx="8747" cy="13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5503482" y="3901109"/>
            <a:ext cx="8746" cy="129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5512228" y="3899837"/>
            <a:ext cx="8747" cy="12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5520975" y="3898589"/>
            <a:ext cx="8747" cy="12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5529722" y="3897366"/>
            <a:ext cx="8746" cy="12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5538468" y="3896166"/>
            <a:ext cx="8747" cy="12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5547215" y="3894990"/>
            <a:ext cx="8747" cy="117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5555962" y="3893838"/>
            <a:ext cx="8746" cy="115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5564708" y="3892709"/>
            <a:ext cx="8747" cy="11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5573455" y="3891603"/>
            <a:ext cx="8747" cy="110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5582202" y="3890520"/>
            <a:ext cx="8746" cy="10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5590948" y="3889459"/>
            <a:ext cx="8747" cy="106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5599695" y="3888421"/>
            <a:ext cx="8746" cy="103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5608441" y="3887405"/>
            <a:ext cx="8747" cy="101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5617188" y="3886411"/>
            <a:ext cx="8747" cy="99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5625935" y="3885439"/>
            <a:ext cx="8746" cy="9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5634681" y="3884489"/>
            <a:ext cx="8747" cy="95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5643428" y="3883560"/>
            <a:ext cx="8747" cy="9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5652175" y="3882653"/>
            <a:ext cx="8746" cy="90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5660921" y="3881766"/>
            <a:ext cx="8747" cy="8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5669668" y="3880901"/>
            <a:ext cx="8746" cy="86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5678414" y="3880056"/>
            <a:ext cx="8747" cy="84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5687161" y="3879233"/>
            <a:ext cx="8747" cy="8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5695908" y="3878429"/>
            <a:ext cx="8746" cy="80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5704654" y="3877646"/>
            <a:ext cx="8747" cy="7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5713401" y="3876884"/>
            <a:ext cx="8747" cy="7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5722148" y="3876141"/>
            <a:ext cx="8746" cy="74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5730894" y="3875418"/>
            <a:ext cx="8747" cy="7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5739641" y="3874716"/>
            <a:ext cx="8747" cy="7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5748388" y="3874033"/>
            <a:ext cx="8746" cy="6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5757134" y="3873369"/>
            <a:ext cx="8747" cy="6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5765881" y="3872725"/>
            <a:ext cx="8746" cy="6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5774627" y="3872101"/>
            <a:ext cx="8747" cy="62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5783374" y="3871495"/>
            <a:ext cx="8747" cy="60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5792121" y="3870909"/>
            <a:ext cx="8746" cy="5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5800867" y="3870342"/>
            <a:ext cx="8747" cy="5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5809614" y="3869794"/>
            <a:ext cx="8747" cy="5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5818361" y="3869265"/>
            <a:ext cx="8746" cy="5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5827107" y="3868754"/>
            <a:ext cx="8747" cy="5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5835854" y="3868263"/>
            <a:ext cx="8746" cy="4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5844600" y="3867790"/>
            <a:ext cx="8747" cy="4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5853347" y="3867335"/>
            <a:ext cx="8747" cy="4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5862094" y="3866899"/>
            <a:ext cx="8746" cy="43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5870840" y="3866481"/>
            <a:ext cx="8747" cy="41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5879587" y="3866081"/>
            <a:ext cx="8747" cy="4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5888334" y="3865700"/>
            <a:ext cx="8746" cy="38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5897080" y="3865337"/>
            <a:ext cx="8747" cy="36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5905827" y="3864992"/>
            <a:ext cx="8747" cy="34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5914574" y="3864665"/>
            <a:ext cx="8746" cy="3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5923320" y="3864356"/>
            <a:ext cx="8747" cy="3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5932067" y="3864065"/>
            <a:ext cx="8746" cy="2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5940813" y="3863791"/>
            <a:ext cx="8747" cy="27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5949560" y="3863536"/>
            <a:ext cx="8747" cy="2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5958307" y="3863298"/>
            <a:ext cx="8746" cy="23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5967053" y="3863079"/>
            <a:ext cx="8747" cy="2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5975800" y="3862877"/>
            <a:ext cx="8747" cy="2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5984547" y="3862692"/>
            <a:ext cx="8746" cy="18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5993293" y="3862525"/>
            <a:ext cx="8747" cy="1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6002040" y="3862376"/>
            <a:ext cx="8746" cy="1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6010786" y="3862245"/>
            <a:ext cx="8747" cy="1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6019533" y="3862131"/>
            <a:ext cx="8747" cy="1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6028280" y="3862034"/>
            <a:ext cx="8746" cy="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6037026" y="3861956"/>
            <a:ext cx="8747" cy="7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6045773" y="3861894"/>
            <a:ext cx="8747" cy="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6054520" y="3861851"/>
            <a:ext cx="8746" cy="4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6063266" y="3861824"/>
            <a:ext cx="8747" cy="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6072013" y="3861816"/>
            <a:ext cx="8747" cy="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6080760" y="3861816"/>
            <a:ext cx="8746" cy="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6089506" y="3861824"/>
            <a:ext cx="8747" cy="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6098253" y="3861851"/>
            <a:ext cx="8746" cy="4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6106999" y="3861894"/>
            <a:ext cx="8747" cy="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6115746" y="3861956"/>
            <a:ext cx="8747" cy="7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6124493" y="3862034"/>
            <a:ext cx="8746" cy="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6133239" y="3862131"/>
            <a:ext cx="8747" cy="1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6141986" y="3862245"/>
            <a:ext cx="8747" cy="1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6150733" y="3862376"/>
            <a:ext cx="8746" cy="1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6159479" y="3862525"/>
            <a:ext cx="8747" cy="1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6168226" y="3862692"/>
            <a:ext cx="8746" cy="18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6176972" y="3862877"/>
            <a:ext cx="8747" cy="2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6185719" y="3863079"/>
            <a:ext cx="8747" cy="2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6194466" y="3863298"/>
            <a:ext cx="8746" cy="23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6203212" y="3863536"/>
            <a:ext cx="8747" cy="2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6211959" y="3863791"/>
            <a:ext cx="8747" cy="27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6220706" y="3864065"/>
            <a:ext cx="8746" cy="2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6229452" y="3864356"/>
            <a:ext cx="8747" cy="3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6238199" y="3864665"/>
            <a:ext cx="8746" cy="3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6246945" y="3864992"/>
            <a:ext cx="8747" cy="34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6255692" y="3865337"/>
            <a:ext cx="8747" cy="36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6264439" y="3865700"/>
            <a:ext cx="8746" cy="38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6273185" y="3866081"/>
            <a:ext cx="8747" cy="4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6281932" y="3866481"/>
            <a:ext cx="8747" cy="41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6290679" y="3866899"/>
            <a:ext cx="8746" cy="43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6299425" y="3867335"/>
            <a:ext cx="8747" cy="4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6308172" y="3867790"/>
            <a:ext cx="8747" cy="4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6316919" y="3868263"/>
            <a:ext cx="8746" cy="4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6325665" y="3868754"/>
            <a:ext cx="8747" cy="5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6334412" y="3869265"/>
            <a:ext cx="8746" cy="5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6343158" y="3869794"/>
            <a:ext cx="8747" cy="5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6351905" y="3870342"/>
            <a:ext cx="8747" cy="5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6360652" y="3870909"/>
            <a:ext cx="8746" cy="5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6369398" y="3871495"/>
            <a:ext cx="8747" cy="60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6378145" y="3872101"/>
            <a:ext cx="8747" cy="62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6386892" y="3872725"/>
            <a:ext cx="8746" cy="6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6395638" y="3873369"/>
            <a:ext cx="8747" cy="6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6404385" y="3874033"/>
            <a:ext cx="8746" cy="6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6413131" y="3874716"/>
            <a:ext cx="8747" cy="7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6421878" y="3875418"/>
            <a:ext cx="8747" cy="7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6430625" y="3876141"/>
            <a:ext cx="8746" cy="74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6439371" y="3876884"/>
            <a:ext cx="8747" cy="7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6448118" y="3877646"/>
            <a:ext cx="8747" cy="7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6456865" y="3878429"/>
            <a:ext cx="8746" cy="80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6465611" y="3879233"/>
            <a:ext cx="8747" cy="8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6474358" y="3880056"/>
            <a:ext cx="8747" cy="84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6483105" y="3880901"/>
            <a:ext cx="8746" cy="86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6491851" y="3881766"/>
            <a:ext cx="8747" cy="8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6500598" y="3882653"/>
            <a:ext cx="8746" cy="90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6509344" y="3883560"/>
            <a:ext cx="8747" cy="9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6518091" y="3884489"/>
            <a:ext cx="8747" cy="95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6526838" y="3885439"/>
            <a:ext cx="8746" cy="9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6535584" y="3886411"/>
            <a:ext cx="8747" cy="99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6544331" y="3887405"/>
            <a:ext cx="8747" cy="101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6553078" y="3888421"/>
            <a:ext cx="8746" cy="103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6561824" y="3889459"/>
            <a:ext cx="8747" cy="106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6570571" y="3890520"/>
            <a:ext cx="8746" cy="10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6579317" y="3891603"/>
            <a:ext cx="8747" cy="110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6588064" y="3892709"/>
            <a:ext cx="8747" cy="11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6596811" y="3893838"/>
            <a:ext cx="8746" cy="115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6605557" y="3894990"/>
            <a:ext cx="8747" cy="117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6614304" y="3896166"/>
            <a:ext cx="8747" cy="12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6623051" y="3897366"/>
            <a:ext cx="8746" cy="12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6631797" y="3898589"/>
            <a:ext cx="8747" cy="12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6640544" y="3899837"/>
            <a:ext cx="8747" cy="12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6649291" y="3901109"/>
            <a:ext cx="8746" cy="129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6658037" y="3902405"/>
            <a:ext cx="8747" cy="13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6666784" y="3903727"/>
            <a:ext cx="8746" cy="13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6675530" y="3905074"/>
            <a:ext cx="8747" cy="13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6684277" y="3906446"/>
            <a:ext cx="8747" cy="139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6693024" y="3907844"/>
            <a:ext cx="8746" cy="142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6701770" y="3909268"/>
            <a:ext cx="8747" cy="145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6710517" y="3910719"/>
            <a:ext cx="8747" cy="14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6719264" y="3912196"/>
            <a:ext cx="8746" cy="150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6728010" y="3913700"/>
            <a:ext cx="8747" cy="15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6736757" y="3915231"/>
            <a:ext cx="8746" cy="155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6745503" y="3916790"/>
            <a:ext cx="8747" cy="15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6754250" y="3918376"/>
            <a:ext cx="8747" cy="161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6762997" y="3919991"/>
            <a:ext cx="8746" cy="164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6771743" y="3921634"/>
            <a:ext cx="8747" cy="16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6780490" y="3923307"/>
            <a:ext cx="8747" cy="170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6789237" y="3925008"/>
            <a:ext cx="8746" cy="17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6797983" y="3926740"/>
            <a:ext cx="8747" cy="176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6806730" y="3928501"/>
            <a:ext cx="8747" cy="179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6815477" y="3930293"/>
            <a:ext cx="8746" cy="18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6824223" y="3932115"/>
            <a:ext cx="8747" cy="18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6832970" y="3933969"/>
            <a:ext cx="8746" cy="188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6841716" y="3935854"/>
            <a:ext cx="8747" cy="191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6850463" y="3937772"/>
            <a:ext cx="8747" cy="19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6859210" y="3939721"/>
            <a:ext cx="8746" cy="19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6867956" y="3941704"/>
            <a:ext cx="8747" cy="201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6876703" y="3943721"/>
            <a:ext cx="8747" cy="205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6885450" y="3945771"/>
            <a:ext cx="8746" cy="208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6894196" y="3947855"/>
            <a:ext cx="8747" cy="212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6902943" y="3949975"/>
            <a:ext cx="8746" cy="21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6911689" y="3952130"/>
            <a:ext cx="8747" cy="219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6920436" y="3954320"/>
            <a:ext cx="8747" cy="22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6929183" y="3956547"/>
            <a:ext cx="8746" cy="22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6937929" y="3958811"/>
            <a:ext cx="8747" cy="23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6946676" y="3961113"/>
            <a:ext cx="8747" cy="23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6955423" y="3963453"/>
            <a:ext cx="8746" cy="237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6964169" y="3965831"/>
            <a:ext cx="8747" cy="241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6972916" y="3968249"/>
            <a:ext cx="8747" cy="245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6981663" y="3970706"/>
            <a:ext cx="8746" cy="249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6990409" y="3973204"/>
            <a:ext cx="8747" cy="253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6999156" y="3975743"/>
            <a:ext cx="8746" cy="25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7007902" y="3978325"/>
            <a:ext cx="8747" cy="26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7016649" y="3980948"/>
            <a:ext cx="8747" cy="26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7025396" y="3983615"/>
            <a:ext cx="8746" cy="27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7034142" y="3986326"/>
            <a:ext cx="8747" cy="27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7042889" y="3989081"/>
            <a:ext cx="8747" cy="280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7051636" y="3991882"/>
            <a:ext cx="8746" cy="28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7060382" y="3994730"/>
            <a:ext cx="8747" cy="289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7069129" y="3997624"/>
            <a:ext cx="8746" cy="294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7077875" y="4000566"/>
            <a:ext cx="8747" cy="29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7086622" y="4003557"/>
            <a:ext cx="8747" cy="30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7095369" y="4006597"/>
            <a:ext cx="8746" cy="30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7104115" y="4009688"/>
            <a:ext cx="8747" cy="314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7112862" y="4012830"/>
            <a:ext cx="8747" cy="319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7121609" y="4016025"/>
            <a:ext cx="8746" cy="32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7130355" y="4019272"/>
            <a:ext cx="8747" cy="33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7139102" y="4022574"/>
            <a:ext cx="8746" cy="335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7147848" y="4025931"/>
            <a:ext cx="8747" cy="34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7156595" y="4029345"/>
            <a:ext cx="8747" cy="347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7165342" y="4032815"/>
            <a:ext cx="8746" cy="353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7174088" y="4036345"/>
            <a:ext cx="8747" cy="358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7182835" y="4039933"/>
            <a:ext cx="8747" cy="365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7191582" y="4043583"/>
            <a:ext cx="8746" cy="37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7200328" y="4047294"/>
            <a:ext cx="8747" cy="377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7209075" y="4051069"/>
            <a:ext cx="8747" cy="383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7217822" y="4054908"/>
            <a:ext cx="8746" cy="390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7226568" y="4058813"/>
            <a:ext cx="8747" cy="39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7235315" y="4062785"/>
            <a:ext cx="8746" cy="404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7244061" y="4066826"/>
            <a:ext cx="8747" cy="411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7252808" y="4070936"/>
            <a:ext cx="8747" cy="41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7261555" y="4075118"/>
            <a:ext cx="8746" cy="42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7270301" y="4079372"/>
            <a:ext cx="8747" cy="43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7279048" y="4083701"/>
            <a:ext cx="8747" cy="440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7287795" y="4088107"/>
            <a:ext cx="8746" cy="44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7296541" y="4092589"/>
            <a:ext cx="8747" cy="45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7305288" y="4097151"/>
            <a:ext cx="8746" cy="46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7314034" y="4101795"/>
            <a:ext cx="8747" cy="472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7322781" y="4106521"/>
            <a:ext cx="8747" cy="48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7331528" y="4111332"/>
            <a:ext cx="8746" cy="489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7340274" y="4116230"/>
            <a:ext cx="8747" cy="49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7349021" y="4121217"/>
            <a:ext cx="8747" cy="50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7357768" y="4126294"/>
            <a:ext cx="8746" cy="517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7366514" y="4131464"/>
            <a:ext cx="8747" cy="526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7375261" y="4136730"/>
            <a:ext cx="8747" cy="53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7384008" y="4142092"/>
            <a:ext cx="8746" cy="546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7392754" y="4147555"/>
            <a:ext cx="8747" cy="55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7401501" y="4153119"/>
            <a:ext cx="8746" cy="566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7410247" y="4158788"/>
            <a:ext cx="8747" cy="57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7418994" y="4164565"/>
            <a:ext cx="8747" cy="58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7427741" y="4170451"/>
            <a:ext cx="8746" cy="599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7436487" y="4176450"/>
            <a:ext cx="8747" cy="61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7445234" y="4182564"/>
            <a:ext cx="8747" cy="623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7453981" y="4188797"/>
            <a:ext cx="8746" cy="63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7462727" y="4195151"/>
            <a:ext cx="8747" cy="647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7471474" y="4201630"/>
            <a:ext cx="8746" cy="660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7480220" y="4208236"/>
            <a:ext cx="8747" cy="673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7488967" y="4214974"/>
            <a:ext cx="8747" cy="68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7497714" y="4221847"/>
            <a:ext cx="8746" cy="70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7506460" y="4228859"/>
            <a:ext cx="8747" cy="715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7515207" y="4236012"/>
            <a:ext cx="8747" cy="73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7523954" y="4243312"/>
            <a:ext cx="8746" cy="745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7532700" y="4250763"/>
            <a:ext cx="8747" cy="760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7541447" y="4258368"/>
            <a:ext cx="8747" cy="77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7550194" y="4266132"/>
            <a:ext cx="8746" cy="79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7558940" y="4274059"/>
            <a:ext cx="8747" cy="809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7567687" y="4282155"/>
            <a:ext cx="8746" cy="826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7576433" y="4290424"/>
            <a:ext cx="8747" cy="84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7585180" y="4298872"/>
            <a:ext cx="8747" cy="86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93927" y="4307503"/>
            <a:ext cx="8746" cy="882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7602673" y="4316324"/>
            <a:ext cx="8747" cy="901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7611420" y="4325340"/>
            <a:ext cx="8747" cy="921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7620167" y="4334557"/>
            <a:ext cx="8746" cy="942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7628913" y="4343982"/>
            <a:ext cx="8747" cy="963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7637660" y="4353621"/>
            <a:ext cx="8746" cy="986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7646406" y="4363481"/>
            <a:ext cx="8747" cy="1008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7655153" y="4373569"/>
            <a:ext cx="8747" cy="1032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7663900" y="4383893"/>
            <a:ext cx="8746" cy="105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7672646" y="4394461"/>
            <a:ext cx="8747" cy="108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7681393" y="4405280"/>
            <a:ext cx="8747" cy="1107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7690140" y="4416359"/>
            <a:ext cx="8746" cy="113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7698886" y="4427707"/>
            <a:ext cx="8747" cy="116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7707633" y="4439334"/>
            <a:ext cx="8747" cy="1191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7716380" y="4451249"/>
            <a:ext cx="8746" cy="1221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7725126" y="4463462"/>
            <a:ext cx="717224" cy="44686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8474049" y="1764792"/>
            <a:ext cx="721098" cy="4523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9195147" y="2217104"/>
            <a:ext cx="8688" cy="120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9203835" y="2229104"/>
            <a:ext cx="8688" cy="1171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9212523" y="2240814"/>
            <a:ext cx="8688" cy="1143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9221211" y="2252244"/>
            <a:ext cx="8688" cy="1115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9229899" y="2263403"/>
            <a:ext cx="8688" cy="108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9238587" y="2274300"/>
            <a:ext cx="8688" cy="106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9247275" y="2284944"/>
            <a:ext cx="8688" cy="1039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9255963" y="2295342"/>
            <a:ext cx="8688" cy="1016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9264651" y="2305504"/>
            <a:ext cx="8688" cy="99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9273339" y="2315436"/>
            <a:ext cx="8687" cy="971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9282026" y="2325146"/>
            <a:ext cx="8688" cy="949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9290714" y="2334640"/>
            <a:ext cx="8688" cy="92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9299402" y="2343926"/>
            <a:ext cx="8688" cy="908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9308090" y="2353009"/>
            <a:ext cx="8688" cy="88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9316778" y="2361895"/>
            <a:ext cx="8688" cy="869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9325466" y="2370591"/>
            <a:ext cx="8688" cy="85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9334154" y="2379102"/>
            <a:ext cx="8688" cy="83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9342842" y="2387434"/>
            <a:ext cx="8688" cy="815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9351530" y="2395591"/>
            <a:ext cx="8688" cy="79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9360218" y="2403578"/>
            <a:ext cx="8688" cy="78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9368906" y="2411401"/>
            <a:ext cx="8688" cy="76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9377594" y="2419065"/>
            <a:ext cx="8688" cy="750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9386282" y="2426572"/>
            <a:ext cx="8688" cy="735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9394970" y="2433929"/>
            <a:ext cx="8687" cy="72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9403657" y="2441138"/>
            <a:ext cx="8688" cy="706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9412345" y="2448204"/>
            <a:ext cx="8688" cy="692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9421033" y="2455130"/>
            <a:ext cx="8688" cy="67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9429721" y="2461921"/>
            <a:ext cx="8688" cy="665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9438409" y="2468580"/>
            <a:ext cx="8688" cy="653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9447097" y="2475110"/>
            <a:ext cx="8688" cy="640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9455785" y="2481515"/>
            <a:ext cx="8688" cy="62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9464473" y="2487797"/>
            <a:ext cx="8688" cy="61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9473161" y="2493961"/>
            <a:ext cx="8688" cy="60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9481849" y="2500008"/>
            <a:ext cx="8688" cy="593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9490537" y="2505942"/>
            <a:ext cx="8688" cy="58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9499225" y="2511765"/>
            <a:ext cx="8688" cy="571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9507913" y="2517480"/>
            <a:ext cx="8688" cy="56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9516601" y="2523091"/>
            <a:ext cx="8687" cy="550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9525288" y="2528598"/>
            <a:ext cx="8688" cy="540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9533976" y="2534006"/>
            <a:ext cx="8688" cy="53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9542664" y="2539315"/>
            <a:ext cx="8688" cy="52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9551352" y="2544529"/>
            <a:ext cx="8688" cy="512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9560040" y="2549649"/>
            <a:ext cx="8688" cy="50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9568728" y="2554678"/>
            <a:ext cx="8688" cy="49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9577416" y="2559618"/>
            <a:ext cx="8688" cy="485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9586104" y="2564470"/>
            <a:ext cx="8688" cy="47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9594792" y="2569237"/>
            <a:ext cx="8688" cy="468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9603480" y="2573921"/>
            <a:ext cx="8688" cy="46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9612168" y="2578523"/>
            <a:ext cx="8688" cy="45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9620856" y="2583045"/>
            <a:ext cx="8688" cy="44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9629544" y="2587489"/>
            <a:ext cx="8688" cy="43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9638232" y="2591857"/>
            <a:ext cx="8688" cy="429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9646920" y="2596150"/>
            <a:ext cx="8687" cy="42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9655607" y="2600369"/>
            <a:ext cx="8688" cy="414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9664295" y="2604517"/>
            <a:ext cx="8688" cy="40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9672983" y="2608594"/>
            <a:ext cx="8688" cy="40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9681671" y="2612603"/>
            <a:ext cx="8688" cy="394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9690359" y="2616544"/>
            <a:ext cx="8688" cy="387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9699047" y="2620419"/>
            <a:ext cx="8688" cy="381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9707735" y="2624229"/>
            <a:ext cx="8688" cy="374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9716423" y="2627975"/>
            <a:ext cx="8688" cy="368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9725111" y="2631660"/>
            <a:ext cx="8688" cy="362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9733799" y="2635283"/>
            <a:ext cx="8688" cy="356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9742487" y="2638846"/>
            <a:ext cx="8688" cy="350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9751175" y="2642351"/>
            <a:ext cx="8688" cy="34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9759863" y="2645798"/>
            <a:ext cx="8688" cy="339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9768551" y="2649188"/>
            <a:ext cx="8687" cy="333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9777238" y="2652523"/>
            <a:ext cx="8688" cy="328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9785926" y="2655803"/>
            <a:ext cx="8688" cy="32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9794614" y="2659030"/>
            <a:ext cx="8688" cy="317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9803302" y="2662204"/>
            <a:ext cx="8688" cy="31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9811990" y="2665326"/>
            <a:ext cx="8688" cy="307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9820678" y="2668398"/>
            <a:ext cx="8688" cy="30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9829366" y="2671420"/>
            <a:ext cx="8688" cy="297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9838054" y="2674394"/>
            <a:ext cx="8688" cy="292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9846742" y="2677319"/>
            <a:ext cx="8688" cy="287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9855430" y="2680197"/>
            <a:ext cx="8688" cy="28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9864118" y="2683028"/>
            <a:ext cx="8688" cy="27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9872806" y="2685814"/>
            <a:ext cx="8688" cy="27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9881494" y="2688554"/>
            <a:ext cx="8688" cy="26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9890182" y="2691251"/>
            <a:ext cx="8687" cy="265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9898869" y="2693904"/>
            <a:ext cx="8688" cy="261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9907557" y="2696515"/>
            <a:ext cx="8688" cy="25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9916245" y="2699083"/>
            <a:ext cx="8688" cy="25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9924933" y="2701610"/>
            <a:ext cx="8688" cy="24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9933621" y="2704097"/>
            <a:ext cx="8688" cy="244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9942309" y="2706543"/>
            <a:ext cx="8688" cy="240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9950997" y="2708950"/>
            <a:ext cx="8688" cy="23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9959685" y="2711318"/>
            <a:ext cx="8688" cy="23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9968373" y="2713647"/>
            <a:ext cx="8688" cy="229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9977061" y="2715940"/>
            <a:ext cx="8688" cy="22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9985749" y="2718194"/>
            <a:ext cx="8688" cy="22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9994437" y="2720413"/>
            <a:ext cx="8688" cy="21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10003125" y="2722595"/>
            <a:ext cx="8688" cy="21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10011813" y="2724742"/>
            <a:ext cx="8687" cy="21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10020500" y="2726854"/>
            <a:ext cx="8688" cy="20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10029188" y="2728931"/>
            <a:ext cx="8688" cy="20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10037876" y="2730975"/>
            <a:ext cx="8688" cy="20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10046564" y="2732984"/>
            <a:ext cx="8688" cy="19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10055252" y="2734961"/>
            <a:ext cx="8688" cy="19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10063940" y="2736905"/>
            <a:ext cx="8688" cy="19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10072628" y="2738817"/>
            <a:ext cx="8688" cy="188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10081316" y="2740698"/>
            <a:ext cx="8688" cy="18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0090004" y="2742547"/>
            <a:ext cx="8688" cy="181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10098692" y="2744365"/>
            <a:ext cx="8688" cy="178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10107380" y="2746152"/>
            <a:ext cx="8688" cy="175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10116068" y="2747910"/>
            <a:ext cx="8688" cy="17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10124756" y="2749637"/>
            <a:ext cx="8688" cy="169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10133444" y="2751336"/>
            <a:ext cx="8687" cy="166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10142131" y="2753005"/>
            <a:ext cx="8688" cy="164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10150819" y="2754646"/>
            <a:ext cx="8688" cy="16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10159507" y="2756258"/>
            <a:ext cx="8688" cy="158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10168195" y="2757843"/>
            <a:ext cx="8688" cy="155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>
            <a:off x="10176883" y="2759399"/>
            <a:ext cx="8688" cy="153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10185571" y="2760929"/>
            <a:ext cx="8688" cy="150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10194259" y="2762432"/>
            <a:ext cx="8688" cy="147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10202947" y="2763908"/>
            <a:ext cx="8688" cy="14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10211635" y="2765357"/>
            <a:ext cx="8688" cy="142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10220323" y="2766781"/>
            <a:ext cx="8688" cy="13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10229011" y="2768178"/>
            <a:ext cx="8688" cy="13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10237699" y="2769551"/>
            <a:ext cx="8688" cy="134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10246387" y="2770898"/>
            <a:ext cx="8688" cy="132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10255075" y="2772220"/>
            <a:ext cx="8687" cy="12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>
            <a:off x="10263762" y="2773517"/>
            <a:ext cx="8688" cy="12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10272450" y="2774790"/>
            <a:ext cx="8688" cy="12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10281138" y="2776039"/>
            <a:ext cx="8688" cy="122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10289826" y="2777264"/>
            <a:ext cx="8688" cy="120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10298514" y="2778465"/>
            <a:ext cx="8688" cy="117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10307202" y="2779642"/>
            <a:ext cx="8688" cy="11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10315890" y="2780796"/>
            <a:ext cx="8688" cy="11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10324578" y="2781928"/>
            <a:ext cx="8688" cy="110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10333266" y="2783036"/>
            <a:ext cx="8688" cy="108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10341954" y="2784122"/>
            <a:ext cx="8688" cy="106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10350642" y="2785186"/>
            <a:ext cx="8688" cy="104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10359330" y="2786227"/>
            <a:ext cx="8688" cy="10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10368018" y="2787246"/>
            <a:ext cx="8688" cy="99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10376706" y="2788243"/>
            <a:ext cx="8687" cy="97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10385393" y="2789219"/>
            <a:ext cx="8688" cy="95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10394081" y="2790173"/>
            <a:ext cx="8688" cy="93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10402769" y="2791106"/>
            <a:ext cx="8688" cy="9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10411457" y="2792018"/>
            <a:ext cx="8688" cy="8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10420145" y="2792909"/>
            <a:ext cx="8688" cy="87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10428833" y="2793779"/>
            <a:ext cx="8688" cy="85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10437521" y="2794629"/>
            <a:ext cx="8688" cy="8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10446209" y="2795458"/>
            <a:ext cx="8688" cy="80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10454897" y="2796266"/>
            <a:ext cx="8688" cy="78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10463585" y="2797055"/>
            <a:ext cx="8688" cy="76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10472273" y="2797823"/>
            <a:ext cx="8688" cy="7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10480961" y="2798572"/>
            <a:ext cx="8688" cy="72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10489649" y="2799301"/>
            <a:ext cx="8688" cy="7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10498337" y="2800010"/>
            <a:ext cx="8687" cy="68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10507024" y="2800699"/>
            <a:ext cx="8688" cy="67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10515712" y="2801369"/>
            <a:ext cx="8688" cy="65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10524400" y="2802020"/>
            <a:ext cx="8688" cy="63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10533088" y="2802652"/>
            <a:ext cx="8688" cy="61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10541776" y="2803264"/>
            <a:ext cx="8688" cy="59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10550464" y="2803858"/>
            <a:ext cx="8688" cy="57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10559152" y="2804433"/>
            <a:ext cx="8688" cy="55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10567840" y="2804989"/>
            <a:ext cx="8688" cy="53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10576528" y="2805526"/>
            <a:ext cx="8688" cy="5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10585216" y="2806045"/>
            <a:ext cx="8688" cy="50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10593904" y="2806545"/>
            <a:ext cx="8688" cy="48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10602592" y="2807027"/>
            <a:ext cx="8688" cy="46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10611280" y="2807490"/>
            <a:ext cx="8688" cy="44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10619968" y="2807936"/>
            <a:ext cx="8687" cy="4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10628655" y="2808363"/>
            <a:ext cx="8688" cy="4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10637343" y="2808772"/>
            <a:ext cx="8688" cy="39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10646031" y="2809163"/>
            <a:ext cx="8688" cy="373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10654719" y="2809536"/>
            <a:ext cx="8688" cy="35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10663407" y="2809891"/>
            <a:ext cx="8688" cy="33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10672095" y="2810228"/>
            <a:ext cx="8688" cy="31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10680783" y="2810547"/>
            <a:ext cx="8688" cy="30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10689471" y="2810849"/>
            <a:ext cx="8688" cy="28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10698159" y="2811133"/>
            <a:ext cx="8688" cy="26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10706847" y="2811400"/>
            <a:ext cx="8688" cy="24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>
            <a:off x="10715535" y="2811649"/>
            <a:ext cx="8688" cy="23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>
            <a:off x="10724223" y="2811880"/>
            <a:ext cx="8688" cy="21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>
            <a:off x="10732911" y="2812094"/>
            <a:ext cx="8688" cy="196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>
            <a:off x="10741599" y="2812290"/>
            <a:ext cx="8687" cy="17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>
            <a:off x="10750286" y="2812469"/>
            <a:ext cx="8688" cy="161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>
            <a:off x="10758974" y="2812630"/>
            <a:ext cx="8688" cy="144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>
            <a:off x="10767662" y="2812774"/>
            <a:ext cx="8688" cy="127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>
            <a:off x="10776350" y="2812901"/>
            <a:ext cx="8688" cy="109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>
            <a:off x="10785038" y="2813010"/>
            <a:ext cx="8688" cy="92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>
            <a:off x="10793726" y="2813102"/>
            <a:ext cx="8688" cy="75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>
            <a:off x="10802414" y="2813177"/>
            <a:ext cx="8688" cy="58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>
            <a:off x="10811102" y="2813235"/>
            <a:ext cx="8688" cy="40"/>
          </a:xfrm>
          <a:prstGeom prst="line">
            <a:avLst/>
          </a:prstGeom>
          <a:ln w="25400">
            <a:solidFill>
              <a:srgbClr val="4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8" name="TextBox 777"/>
          <p:cNvSpPr txBox="1"/>
          <p:nvPr/>
        </p:nvSpPr>
        <p:spPr>
          <a:xfrm>
            <a:off x="594360" y="59893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|sec θ| ≥ 1. The graph never sits between −1 and +1.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cosec θ from 0° to 360°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cosec 90° = +1          cosec 270° = −1          cosec 0°, 180° and 360° are not defined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1691640"/>
            <a:ext cx="0" cy="329184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25880" y="3337560"/>
            <a:ext cx="950976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5820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35640" y="1691640"/>
            <a:ext cx="0" cy="3291840"/>
          </a:xfrm>
          <a:prstGeom prst="line">
            <a:avLst/>
          </a:prstGeom>
          <a:ln w="14604">
            <a:solidFill>
              <a:srgbClr val="484E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23697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+3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82312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−3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50200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73352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cosec 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90°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180°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270°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5184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360°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41729" y="1764792"/>
            <a:ext cx="717224" cy="44686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58953" y="2211657"/>
            <a:ext cx="8746" cy="1221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67699" y="2223870"/>
            <a:ext cx="8747" cy="1191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76446" y="2235785"/>
            <a:ext cx="8747" cy="116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85193" y="2247412"/>
            <a:ext cx="8746" cy="113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93939" y="2258760"/>
            <a:ext cx="8747" cy="1107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02686" y="2269839"/>
            <a:ext cx="8747" cy="1081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11433" y="2280658"/>
            <a:ext cx="8746" cy="1056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20179" y="2291226"/>
            <a:ext cx="8747" cy="103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28926" y="2301550"/>
            <a:ext cx="8747" cy="1008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37673" y="2311638"/>
            <a:ext cx="8746" cy="986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46419" y="2321498"/>
            <a:ext cx="8747" cy="96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55166" y="2331137"/>
            <a:ext cx="8746" cy="942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63912" y="2340562"/>
            <a:ext cx="8747" cy="921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72659" y="2349779"/>
            <a:ext cx="8747" cy="901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1406" y="2358795"/>
            <a:ext cx="8746" cy="882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90152" y="2367616"/>
            <a:ext cx="8747" cy="86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198899" y="2376247"/>
            <a:ext cx="8747" cy="84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207646" y="2384695"/>
            <a:ext cx="8746" cy="826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216392" y="2392964"/>
            <a:ext cx="8747" cy="809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225139" y="2401060"/>
            <a:ext cx="8746" cy="79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233885" y="2408987"/>
            <a:ext cx="8747" cy="77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242632" y="2416751"/>
            <a:ext cx="8747" cy="760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51379" y="2424356"/>
            <a:ext cx="8746" cy="745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60125" y="2431807"/>
            <a:ext cx="8747" cy="73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68872" y="2439107"/>
            <a:ext cx="8747" cy="715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277619" y="2446260"/>
            <a:ext cx="8746" cy="701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286365" y="2453272"/>
            <a:ext cx="8747" cy="68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295112" y="2460145"/>
            <a:ext cx="8747" cy="67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303859" y="2466883"/>
            <a:ext cx="8746" cy="66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12605" y="2473489"/>
            <a:ext cx="8747" cy="647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321352" y="2479968"/>
            <a:ext cx="8746" cy="63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330098" y="2486322"/>
            <a:ext cx="8747" cy="623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338845" y="2492555"/>
            <a:ext cx="8747" cy="61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347592" y="2498669"/>
            <a:ext cx="8746" cy="599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356338" y="2504668"/>
            <a:ext cx="8747" cy="58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365085" y="2510554"/>
            <a:ext cx="8747" cy="57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373832" y="2516331"/>
            <a:ext cx="8746" cy="566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382578" y="2522000"/>
            <a:ext cx="8747" cy="55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391325" y="2527564"/>
            <a:ext cx="8746" cy="546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400071" y="2533027"/>
            <a:ext cx="8747" cy="53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408818" y="2538389"/>
            <a:ext cx="8747" cy="526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417565" y="2543655"/>
            <a:ext cx="8746" cy="517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426311" y="2548825"/>
            <a:ext cx="8747" cy="50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435058" y="2553902"/>
            <a:ext cx="8747" cy="498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443805" y="2558889"/>
            <a:ext cx="8746" cy="48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452551" y="2563787"/>
            <a:ext cx="8747" cy="48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461298" y="2568598"/>
            <a:ext cx="8747" cy="472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470045" y="2573324"/>
            <a:ext cx="8746" cy="464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478791" y="2577968"/>
            <a:ext cx="8747" cy="45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487538" y="2582530"/>
            <a:ext cx="8746" cy="44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496284" y="2587012"/>
            <a:ext cx="8747" cy="44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505031" y="2591418"/>
            <a:ext cx="8747" cy="43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513778" y="2595747"/>
            <a:ext cx="8746" cy="42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522524" y="2600001"/>
            <a:ext cx="8747" cy="41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531271" y="2604183"/>
            <a:ext cx="8747" cy="411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540018" y="2608293"/>
            <a:ext cx="8746" cy="404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548764" y="2612334"/>
            <a:ext cx="8747" cy="39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557511" y="2616306"/>
            <a:ext cx="8746" cy="390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566257" y="2620211"/>
            <a:ext cx="8747" cy="38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575004" y="2624050"/>
            <a:ext cx="8747" cy="377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583751" y="2627825"/>
            <a:ext cx="8746" cy="37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592497" y="2631536"/>
            <a:ext cx="8747" cy="36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601244" y="2635186"/>
            <a:ext cx="8747" cy="358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609991" y="2638774"/>
            <a:ext cx="8746" cy="353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618737" y="2642304"/>
            <a:ext cx="8747" cy="347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627484" y="2645774"/>
            <a:ext cx="8747" cy="34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636231" y="2649188"/>
            <a:ext cx="8746" cy="335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644977" y="2652545"/>
            <a:ext cx="8747" cy="33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653724" y="2655847"/>
            <a:ext cx="8746" cy="324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662470" y="2659094"/>
            <a:ext cx="8747" cy="319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671217" y="2662289"/>
            <a:ext cx="8747" cy="314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679964" y="2665431"/>
            <a:ext cx="8746" cy="30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688710" y="2668522"/>
            <a:ext cx="8747" cy="304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697457" y="2671562"/>
            <a:ext cx="8747" cy="29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706204" y="2674553"/>
            <a:ext cx="8746" cy="294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714950" y="2677495"/>
            <a:ext cx="8747" cy="289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723697" y="2680389"/>
            <a:ext cx="8746" cy="28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732443" y="2683237"/>
            <a:ext cx="8747" cy="280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741190" y="2686038"/>
            <a:ext cx="8747" cy="27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749937" y="2688793"/>
            <a:ext cx="8746" cy="27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758683" y="2691504"/>
            <a:ext cx="8747" cy="26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767430" y="2694171"/>
            <a:ext cx="8747" cy="26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776177" y="2696794"/>
            <a:ext cx="8746" cy="25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784923" y="2699376"/>
            <a:ext cx="8747" cy="25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793670" y="2701915"/>
            <a:ext cx="8746" cy="24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802416" y="2704413"/>
            <a:ext cx="8747" cy="245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811163" y="2706870"/>
            <a:ext cx="8747" cy="24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819910" y="2709288"/>
            <a:ext cx="8746" cy="237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828656" y="2711666"/>
            <a:ext cx="8747" cy="234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837403" y="2714006"/>
            <a:ext cx="8747" cy="23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846150" y="2716308"/>
            <a:ext cx="8746" cy="22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854896" y="2718572"/>
            <a:ext cx="8747" cy="22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863643" y="2720799"/>
            <a:ext cx="8747" cy="219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872390" y="2722989"/>
            <a:ext cx="8746" cy="21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881136" y="2725144"/>
            <a:ext cx="8747" cy="212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889883" y="2727264"/>
            <a:ext cx="8746" cy="208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898629" y="2729348"/>
            <a:ext cx="8747" cy="20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907376" y="2731398"/>
            <a:ext cx="8747" cy="201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916123" y="2733415"/>
            <a:ext cx="8746" cy="19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2924869" y="2735398"/>
            <a:ext cx="8747" cy="194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933616" y="2737347"/>
            <a:ext cx="8747" cy="19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942363" y="2739265"/>
            <a:ext cx="8746" cy="188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951109" y="2741150"/>
            <a:ext cx="8747" cy="18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959856" y="2743004"/>
            <a:ext cx="8746" cy="182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968602" y="2744826"/>
            <a:ext cx="8747" cy="179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977349" y="2746618"/>
            <a:ext cx="8747" cy="176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986096" y="2748379"/>
            <a:ext cx="8746" cy="173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994842" y="2750111"/>
            <a:ext cx="8747" cy="170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003589" y="2751812"/>
            <a:ext cx="8747" cy="16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012336" y="2753485"/>
            <a:ext cx="8746" cy="16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3021082" y="2755128"/>
            <a:ext cx="8747" cy="161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029829" y="2756743"/>
            <a:ext cx="8747" cy="15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3038576" y="2758329"/>
            <a:ext cx="8746" cy="155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3047322" y="2759888"/>
            <a:ext cx="8747" cy="15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056069" y="2761419"/>
            <a:ext cx="8746" cy="150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3064815" y="2762923"/>
            <a:ext cx="8747" cy="14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073562" y="2764400"/>
            <a:ext cx="8747" cy="145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082309" y="2765851"/>
            <a:ext cx="8746" cy="14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3091055" y="2767275"/>
            <a:ext cx="8747" cy="13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99802" y="2768673"/>
            <a:ext cx="8747" cy="13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08549" y="2770045"/>
            <a:ext cx="8746" cy="134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117295" y="2771392"/>
            <a:ext cx="8747" cy="132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126042" y="2772714"/>
            <a:ext cx="8746" cy="129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134788" y="2774010"/>
            <a:ext cx="8747" cy="12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143535" y="2775282"/>
            <a:ext cx="8747" cy="12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152282" y="2776530"/>
            <a:ext cx="8746" cy="12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161028" y="2777753"/>
            <a:ext cx="8747" cy="12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169775" y="2778953"/>
            <a:ext cx="8747" cy="117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178522" y="2780129"/>
            <a:ext cx="8746" cy="115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187268" y="2781281"/>
            <a:ext cx="8747" cy="11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196015" y="2782410"/>
            <a:ext cx="8747" cy="11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3204762" y="2783516"/>
            <a:ext cx="8746" cy="10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3213508" y="2784599"/>
            <a:ext cx="8747" cy="106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222255" y="2785660"/>
            <a:ext cx="8746" cy="10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231001" y="2786698"/>
            <a:ext cx="8747" cy="101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239748" y="2787714"/>
            <a:ext cx="8747" cy="99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3248495" y="2788708"/>
            <a:ext cx="8746" cy="9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257241" y="2789680"/>
            <a:ext cx="8747" cy="9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3265988" y="2790630"/>
            <a:ext cx="8747" cy="9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274735" y="2791559"/>
            <a:ext cx="8746" cy="90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283481" y="2792466"/>
            <a:ext cx="8747" cy="88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3292228" y="2793353"/>
            <a:ext cx="8746" cy="86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300974" y="2794218"/>
            <a:ext cx="8747" cy="84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309721" y="2795063"/>
            <a:ext cx="8747" cy="8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318468" y="2795886"/>
            <a:ext cx="8746" cy="80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327214" y="2796690"/>
            <a:ext cx="8747" cy="7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335961" y="2797473"/>
            <a:ext cx="8747" cy="7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3344708" y="2798235"/>
            <a:ext cx="8746" cy="7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3353454" y="2798978"/>
            <a:ext cx="8747" cy="7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3362201" y="2799701"/>
            <a:ext cx="8747" cy="7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3370948" y="2800403"/>
            <a:ext cx="8746" cy="6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379694" y="2801086"/>
            <a:ext cx="8747" cy="6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8441" y="2801750"/>
            <a:ext cx="8746" cy="64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397187" y="2802394"/>
            <a:ext cx="8747" cy="6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3405934" y="2803018"/>
            <a:ext cx="8747" cy="6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3414681" y="2803624"/>
            <a:ext cx="8746" cy="5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423427" y="2804210"/>
            <a:ext cx="8747" cy="5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432174" y="2804777"/>
            <a:ext cx="8747" cy="5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3440921" y="2805325"/>
            <a:ext cx="8746" cy="5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3449667" y="2805854"/>
            <a:ext cx="8747" cy="5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458414" y="2806365"/>
            <a:ext cx="8746" cy="4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467160" y="2806856"/>
            <a:ext cx="8747" cy="4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475907" y="2807329"/>
            <a:ext cx="8747" cy="4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484654" y="2807784"/>
            <a:ext cx="8746" cy="43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3493400" y="2808220"/>
            <a:ext cx="8747" cy="4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502147" y="2808638"/>
            <a:ext cx="8747" cy="4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510894" y="2809038"/>
            <a:ext cx="8746" cy="38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3519640" y="2809419"/>
            <a:ext cx="8747" cy="36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3528387" y="2809782"/>
            <a:ext cx="8747" cy="34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3537134" y="2810127"/>
            <a:ext cx="8746" cy="3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545880" y="2810454"/>
            <a:ext cx="8747" cy="30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554627" y="2810763"/>
            <a:ext cx="8746" cy="2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563373" y="2811054"/>
            <a:ext cx="8747" cy="27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3572120" y="2811328"/>
            <a:ext cx="8747" cy="2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580867" y="2811583"/>
            <a:ext cx="8746" cy="2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3589613" y="2811821"/>
            <a:ext cx="8747" cy="21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3598360" y="2812040"/>
            <a:ext cx="8747" cy="2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3607107" y="2812242"/>
            <a:ext cx="8746" cy="18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615853" y="2812427"/>
            <a:ext cx="8747" cy="1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624600" y="2812594"/>
            <a:ext cx="8746" cy="14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633346" y="2812743"/>
            <a:ext cx="8747" cy="1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3642093" y="2812874"/>
            <a:ext cx="8747" cy="1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3650840" y="2812988"/>
            <a:ext cx="8746" cy="9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3659586" y="2813085"/>
            <a:ext cx="8747" cy="7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3668333" y="2813163"/>
            <a:ext cx="8747" cy="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3677080" y="2813225"/>
            <a:ext cx="8746" cy="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3685826" y="2813268"/>
            <a:ext cx="8747" cy="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3694573" y="2813295"/>
            <a:ext cx="8747" cy="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3703320" y="2813295"/>
            <a:ext cx="8746" cy="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3712066" y="2813268"/>
            <a:ext cx="8747" cy="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3720813" y="2813225"/>
            <a:ext cx="8746" cy="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3729559" y="2813163"/>
            <a:ext cx="8747" cy="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3738306" y="2813085"/>
            <a:ext cx="8747" cy="7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3747053" y="2812988"/>
            <a:ext cx="8746" cy="9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3755799" y="2812874"/>
            <a:ext cx="8747" cy="1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3764546" y="2812743"/>
            <a:ext cx="8747" cy="1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3773293" y="2812594"/>
            <a:ext cx="8746" cy="14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3782039" y="2812427"/>
            <a:ext cx="8747" cy="1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3790786" y="2812242"/>
            <a:ext cx="8746" cy="18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3799532" y="2812040"/>
            <a:ext cx="8747" cy="2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3808279" y="2811821"/>
            <a:ext cx="8747" cy="21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3817026" y="2811583"/>
            <a:ext cx="8746" cy="2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3825772" y="2811328"/>
            <a:ext cx="8747" cy="2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3834519" y="2811054"/>
            <a:ext cx="8747" cy="27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3843266" y="2810763"/>
            <a:ext cx="8746" cy="2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3852012" y="2810454"/>
            <a:ext cx="8747" cy="30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3860759" y="2810127"/>
            <a:ext cx="8746" cy="3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3869505" y="2809782"/>
            <a:ext cx="8747" cy="34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3878252" y="2809419"/>
            <a:ext cx="8747" cy="36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3886999" y="2809038"/>
            <a:ext cx="8746" cy="38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3895745" y="2808638"/>
            <a:ext cx="8747" cy="4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3904492" y="2808220"/>
            <a:ext cx="8747" cy="4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3913239" y="2807784"/>
            <a:ext cx="8746" cy="43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3921985" y="2807329"/>
            <a:ext cx="8747" cy="4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3930732" y="2806856"/>
            <a:ext cx="8747" cy="4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3939479" y="2806365"/>
            <a:ext cx="8746" cy="4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3948225" y="2805854"/>
            <a:ext cx="8747" cy="5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3956972" y="2805325"/>
            <a:ext cx="8746" cy="5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3965718" y="2804777"/>
            <a:ext cx="8747" cy="5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3974465" y="2804210"/>
            <a:ext cx="8747" cy="5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3983212" y="2803624"/>
            <a:ext cx="8746" cy="5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3991958" y="2803018"/>
            <a:ext cx="8747" cy="6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4000705" y="2802394"/>
            <a:ext cx="8747" cy="6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4009452" y="2801750"/>
            <a:ext cx="8746" cy="64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4018198" y="2801086"/>
            <a:ext cx="8747" cy="6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4026945" y="2800403"/>
            <a:ext cx="8746" cy="6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4035691" y="2799701"/>
            <a:ext cx="8747" cy="7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4044438" y="2798978"/>
            <a:ext cx="8747" cy="7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4053185" y="2798235"/>
            <a:ext cx="8746" cy="7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4061931" y="2797473"/>
            <a:ext cx="8747" cy="7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4070678" y="2796690"/>
            <a:ext cx="8747" cy="7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4079425" y="2795886"/>
            <a:ext cx="8746" cy="80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4088171" y="2795063"/>
            <a:ext cx="8747" cy="8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4096918" y="2794218"/>
            <a:ext cx="8747" cy="84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4105665" y="2793353"/>
            <a:ext cx="8746" cy="86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4114411" y="2792466"/>
            <a:ext cx="8747" cy="88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4123158" y="2791559"/>
            <a:ext cx="8746" cy="90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4131904" y="2790630"/>
            <a:ext cx="8747" cy="9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4140651" y="2789680"/>
            <a:ext cx="8747" cy="9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4149398" y="2788708"/>
            <a:ext cx="8746" cy="9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4158144" y="2787714"/>
            <a:ext cx="8747" cy="99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4166891" y="2786698"/>
            <a:ext cx="8747" cy="101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4175638" y="2785660"/>
            <a:ext cx="8746" cy="10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4184384" y="2784599"/>
            <a:ext cx="8747" cy="106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4193131" y="2783516"/>
            <a:ext cx="8746" cy="10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4201877" y="2782410"/>
            <a:ext cx="8747" cy="11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4210624" y="2781281"/>
            <a:ext cx="8747" cy="11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4219371" y="2780129"/>
            <a:ext cx="8746" cy="115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4228117" y="2778953"/>
            <a:ext cx="8747" cy="117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4236864" y="2777753"/>
            <a:ext cx="8747" cy="12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4245611" y="2776530"/>
            <a:ext cx="8746" cy="12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4254357" y="2775282"/>
            <a:ext cx="8747" cy="12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4263104" y="2774010"/>
            <a:ext cx="8747" cy="12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4271851" y="2772714"/>
            <a:ext cx="8746" cy="129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4280597" y="2771392"/>
            <a:ext cx="8747" cy="132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4289344" y="2770045"/>
            <a:ext cx="8746" cy="134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4298090" y="2768673"/>
            <a:ext cx="8747" cy="13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4306837" y="2767275"/>
            <a:ext cx="8747" cy="13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4315584" y="2765851"/>
            <a:ext cx="8746" cy="14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4324330" y="2764400"/>
            <a:ext cx="8747" cy="145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4333077" y="2762923"/>
            <a:ext cx="8747" cy="14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4341824" y="2761419"/>
            <a:ext cx="8746" cy="150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4350570" y="2759888"/>
            <a:ext cx="8747" cy="15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4359317" y="2758329"/>
            <a:ext cx="8746" cy="155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4368063" y="2756743"/>
            <a:ext cx="8747" cy="15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4376810" y="2755128"/>
            <a:ext cx="8747" cy="161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4385557" y="2753485"/>
            <a:ext cx="8746" cy="16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394303" y="2751812"/>
            <a:ext cx="8747" cy="16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403050" y="2750111"/>
            <a:ext cx="8747" cy="170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411797" y="2748379"/>
            <a:ext cx="8746" cy="173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4420543" y="2746618"/>
            <a:ext cx="8747" cy="176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4429290" y="2744826"/>
            <a:ext cx="8747" cy="179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4438037" y="2743004"/>
            <a:ext cx="8746" cy="182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446783" y="2741150"/>
            <a:ext cx="8747" cy="18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4455530" y="2739265"/>
            <a:ext cx="8746" cy="188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4464276" y="2737347"/>
            <a:ext cx="8747" cy="19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4473023" y="2735398"/>
            <a:ext cx="8747" cy="194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4481770" y="2733415"/>
            <a:ext cx="8746" cy="19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4490516" y="2731398"/>
            <a:ext cx="8747" cy="201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4499263" y="2729348"/>
            <a:ext cx="8747" cy="20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4508010" y="2727264"/>
            <a:ext cx="8746" cy="208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4516756" y="2725144"/>
            <a:ext cx="8747" cy="212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4525503" y="2722989"/>
            <a:ext cx="8746" cy="21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4534249" y="2720799"/>
            <a:ext cx="8747" cy="219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4542996" y="2718572"/>
            <a:ext cx="8747" cy="22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4551743" y="2716308"/>
            <a:ext cx="8746" cy="22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4560489" y="2714006"/>
            <a:ext cx="8747" cy="23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4569236" y="2711666"/>
            <a:ext cx="8747" cy="234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4577983" y="2709288"/>
            <a:ext cx="8746" cy="237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4586729" y="2706870"/>
            <a:ext cx="8747" cy="24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4595476" y="2704413"/>
            <a:ext cx="8747" cy="245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4604223" y="2701915"/>
            <a:ext cx="8746" cy="24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4612969" y="2699376"/>
            <a:ext cx="8747" cy="25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4621716" y="2696794"/>
            <a:ext cx="8746" cy="25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4630462" y="2694171"/>
            <a:ext cx="8747" cy="26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4639209" y="2691504"/>
            <a:ext cx="8747" cy="26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4647956" y="2688793"/>
            <a:ext cx="8746" cy="27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4656702" y="2686038"/>
            <a:ext cx="8747" cy="27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4665449" y="2683237"/>
            <a:ext cx="8747" cy="280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4674196" y="2680389"/>
            <a:ext cx="8746" cy="28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4682942" y="2677495"/>
            <a:ext cx="8747" cy="289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4691689" y="2674553"/>
            <a:ext cx="8746" cy="294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4700435" y="2671562"/>
            <a:ext cx="8747" cy="29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4709182" y="2668522"/>
            <a:ext cx="8747" cy="304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4717929" y="2665431"/>
            <a:ext cx="8746" cy="30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4726675" y="2662289"/>
            <a:ext cx="8747" cy="314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4735422" y="2659094"/>
            <a:ext cx="8747" cy="319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4744169" y="2655847"/>
            <a:ext cx="8746" cy="324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4752915" y="2652545"/>
            <a:ext cx="8747" cy="33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4761662" y="2649188"/>
            <a:ext cx="8746" cy="335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4770408" y="2645774"/>
            <a:ext cx="8747" cy="34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4779155" y="2642304"/>
            <a:ext cx="8747" cy="347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4787902" y="2638774"/>
            <a:ext cx="8746" cy="353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4796648" y="2635186"/>
            <a:ext cx="8747" cy="358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4805395" y="2631536"/>
            <a:ext cx="8747" cy="36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4814142" y="2627825"/>
            <a:ext cx="8746" cy="37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4822888" y="2624050"/>
            <a:ext cx="8747" cy="377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4831635" y="2620211"/>
            <a:ext cx="8747" cy="38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4840382" y="2616306"/>
            <a:ext cx="8746" cy="390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4849128" y="2612334"/>
            <a:ext cx="8747" cy="39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4857875" y="2608293"/>
            <a:ext cx="8746" cy="404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4866621" y="2604183"/>
            <a:ext cx="8747" cy="411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4875368" y="2600001"/>
            <a:ext cx="8747" cy="41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4884115" y="2595747"/>
            <a:ext cx="8746" cy="42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4892861" y="2591418"/>
            <a:ext cx="8747" cy="43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4901608" y="2587012"/>
            <a:ext cx="8747" cy="44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4910355" y="2582530"/>
            <a:ext cx="8746" cy="44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4919101" y="2577968"/>
            <a:ext cx="8747" cy="45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4927848" y="2573324"/>
            <a:ext cx="8746" cy="464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4936594" y="2568598"/>
            <a:ext cx="8747" cy="472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4945341" y="2563787"/>
            <a:ext cx="8747" cy="48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4954088" y="2558889"/>
            <a:ext cx="8746" cy="48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4962834" y="2553902"/>
            <a:ext cx="8747" cy="498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4971581" y="2548825"/>
            <a:ext cx="8747" cy="50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4980328" y="2543655"/>
            <a:ext cx="8746" cy="517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4989074" y="2538389"/>
            <a:ext cx="8747" cy="526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4997821" y="2533027"/>
            <a:ext cx="8747" cy="53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5006568" y="2527564"/>
            <a:ext cx="8746" cy="546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5015314" y="2522000"/>
            <a:ext cx="8747" cy="55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5024061" y="2516331"/>
            <a:ext cx="8746" cy="566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5032807" y="2510554"/>
            <a:ext cx="8747" cy="57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5041554" y="2504668"/>
            <a:ext cx="8747" cy="58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5050301" y="2498669"/>
            <a:ext cx="8746" cy="599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5059047" y="2492555"/>
            <a:ext cx="8747" cy="61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5067794" y="2486322"/>
            <a:ext cx="8747" cy="623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5076541" y="2479968"/>
            <a:ext cx="8746" cy="63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5085287" y="2473489"/>
            <a:ext cx="8747" cy="647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5094034" y="2466883"/>
            <a:ext cx="8746" cy="66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5102780" y="2460145"/>
            <a:ext cx="8747" cy="67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5111527" y="2453272"/>
            <a:ext cx="8747" cy="68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5120274" y="2446260"/>
            <a:ext cx="8746" cy="701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5129020" y="2439107"/>
            <a:ext cx="8747" cy="715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5137767" y="2431807"/>
            <a:ext cx="8747" cy="73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5146514" y="2424356"/>
            <a:ext cx="8746" cy="745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5155260" y="2416751"/>
            <a:ext cx="8747" cy="760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5164007" y="2408987"/>
            <a:ext cx="8747" cy="77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5172754" y="2401060"/>
            <a:ext cx="8746" cy="79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5181500" y="2392964"/>
            <a:ext cx="8747" cy="809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5190247" y="2384695"/>
            <a:ext cx="8746" cy="826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5198993" y="2376247"/>
            <a:ext cx="8747" cy="84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5207740" y="2367616"/>
            <a:ext cx="8747" cy="86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5216487" y="2358795"/>
            <a:ext cx="8746" cy="882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5225233" y="2349779"/>
            <a:ext cx="8747" cy="901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5233980" y="2340562"/>
            <a:ext cx="8747" cy="921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5242727" y="2331137"/>
            <a:ext cx="8746" cy="942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5251473" y="2321498"/>
            <a:ext cx="8747" cy="96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5260220" y="2311638"/>
            <a:ext cx="8746" cy="986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5268966" y="2301550"/>
            <a:ext cx="8747" cy="1008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5277713" y="2291226"/>
            <a:ext cx="8747" cy="103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5286460" y="2280658"/>
            <a:ext cx="8746" cy="1056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5295206" y="2269839"/>
            <a:ext cx="8747" cy="1081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5303953" y="2258760"/>
            <a:ext cx="8747" cy="1107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5312700" y="2247412"/>
            <a:ext cx="8746" cy="113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5321446" y="2235785"/>
            <a:ext cx="8747" cy="116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5330193" y="2223870"/>
            <a:ext cx="8747" cy="1191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5338940" y="2211657"/>
            <a:ext cx="8746" cy="1221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5347686" y="1764792"/>
            <a:ext cx="717224" cy="44686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6096609" y="4463462"/>
            <a:ext cx="717224" cy="44686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6813833" y="4451249"/>
            <a:ext cx="8746" cy="1221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6822579" y="4439334"/>
            <a:ext cx="8747" cy="1191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6831326" y="4427707"/>
            <a:ext cx="8747" cy="116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6840073" y="4416359"/>
            <a:ext cx="8746" cy="113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6848819" y="4405280"/>
            <a:ext cx="8747" cy="1107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6857566" y="4394461"/>
            <a:ext cx="8747" cy="1081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6866313" y="4383893"/>
            <a:ext cx="8746" cy="1056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6875059" y="4373569"/>
            <a:ext cx="8747" cy="103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6883806" y="4363481"/>
            <a:ext cx="8747" cy="1008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6892553" y="4353621"/>
            <a:ext cx="8746" cy="986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6901299" y="4343982"/>
            <a:ext cx="8747" cy="96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6910046" y="4334557"/>
            <a:ext cx="8746" cy="942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6918792" y="4325340"/>
            <a:ext cx="8747" cy="921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6927539" y="4316324"/>
            <a:ext cx="8747" cy="901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6936286" y="4307503"/>
            <a:ext cx="8746" cy="882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6945032" y="4298872"/>
            <a:ext cx="8747" cy="86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6953779" y="4290424"/>
            <a:ext cx="8747" cy="84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6962526" y="4282155"/>
            <a:ext cx="8746" cy="826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6971272" y="4274059"/>
            <a:ext cx="8747" cy="809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6980019" y="4266132"/>
            <a:ext cx="8746" cy="79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6988765" y="4258368"/>
            <a:ext cx="8747" cy="77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6997512" y="4250763"/>
            <a:ext cx="8747" cy="760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7006259" y="4243312"/>
            <a:ext cx="8746" cy="745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7015005" y="4236012"/>
            <a:ext cx="8747" cy="73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7023752" y="4228859"/>
            <a:ext cx="8747" cy="715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7032499" y="4221847"/>
            <a:ext cx="8746" cy="701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7041245" y="4214974"/>
            <a:ext cx="8747" cy="68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7049992" y="4208236"/>
            <a:ext cx="8747" cy="67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7058739" y="4201630"/>
            <a:ext cx="8746" cy="66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7067485" y="4195151"/>
            <a:ext cx="8747" cy="647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7076232" y="4188797"/>
            <a:ext cx="8746" cy="63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7084978" y="4182564"/>
            <a:ext cx="8747" cy="623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7093725" y="4176450"/>
            <a:ext cx="8747" cy="61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7102472" y="4170451"/>
            <a:ext cx="8746" cy="599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7111218" y="4164565"/>
            <a:ext cx="8747" cy="58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7119965" y="4158788"/>
            <a:ext cx="8747" cy="57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7128712" y="4153119"/>
            <a:ext cx="8746" cy="566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7137458" y="4147555"/>
            <a:ext cx="8747" cy="55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7146205" y="4142092"/>
            <a:ext cx="8746" cy="546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7154951" y="4136730"/>
            <a:ext cx="8747" cy="53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7163698" y="4131464"/>
            <a:ext cx="8747" cy="526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7172445" y="4126294"/>
            <a:ext cx="8746" cy="517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7181191" y="4121217"/>
            <a:ext cx="8747" cy="50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7189938" y="4116230"/>
            <a:ext cx="8747" cy="498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7198685" y="4111332"/>
            <a:ext cx="8746" cy="48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7207431" y="4106521"/>
            <a:ext cx="8747" cy="48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7216178" y="4101795"/>
            <a:ext cx="8747" cy="472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7224925" y="4097151"/>
            <a:ext cx="8746" cy="464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7233671" y="4092589"/>
            <a:ext cx="8747" cy="45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7242418" y="4088107"/>
            <a:ext cx="8746" cy="44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7251164" y="4083701"/>
            <a:ext cx="8747" cy="44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7259911" y="4079372"/>
            <a:ext cx="8747" cy="43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7268658" y="4075118"/>
            <a:ext cx="8746" cy="42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7277404" y="4070936"/>
            <a:ext cx="8747" cy="41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7286151" y="4066826"/>
            <a:ext cx="8747" cy="411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7294898" y="4062785"/>
            <a:ext cx="8746" cy="404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7303644" y="4058813"/>
            <a:ext cx="8747" cy="39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7312391" y="4054908"/>
            <a:ext cx="8746" cy="390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7321137" y="4051069"/>
            <a:ext cx="8747" cy="38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7329884" y="4047294"/>
            <a:ext cx="8747" cy="377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7338631" y="4043583"/>
            <a:ext cx="8746" cy="37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7347377" y="4039933"/>
            <a:ext cx="8747" cy="36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7356124" y="4036345"/>
            <a:ext cx="8747" cy="358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7364871" y="4032815"/>
            <a:ext cx="8746" cy="353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7373617" y="4029345"/>
            <a:ext cx="8747" cy="347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7382364" y="4025931"/>
            <a:ext cx="8747" cy="34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7391111" y="4022574"/>
            <a:ext cx="8746" cy="335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7399857" y="4019272"/>
            <a:ext cx="8747" cy="33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7408604" y="4016025"/>
            <a:ext cx="8746" cy="324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7417350" y="4012830"/>
            <a:ext cx="8747" cy="319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7426097" y="4009688"/>
            <a:ext cx="8747" cy="314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7434844" y="4006597"/>
            <a:ext cx="8746" cy="30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7443590" y="4003557"/>
            <a:ext cx="8747" cy="304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7452337" y="4000566"/>
            <a:ext cx="8747" cy="29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7461084" y="3997624"/>
            <a:ext cx="8746" cy="294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7469830" y="3994730"/>
            <a:ext cx="8747" cy="289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7478577" y="3991882"/>
            <a:ext cx="8746" cy="28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7487323" y="3989081"/>
            <a:ext cx="8747" cy="280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7496070" y="3986326"/>
            <a:ext cx="8747" cy="27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7504817" y="3983615"/>
            <a:ext cx="8746" cy="27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7513563" y="3980948"/>
            <a:ext cx="8747" cy="26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7522310" y="3978325"/>
            <a:ext cx="8747" cy="26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7531057" y="3975743"/>
            <a:ext cx="8746" cy="25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7539803" y="3973204"/>
            <a:ext cx="8747" cy="25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7548550" y="3970706"/>
            <a:ext cx="8746" cy="24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7557296" y="3968249"/>
            <a:ext cx="8747" cy="245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7566043" y="3965831"/>
            <a:ext cx="8747" cy="24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7574790" y="3963453"/>
            <a:ext cx="8746" cy="237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7583536" y="3961113"/>
            <a:ext cx="8747" cy="234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7592283" y="3958811"/>
            <a:ext cx="8747" cy="23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7601030" y="3956547"/>
            <a:ext cx="8746" cy="22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V="1">
            <a:off x="7609776" y="3954320"/>
            <a:ext cx="8747" cy="22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7618523" y="3952130"/>
            <a:ext cx="8747" cy="219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7627270" y="3949975"/>
            <a:ext cx="8746" cy="21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7636016" y="3947855"/>
            <a:ext cx="8747" cy="212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7644763" y="3945771"/>
            <a:ext cx="8746" cy="208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7653509" y="3943721"/>
            <a:ext cx="8747" cy="20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7662256" y="3941704"/>
            <a:ext cx="8747" cy="201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V="1">
            <a:off x="7671003" y="3939721"/>
            <a:ext cx="8746" cy="19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7679749" y="3937772"/>
            <a:ext cx="8747" cy="194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V="1">
            <a:off x="7688496" y="3935854"/>
            <a:ext cx="8747" cy="19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7697243" y="3933969"/>
            <a:ext cx="8746" cy="188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7705989" y="3932115"/>
            <a:ext cx="8747" cy="18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7714736" y="3930293"/>
            <a:ext cx="8746" cy="182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7723482" y="3928501"/>
            <a:ext cx="8747" cy="179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7732229" y="3926740"/>
            <a:ext cx="8747" cy="176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7740976" y="3925008"/>
            <a:ext cx="8746" cy="173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7749722" y="3923307"/>
            <a:ext cx="8747" cy="170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V="1">
            <a:off x="7758469" y="3921634"/>
            <a:ext cx="8747" cy="16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V="1">
            <a:off x="7767216" y="3919991"/>
            <a:ext cx="8746" cy="16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V="1">
            <a:off x="7775962" y="3918376"/>
            <a:ext cx="8747" cy="161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V="1">
            <a:off x="7784709" y="3916790"/>
            <a:ext cx="8747" cy="15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V="1">
            <a:off x="7793456" y="3915231"/>
            <a:ext cx="8746" cy="155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7802202" y="3913700"/>
            <a:ext cx="8747" cy="15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V="1">
            <a:off x="7810949" y="3912196"/>
            <a:ext cx="8746" cy="150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V="1">
            <a:off x="7819695" y="3910719"/>
            <a:ext cx="8747" cy="14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7828442" y="3909268"/>
            <a:ext cx="8747" cy="145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7837189" y="3907844"/>
            <a:ext cx="8746" cy="14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7845935" y="3906446"/>
            <a:ext cx="8747" cy="13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7854682" y="3905074"/>
            <a:ext cx="8747" cy="13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7863429" y="3903727"/>
            <a:ext cx="8746" cy="134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7872175" y="3902405"/>
            <a:ext cx="8747" cy="132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V="1">
            <a:off x="7880922" y="3901109"/>
            <a:ext cx="8746" cy="129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V="1">
            <a:off x="7889668" y="3899837"/>
            <a:ext cx="8747" cy="12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V="1">
            <a:off x="7898415" y="3898589"/>
            <a:ext cx="8747" cy="12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7907162" y="3897366"/>
            <a:ext cx="8746" cy="12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V="1">
            <a:off x="7915908" y="3896166"/>
            <a:ext cx="8747" cy="12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 flipV="1">
            <a:off x="7924655" y="3894990"/>
            <a:ext cx="8747" cy="117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V="1">
            <a:off x="7933402" y="3893838"/>
            <a:ext cx="8746" cy="115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7942148" y="3892709"/>
            <a:ext cx="8747" cy="11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V="1">
            <a:off x="7950895" y="3891603"/>
            <a:ext cx="8747" cy="11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7959642" y="3890520"/>
            <a:ext cx="8746" cy="10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V="1">
            <a:off x="7968388" y="3889459"/>
            <a:ext cx="8747" cy="106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7977135" y="3888421"/>
            <a:ext cx="8746" cy="10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7985881" y="3887405"/>
            <a:ext cx="8747" cy="101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7994628" y="3886411"/>
            <a:ext cx="8747" cy="99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8003375" y="3885439"/>
            <a:ext cx="8746" cy="9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8012121" y="3884489"/>
            <a:ext cx="8747" cy="9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8020868" y="3883560"/>
            <a:ext cx="8747" cy="9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V="1">
            <a:off x="8029615" y="3882653"/>
            <a:ext cx="8746" cy="90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8038361" y="3881766"/>
            <a:ext cx="8747" cy="88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V="1">
            <a:off x="8047108" y="3880901"/>
            <a:ext cx="8746" cy="86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V="1">
            <a:off x="8055854" y="3880056"/>
            <a:ext cx="8747" cy="84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V="1">
            <a:off x="8064601" y="3879233"/>
            <a:ext cx="8747" cy="8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V="1">
            <a:off x="8073348" y="3878429"/>
            <a:ext cx="8746" cy="80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V="1">
            <a:off x="8082094" y="3877646"/>
            <a:ext cx="8747" cy="7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V="1">
            <a:off x="8090841" y="3876884"/>
            <a:ext cx="8747" cy="7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 flipV="1">
            <a:off x="8099588" y="3876141"/>
            <a:ext cx="8746" cy="7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8108334" y="3875418"/>
            <a:ext cx="8747" cy="7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V="1">
            <a:off x="8117081" y="3874716"/>
            <a:ext cx="8747" cy="7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V="1">
            <a:off x="8125828" y="3874033"/>
            <a:ext cx="8746" cy="6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8134574" y="3873369"/>
            <a:ext cx="8747" cy="6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8143321" y="3872725"/>
            <a:ext cx="8746" cy="64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8152067" y="3872101"/>
            <a:ext cx="8747" cy="6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V="1">
            <a:off x="8160814" y="3871495"/>
            <a:ext cx="8747" cy="6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8169561" y="3870909"/>
            <a:ext cx="8746" cy="5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8178307" y="3870342"/>
            <a:ext cx="8747" cy="5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8187054" y="3869794"/>
            <a:ext cx="8747" cy="5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8195801" y="3869265"/>
            <a:ext cx="8746" cy="5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8204547" y="3868754"/>
            <a:ext cx="8747" cy="5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8213294" y="3868263"/>
            <a:ext cx="8746" cy="4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8222040" y="3867790"/>
            <a:ext cx="8747" cy="4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8230787" y="3867335"/>
            <a:ext cx="8747" cy="4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8239534" y="3866899"/>
            <a:ext cx="8746" cy="43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8248280" y="3866481"/>
            <a:ext cx="8747" cy="4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8257027" y="3866081"/>
            <a:ext cx="8747" cy="4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8265774" y="3865700"/>
            <a:ext cx="8746" cy="38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8274520" y="3865337"/>
            <a:ext cx="8747" cy="36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8283267" y="3864992"/>
            <a:ext cx="8747" cy="34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8292014" y="3864665"/>
            <a:ext cx="8746" cy="3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8300760" y="3864356"/>
            <a:ext cx="8747" cy="30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8309507" y="3864065"/>
            <a:ext cx="8746" cy="2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8318253" y="3863791"/>
            <a:ext cx="8747" cy="27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8327000" y="3863536"/>
            <a:ext cx="8747" cy="2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8335747" y="3863298"/>
            <a:ext cx="8746" cy="2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8344493" y="3863079"/>
            <a:ext cx="8747" cy="21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8353240" y="3862877"/>
            <a:ext cx="8747" cy="2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8361987" y="3862692"/>
            <a:ext cx="8746" cy="18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8370733" y="3862525"/>
            <a:ext cx="8747" cy="1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8379480" y="3862376"/>
            <a:ext cx="8746" cy="14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8388226" y="3862245"/>
            <a:ext cx="8747" cy="1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8396973" y="3862131"/>
            <a:ext cx="8747" cy="1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8405720" y="3862034"/>
            <a:ext cx="8746" cy="9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8414466" y="3861956"/>
            <a:ext cx="8747" cy="7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8423213" y="3861894"/>
            <a:ext cx="8747" cy="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8431960" y="3861851"/>
            <a:ext cx="8746" cy="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8440706" y="3861824"/>
            <a:ext cx="8747" cy="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8449453" y="3861816"/>
            <a:ext cx="8747" cy="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8458200" y="3861816"/>
            <a:ext cx="8746" cy="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8466946" y="3861824"/>
            <a:ext cx="8747" cy="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8475693" y="3861851"/>
            <a:ext cx="8746" cy="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8484439" y="3861894"/>
            <a:ext cx="8747" cy="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8493186" y="3861956"/>
            <a:ext cx="8747" cy="7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8501933" y="3862034"/>
            <a:ext cx="8746" cy="9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8510679" y="3862131"/>
            <a:ext cx="8747" cy="1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8519426" y="3862245"/>
            <a:ext cx="8747" cy="1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8528173" y="3862376"/>
            <a:ext cx="8746" cy="14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8536919" y="3862525"/>
            <a:ext cx="8747" cy="1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8545666" y="3862692"/>
            <a:ext cx="8746" cy="18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8554412" y="3862877"/>
            <a:ext cx="8747" cy="2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8563159" y="3863079"/>
            <a:ext cx="8747" cy="21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8571906" y="3863298"/>
            <a:ext cx="8746" cy="2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8580652" y="3863536"/>
            <a:ext cx="8747" cy="2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8589399" y="3863791"/>
            <a:ext cx="8747" cy="27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8598146" y="3864065"/>
            <a:ext cx="8746" cy="2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8606892" y="3864356"/>
            <a:ext cx="8747" cy="30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8615639" y="3864665"/>
            <a:ext cx="8746" cy="3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8624385" y="3864992"/>
            <a:ext cx="8747" cy="34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8633132" y="3865337"/>
            <a:ext cx="8747" cy="36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8641879" y="3865700"/>
            <a:ext cx="8746" cy="38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8650625" y="3866081"/>
            <a:ext cx="8747" cy="4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8659372" y="3866481"/>
            <a:ext cx="8747" cy="4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8668119" y="3866899"/>
            <a:ext cx="8746" cy="43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8676865" y="3867335"/>
            <a:ext cx="8747" cy="4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8685612" y="3867790"/>
            <a:ext cx="8747" cy="4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8694359" y="3868263"/>
            <a:ext cx="8746" cy="4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8703105" y="3868754"/>
            <a:ext cx="8747" cy="5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8711852" y="3869265"/>
            <a:ext cx="8746" cy="5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8720598" y="3869794"/>
            <a:ext cx="8747" cy="5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8729345" y="3870342"/>
            <a:ext cx="8747" cy="5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8738092" y="3870909"/>
            <a:ext cx="8746" cy="5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8746838" y="3871495"/>
            <a:ext cx="8747" cy="6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8755585" y="3872101"/>
            <a:ext cx="8747" cy="6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8764332" y="3872725"/>
            <a:ext cx="8746" cy="64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8773078" y="3873369"/>
            <a:ext cx="8747" cy="6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8781825" y="3874033"/>
            <a:ext cx="8746" cy="6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8790571" y="3874716"/>
            <a:ext cx="8747" cy="7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8799318" y="3875418"/>
            <a:ext cx="8747" cy="7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8808065" y="3876141"/>
            <a:ext cx="8746" cy="7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8816811" y="3876884"/>
            <a:ext cx="8747" cy="7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8825558" y="3877646"/>
            <a:ext cx="8747" cy="7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8834305" y="3878429"/>
            <a:ext cx="8746" cy="80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8843051" y="3879233"/>
            <a:ext cx="8747" cy="8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8851798" y="3880056"/>
            <a:ext cx="8747" cy="84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8860545" y="3880901"/>
            <a:ext cx="8746" cy="86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8869291" y="3881766"/>
            <a:ext cx="8747" cy="88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8878038" y="3882653"/>
            <a:ext cx="8746" cy="90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8886784" y="3883560"/>
            <a:ext cx="8747" cy="9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8895531" y="3884489"/>
            <a:ext cx="8747" cy="9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8904278" y="3885439"/>
            <a:ext cx="8746" cy="9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8913024" y="3886411"/>
            <a:ext cx="8747" cy="99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8921771" y="3887405"/>
            <a:ext cx="8747" cy="101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8930518" y="3888421"/>
            <a:ext cx="8746" cy="10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8939264" y="3889459"/>
            <a:ext cx="8747" cy="106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8948011" y="3890520"/>
            <a:ext cx="8746" cy="10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8956757" y="3891603"/>
            <a:ext cx="8747" cy="11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8965504" y="3892709"/>
            <a:ext cx="8747" cy="11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8974251" y="3893838"/>
            <a:ext cx="8746" cy="115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8982997" y="3894990"/>
            <a:ext cx="8747" cy="117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8991744" y="3896166"/>
            <a:ext cx="8747" cy="12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9000491" y="3897366"/>
            <a:ext cx="8746" cy="12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9009237" y="3898589"/>
            <a:ext cx="8747" cy="12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9017984" y="3899837"/>
            <a:ext cx="8747" cy="12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9026731" y="3901109"/>
            <a:ext cx="8746" cy="129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9035477" y="3902405"/>
            <a:ext cx="8747" cy="132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9044224" y="3903727"/>
            <a:ext cx="8746" cy="134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9052970" y="3905074"/>
            <a:ext cx="8747" cy="13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9061717" y="3906446"/>
            <a:ext cx="8747" cy="13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9070464" y="3907844"/>
            <a:ext cx="8746" cy="14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9079210" y="3909268"/>
            <a:ext cx="8747" cy="145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9087957" y="3910719"/>
            <a:ext cx="8747" cy="14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9096704" y="3912196"/>
            <a:ext cx="8746" cy="150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9105450" y="3913700"/>
            <a:ext cx="8747" cy="15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9114197" y="3915231"/>
            <a:ext cx="8746" cy="155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9122943" y="3916790"/>
            <a:ext cx="8747" cy="15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9131690" y="3918376"/>
            <a:ext cx="8747" cy="161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9140437" y="3919991"/>
            <a:ext cx="8746" cy="164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9149183" y="3921634"/>
            <a:ext cx="8747" cy="16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9157930" y="3923307"/>
            <a:ext cx="8747" cy="170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9166677" y="3925008"/>
            <a:ext cx="8746" cy="173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9175423" y="3926740"/>
            <a:ext cx="8747" cy="176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9184170" y="3928501"/>
            <a:ext cx="8747" cy="179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9192917" y="3930293"/>
            <a:ext cx="8746" cy="182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9201663" y="3932115"/>
            <a:ext cx="8747" cy="18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9210410" y="3933969"/>
            <a:ext cx="8746" cy="188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9219156" y="3935854"/>
            <a:ext cx="8747" cy="19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9227903" y="3937772"/>
            <a:ext cx="8747" cy="194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9236650" y="3939721"/>
            <a:ext cx="8746" cy="198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9245396" y="3941704"/>
            <a:ext cx="8747" cy="201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9254143" y="3943721"/>
            <a:ext cx="8747" cy="20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9262890" y="3945771"/>
            <a:ext cx="8746" cy="208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9271636" y="3947855"/>
            <a:ext cx="8747" cy="212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9280383" y="3949975"/>
            <a:ext cx="8746" cy="21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9289129" y="3952130"/>
            <a:ext cx="8747" cy="219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9297876" y="3954320"/>
            <a:ext cx="8747" cy="22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9306623" y="3956547"/>
            <a:ext cx="8746" cy="22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9315369" y="3958811"/>
            <a:ext cx="8747" cy="23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9324116" y="3961113"/>
            <a:ext cx="8747" cy="234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9332863" y="3963453"/>
            <a:ext cx="8746" cy="237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9341609" y="3965831"/>
            <a:ext cx="8747" cy="241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9350356" y="3968249"/>
            <a:ext cx="8747" cy="245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9359103" y="3970706"/>
            <a:ext cx="8746" cy="24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9367849" y="3973204"/>
            <a:ext cx="8747" cy="25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9376596" y="3975743"/>
            <a:ext cx="8746" cy="25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9385342" y="3978325"/>
            <a:ext cx="8747" cy="262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9394089" y="3980948"/>
            <a:ext cx="8747" cy="266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9402836" y="3983615"/>
            <a:ext cx="8746" cy="27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9411582" y="3986326"/>
            <a:ext cx="8747" cy="275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9420329" y="3989081"/>
            <a:ext cx="8747" cy="280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9429076" y="3991882"/>
            <a:ext cx="8746" cy="28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9437822" y="3994730"/>
            <a:ext cx="8747" cy="289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>
            <a:off x="9446569" y="3997624"/>
            <a:ext cx="8746" cy="294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9455315" y="4000566"/>
            <a:ext cx="8747" cy="29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9464062" y="4003557"/>
            <a:ext cx="8747" cy="304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9472809" y="4006597"/>
            <a:ext cx="8746" cy="309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9481555" y="4009688"/>
            <a:ext cx="8747" cy="314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9490302" y="4012830"/>
            <a:ext cx="8747" cy="319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9499049" y="4016025"/>
            <a:ext cx="8746" cy="324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9507795" y="4019272"/>
            <a:ext cx="8747" cy="330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9516542" y="4022574"/>
            <a:ext cx="8746" cy="335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9525288" y="4025931"/>
            <a:ext cx="8747" cy="34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>
            <a:off x="9534035" y="4029345"/>
            <a:ext cx="8747" cy="347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9542782" y="4032815"/>
            <a:ext cx="8746" cy="353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9551528" y="4036345"/>
            <a:ext cx="8747" cy="358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9560275" y="4039933"/>
            <a:ext cx="8747" cy="365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9569022" y="4043583"/>
            <a:ext cx="8746" cy="37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9577768" y="4047294"/>
            <a:ext cx="8747" cy="377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9586515" y="4051069"/>
            <a:ext cx="8747" cy="38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9595262" y="4054908"/>
            <a:ext cx="8746" cy="390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9604008" y="4058813"/>
            <a:ext cx="8747" cy="397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9612755" y="4062785"/>
            <a:ext cx="8746" cy="404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9621501" y="4066826"/>
            <a:ext cx="8747" cy="411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9630248" y="4070936"/>
            <a:ext cx="8747" cy="41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9638995" y="4075118"/>
            <a:ext cx="8746" cy="42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9647741" y="4079372"/>
            <a:ext cx="8747" cy="432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9656488" y="4083701"/>
            <a:ext cx="8747" cy="44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9665235" y="4088107"/>
            <a:ext cx="8746" cy="448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9673981" y="4092589"/>
            <a:ext cx="8747" cy="45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9682728" y="4097151"/>
            <a:ext cx="8746" cy="464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9691474" y="4101795"/>
            <a:ext cx="8747" cy="472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9700221" y="4106521"/>
            <a:ext cx="8747" cy="481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9708968" y="4111332"/>
            <a:ext cx="8746" cy="489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9717714" y="4116230"/>
            <a:ext cx="8747" cy="498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9726461" y="4121217"/>
            <a:ext cx="8747" cy="50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9735208" y="4126294"/>
            <a:ext cx="8746" cy="517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9743954" y="4131464"/>
            <a:ext cx="8747" cy="526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9752701" y="4136730"/>
            <a:ext cx="8747" cy="536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9761448" y="4142092"/>
            <a:ext cx="8746" cy="546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9770194" y="4147555"/>
            <a:ext cx="8747" cy="55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9778941" y="4153119"/>
            <a:ext cx="8746" cy="566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9787687" y="4158788"/>
            <a:ext cx="8747" cy="577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9796434" y="4164565"/>
            <a:ext cx="8747" cy="588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9805181" y="4170451"/>
            <a:ext cx="8746" cy="599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9813927" y="4176450"/>
            <a:ext cx="8747" cy="611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9822674" y="4182564"/>
            <a:ext cx="8747" cy="623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9831421" y="4188797"/>
            <a:ext cx="8746" cy="635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9840167" y="4195151"/>
            <a:ext cx="8747" cy="647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9848914" y="4201630"/>
            <a:ext cx="8746" cy="660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9857660" y="4208236"/>
            <a:ext cx="8747" cy="673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9866407" y="4214974"/>
            <a:ext cx="8747" cy="687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9875154" y="4221847"/>
            <a:ext cx="8746" cy="7012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9883900" y="4228859"/>
            <a:ext cx="8747" cy="715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9892647" y="4236012"/>
            <a:ext cx="8747" cy="730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9901394" y="4243312"/>
            <a:ext cx="8746" cy="745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9910140" y="4250763"/>
            <a:ext cx="8747" cy="760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9918887" y="4258368"/>
            <a:ext cx="8747" cy="776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9927634" y="4266132"/>
            <a:ext cx="8746" cy="79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9936380" y="4274059"/>
            <a:ext cx="8747" cy="809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9945127" y="4282155"/>
            <a:ext cx="8746" cy="826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9953873" y="4290424"/>
            <a:ext cx="8747" cy="84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9962620" y="4298872"/>
            <a:ext cx="8747" cy="863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9971367" y="4307503"/>
            <a:ext cx="8746" cy="8821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9980113" y="4316324"/>
            <a:ext cx="8747" cy="901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>
            <a:off x="9988860" y="4325340"/>
            <a:ext cx="8747" cy="921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>
            <a:off x="9997607" y="4334557"/>
            <a:ext cx="8746" cy="942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>
            <a:off x="10006353" y="4343982"/>
            <a:ext cx="8747" cy="963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>
            <a:off x="10015100" y="4353621"/>
            <a:ext cx="8746" cy="9860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>
            <a:off x="10023846" y="4363481"/>
            <a:ext cx="8747" cy="1008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>
            <a:off x="10032593" y="4373569"/>
            <a:ext cx="8747" cy="10324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>
            <a:off x="10041340" y="4383893"/>
            <a:ext cx="8746" cy="1056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>
            <a:off x="10050086" y="4394461"/>
            <a:ext cx="8747" cy="1081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>
            <a:off x="10058833" y="4405280"/>
            <a:ext cx="8747" cy="11079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>
            <a:off x="10067580" y="4416359"/>
            <a:ext cx="8746" cy="11348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>
            <a:off x="10076326" y="4427707"/>
            <a:ext cx="8747" cy="11627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>
            <a:off x="10085073" y="4439334"/>
            <a:ext cx="8747" cy="11915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>
            <a:off x="10093820" y="4451249"/>
            <a:ext cx="8746" cy="12213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>
            <a:off x="10102566" y="4463462"/>
            <a:ext cx="717224" cy="446866"/>
          </a:xfrm>
          <a:prstGeom prst="line">
            <a:avLst/>
          </a:prstGeom>
          <a:ln w="2540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0" name="TextBox 779"/>
          <p:cNvSpPr txBox="1"/>
          <p:nvPr/>
        </p:nvSpPr>
        <p:spPr>
          <a:xfrm>
            <a:off x="594360" y="59893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|cosec θ| ≥ 1. Reciprocal of sine. Never write cosec 0°.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EVEN AND ODD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Negative angles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cos 360° = 1 and sin 360° = 0. Put those into the compound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 (−θ)  =  cos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536192"/>
            <a:ext cx="4480560" cy="6400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682495"/>
            <a:ext cx="4151376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even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(−θ)  =  − sin 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tan (−θ)  =  − tan 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993392"/>
            <a:ext cx="448056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2139696"/>
            <a:ext cx="415137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odd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431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Example:  cos (−30°)  =  cos 30°  =  √3/2.     Also  sin (360° + θ)  =  sin θ.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Negative angles — even and odd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each value.  Sine is odd.  Cosine is even.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(1)   sin (−30°)   =  − sin 30°   =  −1/2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(2)   cos (−60°)   =  + cos 60°   =  +1/2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48255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(3)   sin (−120°)  =  − sin 120°  =  −√3/2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40863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(4)   cos (−120°)  =  + cos 120°  =  −1/2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334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(5)   sin (−150°)  =  − sin 150°  =  −1/2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Cosine keeps the sign of the positive angle. Sine flips. Do not flip cosine.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916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720" b="1">
                <a:solidFill>
                  <a:srgbClr val="FFD646"/>
                </a:solidFill>
                <a:latin typeface="Aptos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6888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409CFF"/>
                </a:solidFill>
                <a:latin typeface="Aptos"/>
              </a:rPr>
              <a:t>37° / 53° splits  →  sin 15°, 75°, 105°  →  small angle  →  tonight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127° and 143° — split, then 37° or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Write each as 90° or 180° with 37° or 53°, then find the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Last class:  sin 37° = 3/5,  cos 37° = 4/5,  tan 37° = 3/4.     sin 53° = 4/5,  cos 53° = 3/5,  tan 53° = 4/3.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(1)   sin 127°  =  sin (90° + 37°)  =  cos 37°  =  4/5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(2)   cos 143°  =  cos (90° + 53°)  =  − sin 53°  =  −4/5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(3)   tan 143°  =  tan (180° − 37°)  =  − tan 37°  =  −3/4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4436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127°  =  4/5          cos 143°  =  −4/5          tan 143°  =  −3/4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105°  =  sin (60° + 45°)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 sin 105°.   Use the sine-of-a-sum line. Keep √2 and √3 until the last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(60° + 45°)  =  sin 60° cos 45°  +  cos 60° sin 45°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                 =  (√3/2)(1/√2)  +  (1/2)(1/√2)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                 =  (√6 + √2) /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2432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sin 105°  =  (√6 + √2) / 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 75°  and  sin 15°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 (2)  sin 75°  =  sin (45° + 30°)     and     (3)  sin 15°  =  sin (45° − 30°).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 75°  =  sin (45° + 30°)  =  same expansion as 105°  =  (√6 + √2)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(2)   sin 75°  =  (√6 + √2) /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 15°  =  sin 45° cos 30°  −  cos 45° sin 30°  =  (1/√2)(√3/2)  −  (1/√2)(1/2)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         =  (√6 − √2) /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(3)   sin 15°  =  (√6 − √2) / 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SMALL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When θ is small, the arc looks like the opposite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On a circle of radius R, a tiny angle makes opposite ≈ arc = Rθ, and adjacent ≈ 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θ  =  P/H  ≈  (Rθ)/R  = 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 θ  =  B/H  ≈  R/R  =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 θ  =  sin θ / cos θ  ≈  θ / 1  =  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36192"/>
            <a:ext cx="4480560" cy="14173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682495"/>
            <a:ext cx="4151376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θ must be in radian.   Use only if θ ≤ 5°.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78608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sin 2° is not 2. Convert 2° to radian first, then the approximation is that radian number.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Small-angle values — convert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Using the small-angle approximation, find  sin 2°,  tan 3°  and  cos 3°.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(i)    sin 2°  ≈  2° in radian  =  2 × (π/180)  =  π/90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(ii)   tan 3°  ≈  3 × (π/180)  =  π/60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(iii)  cos 3°  ≈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2°  ≈  π/90          tan 3°  ≈  π/60          cos 3°  ≈  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Which value of tan 2° is correct?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Which is correct for  tan 2°  under the small-angle approximation?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727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910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2°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385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568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568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 / 90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042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225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225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 / 30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883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883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 rad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9067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tan 2°  =  2°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83279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tan 2°  ≈  2 × (π/180)  =  π/90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4047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2     tan 2°  ≈  π/90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24527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approximation replaces the ratio by the radian measure, never by the degree number.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Remaining allied — cosine and tangent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Simplify.   Last board was sine only. These three are the remaining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 (90° − θ)  =  cos 90° cos θ  +  sin 90° sin θ  =  0  +  1 · sin θ  =  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7510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cos (90° − θ)  =  sin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32303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 (90° + θ)  =  cos 90° cos θ  −  sin 90° sin θ  =  − sin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cos (90° + θ)  =  − sin 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4670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tan (90° − θ)  =  cot 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0390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tan (90° − θ)  =  cot θ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tan 150°  —  leftover from even / odd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 tan 150°.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 150°  =  tan (180° − 30°)  =  − tan 30°  =  − 1/√3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tan 150°  =  − 1/√3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Second quadrant: tangent is negative. The brother of 150° is 30°.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Tonight (13) and (14) — allied to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Simplify.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26464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(13)   sin (180° − 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26464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(14)   cos (180° + 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 (180° − θ)  =  sin 180° cos θ  −  cos 180° sin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                 =  0 · cos θ  −  (−1) sin θ  =  sin 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(13)   sin (180° − θ)  =  sin 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 (180° + θ)  =  cos 180° cos θ  −  sin 180° sin θ  =  (−1) cos θ  −  0  =  − cos 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(14)   cos (180° + θ)  =  − cos 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Tonight — match the column, every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Match Column I to Column II.  Modulus means magnitude.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26464"/>
            <a:ext cx="3108960" cy="3657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Column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426464"/>
            <a:ext cx="4846320" cy="3657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1426464"/>
            <a:ext cx="4773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426464"/>
            <a:ext cx="3063240" cy="3657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86215" y="1426464"/>
            <a:ext cx="2990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792224"/>
            <a:ext cx="3108960" cy="3657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179222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(A)  sin 390°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1792224"/>
            <a:ext cx="4846320" cy="3657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1792224"/>
            <a:ext cx="4773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sin (360° + 30°)  =  +1/2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792224"/>
            <a:ext cx="3063240" cy="3657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5" y="1792224"/>
            <a:ext cx="2990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 and 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157984"/>
            <a:ext cx="3108960" cy="3657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15798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(B)  sin (−30°)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2157984"/>
            <a:ext cx="4846320" cy="3657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9896" y="2157984"/>
            <a:ext cx="4773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− sin 30°  =  −1/2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157984"/>
            <a:ext cx="3063240" cy="3657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86215" y="2157984"/>
            <a:ext cx="2990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Q and 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523744"/>
            <a:ext cx="3108960" cy="3657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52374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(C)  cos 120°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2523744"/>
            <a:ext cx="4846320" cy="3657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9896" y="2523744"/>
            <a:ext cx="4773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− cos 60°  =  −1/2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2523744"/>
            <a:ext cx="3063240" cy="3657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2523744"/>
            <a:ext cx="2990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Q and 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889504"/>
            <a:ext cx="3108960" cy="3657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288950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(D)  tan (−120°)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2889504"/>
            <a:ext cx="4846320" cy="3657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9896" y="2889504"/>
            <a:ext cx="4773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− tan 120°  =  +√3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2889504"/>
            <a:ext cx="3063240" cy="3657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215" y="2889504"/>
            <a:ext cx="2990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 and S</a:t>
            </a:r>
          </a:p>
        </p:txBody>
      </p:sp>
      <p:sp>
        <p:nvSpPr>
          <p:cNvPr id="38" name="Oval 37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374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3374136"/>
            <a:ext cx="6382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→ PT,   B → QT,   C → QT,   D → PS</a:t>
            </a:r>
          </a:p>
        </p:txBody>
      </p:sp>
      <p:sp>
        <p:nvSpPr>
          <p:cNvPr id="41" name="Oval 40"/>
          <p:cNvSpPr/>
          <p:nvPr/>
        </p:nvSpPr>
        <p:spPr>
          <a:xfrm>
            <a:off x="594360" y="37216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7398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3739896"/>
            <a:ext cx="6382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→ PT,   B → QS,   C → QT,   D → PS</a:t>
            </a:r>
          </a:p>
        </p:txBody>
      </p:sp>
      <p:sp>
        <p:nvSpPr>
          <p:cNvPr id="44" name="Oval 43"/>
          <p:cNvSpPr/>
          <p:nvPr/>
        </p:nvSpPr>
        <p:spPr>
          <a:xfrm>
            <a:off x="594360" y="40873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10565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4105655"/>
            <a:ext cx="6382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→ QT,   B → QS,   C → PT,   D → PS</a:t>
            </a:r>
          </a:p>
        </p:txBody>
      </p:sp>
      <p:sp>
        <p:nvSpPr>
          <p:cNvPr id="47" name="Oval 46"/>
          <p:cNvSpPr/>
          <p:nvPr/>
        </p:nvSpPr>
        <p:spPr>
          <a:xfrm>
            <a:off x="594360" y="4453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471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4471416"/>
            <a:ext cx="6382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→ QS,   B → PT,   C → QT,   D → 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8463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Option 1     A → PT,   B → QT,   C → QT,   D → 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21207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|√3| &gt; 1 so D is P and S, not T.  |1/2| &lt; 1 so A, B, C take 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After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Write the six compound-angle lines ten times on a rough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two allied lines and the match-column are now on the board. Copy them once more at home.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Leftover radian — now locked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5AC8FF"/>
                </a:solidFill>
                <a:latin typeface="Aptos"/>
              </a:rPr>
              <a:t>180°  =  π rad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078992"/>
            <a:ext cx="448056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225295"/>
            <a:ext cx="415137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degree → radian:     multiply by  π/180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radian → degree:     multiply by  180/π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14015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Arc length  =  R θ     with θ in radian.     Never  R × 90°.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7121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90° on a circle of radius R  →  distance  πR/2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What we lock from today’s feel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If θ is not inside sin, cos or tan, convert it to radian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y = sin θ / θ   at   θ = 30°    →    3/π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7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(A + B)  =  sin A cos B  +  cos A sin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(A + B)  =  cos A cos B  −  sin A sin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5409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2θ  =  2 sin θ cos θ          cos 2θ  =  1 − 2 sin²θ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Even, odd, and allied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(−θ)  =  cos θ          sin (−θ)  =  − sin θ          tan (−θ)  =  − tan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(90° − θ)  =  cos θ          sin (180° − θ)  =  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15°  =  (√6 − √2)/4          sin 75°  =  sin 105°  =  (√6 + √2)/4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(180° − θ)  =  sin θ          cos (180° + θ)  =  − cos θ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Small angle — the one lock-line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sin θ  ≈  θ      tan θ  ≈  θ      cos θ  ≈  1      (θ in radian,  θ ≤ 5°)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2°  ≈  π/90          tan 3°  ≈  π/60          cos 3°  ≈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leave the degree number in the approximation. Convert, then drop the word radian.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 Compound lines ten times tonight.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