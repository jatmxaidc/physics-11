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Next slide is topics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list once. Then name P, B,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 = perpendicular (opposite θ), B = base (adjacent), H = hypotenuse.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= P/H. cosec = H/P. Product is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 = B/H. sec = H/B. Product is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 = P/B. cot = B/P. Product is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P²+B²=H². Divide by H². sin²+cos²=1. Rearrange for cos or 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 by B². 1 + tan² = sec². P/B = tan, H/B =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 by P². 1 + cot² = cosec². If they remember only one, sin²+cos²=1.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Do not click next until they try. Answer: H = √5, sin = 1/√5, cos = 2/√5, tan = 1/2.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P²+B²=H² → x = √5. Ratios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= 1/√5, cos = 2/√5, tan = 1/2.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Answer: B = k, P = 2k, H = √5 k, sin = 2/√5, cos = 1/√5.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 = 2/1. B = k, P = 2k, H = √5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 cancels. sin = 2/√5, cos = 1/√5.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Do not hint it is impossible. Let them try. Then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 &gt; P so sin ≤ 1. sin = 2 is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cos² = −3. Not real. Then lock the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Answer: tan θ = 8/3.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5(sin+cos)=11(sin−cos). Expand. Collect on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cos = 6 sin. tan = 8/3.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Answer: x = 8/3, y = 3/2.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4/3 = 2/y → y = 3/2. x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4/3 = x/2 → x = 8/3. Trap: do not mix triangles.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Break. Stretch. Then height and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h1 = x tanθ, h2 = (d−x) tanφ. Difference = x tanθ − (d−x) tanφ.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 = x tan 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 = (d−x) tanφ. Difference = x tanθ − (d−x) tanφ.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D = (h1−h2)/tanθ.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Opposite = h1−h2. Adjacent =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= (h1−h2)/tanθ. Wrong options use sum or multiply by 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column by column. tan 90° is not 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90° cosine is negative. Range lock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They copy from the 0–180 table.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sin120=√3/2, cos150=−√3/2, tan135=−1, sin150=1/2, cos120=−1/2.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Opposite 3 is 37°, opposite 4 is 53°.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Opposite 3 is 37°, opposite 4 is 53°.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sin increases, cos decreases.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increases, cos decreases.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Same angle. Answer is 1. Do not compute 40°.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angle. Identity. Do not compute 40°.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 = Rθ with θ in radian. Never put 90° into this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Wherever you see π rad, put 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1° = π/180 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rad = 180/π.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Distance = πR/2. Do not hint the degree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 out R×90°. Convert 90° = π/2. Distance = πR/2.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π/3 rad = 60°.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π rad = 180°. 180/3 = 60°.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board. Do not show answers. Tonight is the next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Tonight stays unanswered.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Interior third angle = 70°. Exterior β = 110°.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answers. 5π/6=150°, 2π/3=120°, 4π/3=240°, 3π/5=108°, 5π=900°, 2π/5=72°, 7π/12=105°, 5π/2=450°, 3π=540°.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answers. 120°=2π/3, 30°=π/6, 150°=5π/6, 270°=3π/2, 135°=3π/4. π is already radian.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sin 53 × cosec 53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sin180=0 so the product is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tan θ = h/l so l = h / tan θ = h cot 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Wire length = h / sinθ. After it falls, x = h cot 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Answer is 10/(√3−1) m. Draw: slope 30°, sun 60° to horizontal, pole 10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test before the next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= P/H     cos = B/H     tan = P/B     and the three reciprocals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sin²θ + cos²θ = 1     1 + tan²θ = sec²θ     1 + cot²θ = cosec²θ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−1 ≤ sin, cos ≤ 1     0°–180° table     tan 90° not defined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 = Rθ with θ in radian     π rad → 180°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test tonight. All remaining conversions and PYQs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5A5A64"/>
                </a:solidFill>
                <a:latin typeface="Aptos"/>
              </a:rPr>
              <a:t>CLASS 11   ·  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CLASS 11   ·   2026–27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ptos"/>
              </a:rPr>
              <a:t>Lecture - 01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Trigonometry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By —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B6C0"/>
                </a:solidFill>
                <a:latin typeface="Aptos"/>
              </a:rPr>
              <a:t>1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1556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Trigonometric ratios  —  sin, cos, tan, cosec, sec, cot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82495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82495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Trigonometric identities from  P² + B² = H²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942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9424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Finding unknown sides from a given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16352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Range of sine and cosine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Algebra with ratios, and similar triangles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5020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5020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Height and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1713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17136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Standard angles  0° to 180°,  and  37° / 53°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8406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84064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Radian measure,  arc = Rθ,  degree ↔ radian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Name the sides from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1097280" y="1078992"/>
            <a:ext cx="3017520" cy="2286000"/>
          </a:xfrm>
          <a:prstGeom prst="rtTriangle">
            <a:avLst/>
          </a:prstGeom>
          <a:solidFill>
            <a:srgbClr val="2A70B2"/>
          </a:solidFill>
          <a:ln w="28575">
            <a:solidFill>
              <a:srgbClr val="A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8252" y="3235147"/>
            <a:ext cx="118872" cy="118872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2185" y="34015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409CFF"/>
                </a:solidFill>
                <a:latin typeface="Apto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9E40"/>
                </a:solidFill>
                <a:latin typeface="Aptos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3587" y="135331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5AD680"/>
                </a:solidFill>
                <a:latin typeface="Aptos"/>
              </a:rP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4556" y="3070555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977" y="3182111"/>
            <a:ext cx="219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D646"/>
                </a:solidFill>
                <a:latin typeface="Aptos"/>
              </a:rPr>
              <a:t>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078992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FF9E40"/>
                </a:solidFill>
                <a:latin typeface="Aptos"/>
              </a:rPr>
              <a:t>P  —  perpendicular  —  opposite 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316736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409CFF"/>
                </a:solidFill>
                <a:latin typeface="Aptos"/>
              </a:rPr>
              <a:t>B  —  base  —  adjacent to 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H  —  hypotenuse  —  longest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56816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9E40"/>
                </a:solidFill>
                <a:latin typeface="Aptos"/>
              </a:rPr>
              <a:t>Not from how the figure sits.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sin θ and cosec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sin θ  =  P /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Opposite over hypotenuse.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cosec θ  =  H /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Reciprocal of sin θ.   If sin θ = 3/5, then cosec θ = 5/3.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078992"/>
            <a:ext cx="4480560" cy="13258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225295"/>
            <a:ext cx="4151376" cy="103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E3F"/>
                </a:solidFill>
                <a:latin typeface="Aptos"/>
              </a:rPr>
              <a:t>sin θ  ·  cosec θ  =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0545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sin, cos, tan are dimensionless. Never write sin θ = 0.6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cosec θ = 1 / sin 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cos θ and sec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cos θ  =  B /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Adjacent over hypotenuse.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sec θ  =  H /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Reciprocal of cos θ.   If cos θ = 4/5, then sec θ = 5/4.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078992"/>
            <a:ext cx="4480560" cy="13258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225295"/>
            <a:ext cx="4151376" cy="103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E3F"/>
                </a:solidFill>
                <a:latin typeface="Aptos"/>
              </a:rPr>
              <a:t>cos θ  ·  sec θ  =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0545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Never write cos θ = 0.8 m. A ratio has no unit.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sec θ = 1 / cos 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tan θ and cot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tan θ  =  P /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Opposite over adjacent.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cot θ  =  B /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Reciprocal of tan θ.   Also:  tan θ = sin θ / cos 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078992"/>
            <a:ext cx="4480560" cy="13258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225295"/>
            <a:ext cx="4151376" cy="103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E3F"/>
                </a:solidFill>
                <a:latin typeface="Aptos"/>
              </a:rPr>
              <a:t>tan θ  ·  cot θ  =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0545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· cosec = 1     cos · sec = 1     tan · cot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cot θ = 1 / tan 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IDENTITIES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Divide Pythagoras by H²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Start here. Divide both sides by H².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P²  +  B²  =  H²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P² / H²  +  B² / H²  =  H² / H²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(P / H)²  +  (B / H)²  = 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078992"/>
            <a:ext cx="4480560" cy="15544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225295"/>
            <a:ext cx="4151376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081E3F"/>
                </a:solidFill>
                <a:latin typeface="Aptos"/>
              </a:rPr>
              <a:t>sin²θ  +  cos²θ  =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Also:  cos θ = √(1 − sin²θ)     and     sin θ = √(1 − cos²θ)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IDENTITIES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Divide Pythagoras by B²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Same start. Now divide both sides by B².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P²  +  B²  =  H²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P² / B²  +  B² / B²  =  H² / B²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(P / B)²  +  1  =  (H / B)²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078992"/>
            <a:ext cx="4480560" cy="15544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225295"/>
            <a:ext cx="4151376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081E3F"/>
                </a:solidFill>
                <a:latin typeface="Aptos"/>
              </a:rPr>
              <a:t>1  +  tan²θ  =  sec²θ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Because  P/B = tan θ     and     H/B = sec 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IDENTITIES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Divide Pythagoras by P²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Same start. Now divide both sides by P².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P²  +  B²  =  H²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P² / P²  +  B² / P²  =  H² / P²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1  +  (B / P)²  =  (H / P)²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078992"/>
            <a:ext cx="4480560" cy="15544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225295"/>
            <a:ext cx="4151376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081E3F"/>
                </a:solidFill>
                <a:latin typeface="Aptos"/>
              </a:rPr>
              <a:t>1  +  cot²θ  =  cosec²θ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Because  B/P = cot θ     and     H/P = cosec θ.     If you keep only one line:  sin²θ + cos²θ =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Find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In the right triangle shown, the perpendicular is 1 and the base is 2. The hypotenuse is x. Find the value of x, sin θ, cos θ and tan θ.</a:t>
            </a:r>
          </a:p>
        </p:txBody>
      </p:sp>
      <p:sp>
        <p:nvSpPr>
          <p:cNvPr id="8" name="Right Triangle 7"/>
          <p:cNvSpPr/>
          <p:nvPr/>
        </p:nvSpPr>
        <p:spPr>
          <a:xfrm>
            <a:off x="1097280" y="1810512"/>
            <a:ext cx="3017520" cy="1600200"/>
          </a:xfrm>
          <a:prstGeom prst="rtTriangle">
            <a:avLst/>
          </a:prstGeom>
          <a:solidFill>
            <a:srgbClr val="2A70B2"/>
          </a:solidFill>
          <a:ln w="28575">
            <a:solidFill>
              <a:srgbClr val="A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8252" y="3280867"/>
            <a:ext cx="118872" cy="118872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2185" y="344728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409C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2257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9E40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3587" y="200253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5AD68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4556" y="3116275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482" y="3227832"/>
            <a:ext cx="219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D646"/>
                </a:solidFill>
                <a:latin typeface="Aptos"/>
              </a:rPr>
              <a:t>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First find 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Right triangle:  P = 1,  B = 2,  H = x.</a:t>
            </a:r>
          </a:p>
        </p:txBody>
      </p:sp>
      <p:sp>
        <p:nvSpPr>
          <p:cNvPr id="8" name="Right Triangle 7"/>
          <p:cNvSpPr/>
          <p:nvPr/>
        </p:nvSpPr>
        <p:spPr>
          <a:xfrm>
            <a:off x="1097280" y="1536192"/>
            <a:ext cx="3017520" cy="1600200"/>
          </a:xfrm>
          <a:prstGeom prst="rtTriangle">
            <a:avLst/>
          </a:prstGeom>
          <a:solidFill>
            <a:srgbClr val="2A70B2"/>
          </a:solidFill>
          <a:ln w="28575">
            <a:solidFill>
              <a:srgbClr val="A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8252" y="3006547"/>
            <a:ext cx="118872" cy="118872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2185" y="31729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409C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48256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9E40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3587" y="172821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5AD68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4556" y="2841955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482" y="2953511"/>
            <a:ext cx="219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D646"/>
                </a:solidFill>
                <a:latin typeface="Aptos"/>
              </a:rPr>
              <a:t>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536192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P² + B² = H²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1² + 2² = x²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286000"/>
            <a:ext cx="658368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432304"/>
            <a:ext cx="625449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081E3F"/>
                </a:solidFill>
                <a:latin typeface="Aptos"/>
              </a:rPr>
              <a:t>x  =  √5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Now sin θ, cos θ, tan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 = 1,  B = 2,  H = √5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sin θ  =  P / H  =  1 / √5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cos θ  =  B / H  =  2 / √5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tan θ  =  P / B  =  1 /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361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6824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tan θ  =  sin θ / cos θ  =  1/2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786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Check:  (1/√5) / (2/√5)  =  1/2.  Same.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If tan θ =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tan θ = 2, then find the perpendicular, the base and the hypotenuse. Also find sin θ and cos θ. Take θ acute.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tan θ = 2  →  find P, B, 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Given tan θ = 2  (θ acute).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tan θ  =  P / B  =  2  =  2 /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Let B = k.  Then P = 2k.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H²  =  (2k)² + k²  =  5k²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H = √5 k   (take + because θ is acute)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P = 2k     B = k     H = √5 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Now sin θ and cos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P = 2k,   B = k,   H = √5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sin θ  =  P / H  =  2k / √5 k  =  2 / √5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k cancels.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cos θ  =  B / H  =  k / √5 k  =  1 / √5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k cancels.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A ratio only fixes the shape. The scale k always cancels in sin, cos, tan.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Range of sin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If sin θ = 2, then find the value of cos θ and tan 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Method 1 —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If sin θ = 2, find cos θ and tan 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6060"/>
                </a:solidFill>
                <a:latin typeface="Aptos"/>
              </a:rPr>
              <a:t>Wrong:  Start calculating cos θ from the identity without checking the range.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D680"/>
                </a:solidFill>
                <a:latin typeface="Aptos"/>
              </a:rPr>
              <a:t>Right:  First ask: can sin θ equal 2?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sin θ  =  P /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H is the longest side, so H &gt; P.  Then P/H ≤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9923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sin θ = 2 is impossible.  There is no such triangle.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Method 2 —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Try the identity anyway. It also fails.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sin²θ  +  cos²θ  =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Put sin θ =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(2)²  +  cos²θ  =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cos²θ = 1 − 4 = −3.  Not a real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−1 ≤ sin θ ≤ 1     and     −1 ≤ cos θ ≤ 1     tan θ has no finite range.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Find tan θ from a sin–cos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If  (sin θ + cos θ) / (sin θ − cos θ)  =  11/5 ,  then find the value of tan θ.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Cross multiply, then expand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(sin θ + cos θ) / (sin θ − cos θ)  =  11/5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5 (sin θ + cos θ)  =  11 (sin θ − cos 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Cross multiply.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5 sin θ + 5 cos θ  =  11 sin θ − 11 cos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Open the brackets.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B6C0"/>
                </a:solidFill>
                <a:latin typeface="Aptos"/>
              </a:rPr>
              <a:t>Next: collect sin on one side, cos on the other.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Collect, then divide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5 sin θ + 5 cos θ  =  11 sin θ − 11 cos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5 cos θ + 11 cos θ  =  11 sin θ − 5 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16 cos θ  =  6 sin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sin θ / cos θ  =  16 / 6  =  8 /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361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6824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tan θ  =  8 /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Nested right triangles — same θ, same tan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A large right triangle has opposite side 4 and adjacent side 3. Nested similar slices share the same angle θ. In the small slice the opposite is 2 and the adjacent is y. In the middle slice the opposite is x and the adjacent is 2. Find the values of x and y.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= 4/3 ,   y = 3/2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= 8/3 ,   y = 6/2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= 8/3 ,   y = 3/2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= 3/2 ,   y = 8/3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Find y from tan θ = 4/3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Large triangle: opposite 4, adjacent 3.  Small slice: opposite 2, adjacent 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tan θ  =  4 / 3  =  2 /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Same θ, so same tan.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4 y  = 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Cross multiply.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D680"/>
                </a:solidFill>
                <a:latin typeface="Aptos"/>
              </a:rPr>
              <a:t>y  =  3 /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Find x from tan θ = 4/3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Middle slice: opposite x, adjacent 2.  Same θ as the large triangle.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tan θ  =  4 / 3  =  x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Same θ, so same tan.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3 x  = 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Cross multiply.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D680"/>
                </a:solidFill>
                <a:latin typeface="Aptos"/>
              </a:rPr>
              <a:t>x  =  8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1985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9E40"/>
                </a:solidFill>
                <a:latin typeface="Aptos"/>
              </a:rPr>
              <a:t>Do not mix a height from one triangle with a base from another. Each ratio must come from the SAME triangle.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916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380" b="1">
                <a:solidFill>
                  <a:srgbClr val="FFD646"/>
                </a:solidFill>
                <a:latin typeface="Aptos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6888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409CFF"/>
                </a:solidFill>
                <a:latin typeface="Aptos"/>
              </a:rPr>
              <a:t>Next: height and distance  →  0°–180° table  →  37°/53°  →  radian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Observer between two towers — elevation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From a point on level ground between two vertical towers that are d metres apart, the angles of elevation to the tops of the nearer and farther towers are θ and φ respectively. The observer is x metres from the nearer tower. What is the difference in heights of the towers?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 (tan θ − tan φ)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tan θ  −  (d − x) tan φ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tan θ − tan φ · d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(tan θ − tan φ) / 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Nearer tower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Observer is x metres from the nearer tower. Elevation to that top is 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tan θ  =  h₁ /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Opposite = height.  Adjacent =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D680"/>
                </a:solidFill>
                <a:latin typeface="Aptos"/>
              </a:rPr>
              <a:t>h₁  =  x tan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066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B6C0"/>
                </a:solidFill>
                <a:latin typeface="Aptos"/>
              </a:rPr>
              <a:t>Next: the farther tower.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Farther tower, then the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Observer is (d − x) metres from the farther tower. Elevation to that top is φ.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h₂  =  (d − x) tan 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Same idea. Adjacent is now d −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D680"/>
                </a:solidFill>
                <a:latin typeface="Aptos"/>
              </a:rPr>
              <a:t>h₁ − h₂  =  x tan θ  −  (d − x) tan 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06624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9E40"/>
                </a:solidFill>
                <a:latin typeface="Aptos"/>
              </a:rPr>
              <a:t>If the question asks for the farther minus the nearer, flip the sign. Always sketch before you write tan.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From the top of one tower — depression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Two towers are separated by a horizontal distance D. From the top of the first tower (height h₁), the angle of depression to the top of the second tower (height h₂) is θ. Which relation correctly gives D in terms of h₁, h₂ and θ? Take h₁ &gt; h₂.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  =  (h₁ + h₂) / tan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  =  (h₁ − h₂) /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  =  (h₂ − h₁) / tan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  =  tan θ · (h₁ + h₂)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Write tan θ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From the top of the first tower, look down to the top of the second. h₁ &gt; h₂.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tan θ  =  (h₁ − h₂) /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Opposite = height drop.  Adjacent = 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B6C0"/>
                </a:solidFill>
                <a:latin typeface="Aptos"/>
              </a:rPr>
              <a:t>Depression looks down, so the opposite side is the difference of heights, never the sum.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B6C0"/>
                </a:solidFill>
                <a:latin typeface="Aptos"/>
              </a:rPr>
              <a:t>Next: solve for 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Solve for 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tan θ  =  (h₁ − h₂) /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D680"/>
                </a:solidFill>
                <a:latin typeface="Aptos"/>
              </a:rPr>
              <a:t>D  =  (h₁ − h₂) / tan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9E40"/>
                </a:solidFill>
                <a:latin typeface="Aptos"/>
              </a:rPr>
              <a:t>Wrong options use (h₁ + h₂) or multiply by tan θ. Depression looks down, so the opposite side is the difference of heights, never the sum.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sin, cos, tan from 0° to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15214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30°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45°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60°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554480"/>
            <a:ext cx="1554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2763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029967"/>
            <a:ext cx="15544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10312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505456"/>
            <a:ext cx="1554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57860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325526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tan 90° is not defined.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sin, cos, tan from 90° to 180°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15214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120°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135°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150°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Aptos"/>
              </a:rPr>
              <a:t>180°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554480"/>
            <a:ext cx="1554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2763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029967"/>
            <a:ext cx="15544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10312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−1/√2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505456"/>
            <a:ext cx="1554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57860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325526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Range: −1 ≤ sin θ ≤ 1     and     −1 ≤ cos θ ≤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Read these from the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From the 0° to 180° table, find the value of each of the following.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(i)     sin 120°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(ii)    cos 150°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(iii)   tan 135°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5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(iv)    sin 150°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(v)     cos 120°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From the 0°–180°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sin 120°  =  √3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cos 150°  =  −√3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tan 135°  =  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5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sin 150°  =  1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cos 120°  =  −1 /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3–4–5 triangle — 37° and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1097280" y="1078992"/>
            <a:ext cx="2194560" cy="2468880"/>
          </a:xfrm>
          <a:prstGeom prst="rtTriangle">
            <a:avLst/>
          </a:prstGeom>
          <a:solidFill>
            <a:srgbClr val="2A70B2"/>
          </a:solidFill>
          <a:ln w="28575">
            <a:solidFill>
              <a:srgbClr val="A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8252" y="3418027"/>
            <a:ext cx="118872" cy="118872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1756" y="35844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409C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9033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9E40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7321" y="1375257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5AD680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4556" y="3253435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364991"/>
            <a:ext cx="219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D646"/>
                </a:solidFill>
                <a:latin typeface="Aptos"/>
              </a:rPr>
              <a:t>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078992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In a 3–4–5 right triangle, find sin, cos and tan of 37°, and sin, cos and tan of 53°.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3–4–5 triangle — 37° and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1097280" y="1078992"/>
            <a:ext cx="2194560" cy="2468880"/>
          </a:xfrm>
          <a:prstGeom prst="rtTriangle">
            <a:avLst/>
          </a:prstGeom>
          <a:solidFill>
            <a:srgbClr val="2A70B2"/>
          </a:solidFill>
          <a:ln w="28575">
            <a:solidFill>
              <a:srgbClr val="A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8252" y="3418027"/>
            <a:ext cx="118872" cy="118872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1756" y="35844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409C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9033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9E40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7321" y="1375257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5AD680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4556" y="3253435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364991"/>
            <a:ext cx="219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D646"/>
                </a:solidFill>
                <a:latin typeface="Aptos"/>
              </a:rPr>
              <a:t>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078992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sin 37° = 3/5      cos 37° = 4/5      tan 37° = 3/4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37160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sin 53° = 4/5      cos 53° = 3/5      tan 53° = 4/3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82879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tan 37° &lt; tan 53°  because  3/4 &lt; 4/3.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12140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Also:  sin 53° × cosec 53° = 1.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From 0° to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the angle increases from 0° to 90°, then what happens to the value of sin θ and the value of cos θ?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755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73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7739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sin θ increases,  cos θ decreases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121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9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1396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sin θ decreases,  cos θ increases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4871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054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5054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both decrease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8529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712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8712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both increase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From 0° to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sin θ  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0 → 1/2 → 1/√2 → √3/2 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78992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5AC8FF"/>
                </a:solidFill>
                <a:latin typeface="Aptos"/>
              </a:rPr>
              <a:t>cos θ  decreases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 → √3/2 → 1/√2 → 1/2 →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9222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0° → 90°:  sin ↑     cos ↓     tan ↑     (tan 90° not defined)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value of  sin² 40°  +  cos² 40°.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sin² 40° + cos² 40°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True for every θ. Here θ = 40°.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sin²θ  +  cos²θ  =  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789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2252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E3F"/>
                </a:solidFill>
                <a:latin typeface="Aptos"/>
              </a:rPr>
              <a:t>sin² 40° + cos² 40°  =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Do not compute 40°. Same angle, so the identity is enough.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Arc 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5AC8FF"/>
                </a:solidFill>
                <a:latin typeface="Aptos"/>
              </a:rPr>
              <a:t>Arc length  =  R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θ must be in radian. Never put 90° into this formula.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789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2252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Arc  =  R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92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Practical unit of angle: degree.     SI unit of angle: radian.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8483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+θ anti-clockwise     −θ clockwise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The one line:  180° = π rad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Lock this. Every conversion starts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5AC8FF"/>
                </a:solidFill>
                <a:latin typeface="Aptos"/>
              </a:rPr>
              <a:t>180°  =  π rad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789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2252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79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Next: degree → radian, then radian → degree.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Degree → 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5AC8FF"/>
                </a:solidFill>
                <a:latin typeface="Aptos"/>
              </a:rPr>
              <a:t>1°  =  π / 180  rad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Divide the lock-line by 180.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FFFFFF"/>
                </a:solidFill>
                <a:latin typeface="Aptos"/>
              </a:rPr>
              <a:t>So  θ°  in radian  =  θ × (π / 180).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Multiply the degree by π/180.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Radian →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5AC8FF"/>
                </a:solidFill>
                <a:latin typeface="Aptos"/>
              </a:rPr>
              <a:t>1 rad  =  180° / 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Divide the lock-line by 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FFFFFF"/>
                </a:solidFill>
                <a:latin typeface="Aptos"/>
              </a:rPr>
              <a:t>So  θ rad  in degree  =  θ × (180 / π).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Multiply the radian by 180/π.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Arc on a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An object moves on the circumference of a circle of radius R. If the object turns through 90°, find the total distance moved by the object.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Object turns 90° on a circle of radius 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An object moves on the circumference of a circle of radius R and turns through 90°. Find the distance.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6060"/>
                </a:solidFill>
                <a:latin typeface="Aptos"/>
              </a:rPr>
              <a:t>Wrong:  Distance = R ×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D680"/>
                </a:solidFill>
                <a:latin typeface="Aptos"/>
              </a:rPr>
              <a:t>Right:  Distance = R × (π/2 rad)  =  πR/2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distance = path = arc = Rθ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Convert 90° first:  90° = π/2 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9923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πR / 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First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Convert π/3 radian into degree.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π / 3 rad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π / 3  rad  =  180° / 3  =  60°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5361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6824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081E3F"/>
                </a:solidFill>
                <a:latin typeface="Aptos"/>
              </a:rPr>
              <a:t>π / 3 rad  =  60°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Convert these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Convert the following into degree or radian, as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(i)     π/2 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36192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(ii)    π/4 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(iii)   π/6 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(iv)    45°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(v)     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21408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(vi)    60°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The six conversions from the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π/2 rad = 90°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78992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π/4 rad = 45°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π/6 rad = 30°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371600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45° = π/4 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64207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90° = π/2 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64207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D680"/>
                </a:solidFill>
                <a:latin typeface="Aptos"/>
              </a:rPr>
              <a:t>60° = π/3 rad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Find 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A triangle has two interior angles 40° and 70°. The side next to the 70° angle is extended. If β is the exterior angle formed at that vertex, find the value of β.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Convert radian into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Convert the following radian measures into degree.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(i)  5π/6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(ii)  2π/3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(iii)  4π/3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(iv)  3π/5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(v)  5π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(vi)  2π/5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0312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(vii)  7π/12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10312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(viii)  5π/2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0312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(ix)  3π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Convert degree into 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Convert the following into radian.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(i)  120°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(ii)  30°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(iii)  150°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(iv)  270°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(v)  135°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(vi)  π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Product of a ratio and its reciprocal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value of  sin 53°  ×  cosec 53°.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Product of three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value of  sin 180°  ·  cos 135°  ·  tan 120°.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Shadow of a pole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A vertical pole of height h casts a shadow of length l when the Sun is at an angle θ above the horizon. Which of the following expresses the shadow length l in terms of h and θ?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756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939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939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  =  h tan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414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97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4597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  =  h /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  =  h sin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1729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912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1912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  =  h / sin θ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Wire from the top of a pole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A pole of height h has a wire attached from the top to the ground at an angle θ. If the wire breaks and falls to the ground without changing length, find the horizontal distance x from the base of the pole where the wire touches the ground.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12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31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311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 =  h cot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968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 =  h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443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 =  h sin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10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28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284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 =  h sec 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Shadow on sloping 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A vertical pole of height h = 10 m stands on ground that slopes upwards at a constant angle α = 30° with the horizontal. If the Sun’s angle of elevation above the horizontal is θ = 60°, what is the length of the shadow cast by the pole on the sloping ground?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58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768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5 m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2432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64261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 m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0837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0837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10√3 m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74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741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10 / (√3 − 1) 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After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Daily test before the next lecture.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P, B, 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sin = P/H     cos = B/H     tan = P/B     and the three reciprocals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Identities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sin²θ + cos²θ = 1     1 + tan²θ = sec²θ     1 + cot²θ = cosec²θ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Range and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−1 ≤ sin, cos ≤ 1     0°–180° table     tan 90° not defined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Arc = Rθ with θ in radian     π rad → 180°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D646"/>
                </a:solidFill>
                <a:latin typeface="Aptos"/>
              </a:rPr>
              <a:t>After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Daily test tonight.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Remaining conversions and PYQs tonight.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