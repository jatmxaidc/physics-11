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5532100" cy="20104100"/>
  <p:notesSz cx="155321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5383" y="6232271"/>
            <a:ext cx="1320768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0767" y="11258296"/>
            <a:ext cx="1087691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76922" y="4623943"/>
            <a:ext cx="6759226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002301" y="4623943"/>
            <a:ext cx="6759226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6922" y="804164"/>
            <a:ext cx="1398460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6922" y="4623943"/>
            <a:ext cx="1398460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4022187" y="19852605"/>
            <a:ext cx="1431409" cy="158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76922" y="18696814"/>
            <a:ext cx="3573843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187684" y="18696814"/>
            <a:ext cx="3573843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pn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png"/><Relationship Id="rId30" Type="http://schemas.openxmlformats.org/officeDocument/2006/relationships/image" Target="../media/image31.png"/><Relationship Id="rId31" Type="http://schemas.openxmlformats.org/officeDocument/2006/relationships/image" Target="../media/image32.png"/><Relationship Id="rId32" Type="http://schemas.openxmlformats.org/officeDocument/2006/relationships/image" Target="../media/image33.png"/><Relationship Id="rId33" Type="http://schemas.openxmlformats.org/officeDocument/2006/relationships/image" Target="../media/image34.png"/><Relationship Id="rId34" Type="http://schemas.openxmlformats.org/officeDocument/2006/relationships/image" Target="../media/image35.png"/><Relationship Id="rId35" Type="http://schemas.openxmlformats.org/officeDocument/2006/relationships/image" Target="../media/image36.png"/><Relationship Id="rId36" Type="http://schemas.openxmlformats.org/officeDocument/2006/relationships/image" Target="../media/image37.png"/><Relationship Id="rId37" Type="http://schemas.openxmlformats.org/officeDocument/2006/relationships/image" Target="../media/image38.png"/><Relationship Id="rId38" Type="http://schemas.openxmlformats.org/officeDocument/2006/relationships/image" Target="../media/image39.png"/><Relationship Id="rId39" Type="http://schemas.openxmlformats.org/officeDocument/2006/relationships/image" Target="../media/image40.png"/><Relationship Id="rId40" Type="http://schemas.openxmlformats.org/officeDocument/2006/relationships/image" Target="../media/image41.png"/><Relationship Id="rId41" Type="http://schemas.openxmlformats.org/officeDocument/2006/relationships/image" Target="../media/image42.png"/><Relationship Id="rId42" Type="http://schemas.openxmlformats.org/officeDocument/2006/relationships/image" Target="../media/image43.png"/><Relationship Id="rId43" Type="http://schemas.openxmlformats.org/officeDocument/2006/relationships/image" Target="../media/image44.png"/><Relationship Id="rId44" Type="http://schemas.openxmlformats.org/officeDocument/2006/relationships/image" Target="../media/image45.png"/><Relationship Id="rId45" Type="http://schemas.openxmlformats.org/officeDocument/2006/relationships/image" Target="../media/image46.png"/><Relationship Id="rId46" Type="http://schemas.openxmlformats.org/officeDocument/2006/relationships/image" Target="../media/image47.png"/><Relationship Id="rId47" Type="http://schemas.openxmlformats.org/officeDocument/2006/relationships/image" Target="../media/image48.png"/><Relationship Id="rId48" Type="http://schemas.openxmlformats.org/officeDocument/2006/relationships/image" Target="../media/image49.png"/><Relationship Id="rId49" Type="http://schemas.openxmlformats.org/officeDocument/2006/relationships/image" Target="../media/image50.png"/><Relationship Id="rId50" Type="http://schemas.openxmlformats.org/officeDocument/2006/relationships/image" Target="../media/image51.png"/><Relationship Id="rId51" Type="http://schemas.openxmlformats.org/officeDocument/2006/relationships/image" Target="../media/image52.png"/><Relationship Id="rId52" Type="http://schemas.openxmlformats.org/officeDocument/2006/relationships/image" Target="../media/image53.png"/><Relationship Id="rId53" Type="http://schemas.openxmlformats.org/officeDocument/2006/relationships/image" Target="../media/image54.png"/><Relationship Id="rId54" Type="http://schemas.openxmlformats.org/officeDocument/2006/relationships/image" Target="../media/image55.png"/><Relationship Id="rId55" Type="http://schemas.openxmlformats.org/officeDocument/2006/relationships/image" Target="../media/image56.png"/><Relationship Id="rId56" Type="http://schemas.openxmlformats.org/officeDocument/2006/relationships/image" Target="../media/image57.png"/><Relationship Id="rId57" Type="http://schemas.openxmlformats.org/officeDocument/2006/relationships/image" Target="../media/image58.png"/><Relationship Id="rId58" Type="http://schemas.openxmlformats.org/officeDocument/2006/relationships/image" Target="../media/image59.png"/><Relationship Id="rId59" Type="http://schemas.openxmlformats.org/officeDocument/2006/relationships/image" Target="../media/image60.png"/><Relationship Id="rId60" Type="http://schemas.openxmlformats.org/officeDocument/2006/relationships/image" Target="../media/image61.png"/><Relationship Id="rId61" Type="http://schemas.openxmlformats.org/officeDocument/2006/relationships/image" Target="../media/image6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Relationship Id="rId13" Type="http://schemas.openxmlformats.org/officeDocument/2006/relationships/image" Target="../media/image74.png"/><Relationship Id="rId14" Type="http://schemas.openxmlformats.org/officeDocument/2006/relationships/image" Target="../media/image75.png"/><Relationship Id="rId15" Type="http://schemas.openxmlformats.org/officeDocument/2006/relationships/image" Target="../media/image76.png"/><Relationship Id="rId16" Type="http://schemas.openxmlformats.org/officeDocument/2006/relationships/image" Target="../media/image77.png"/><Relationship Id="rId17" Type="http://schemas.openxmlformats.org/officeDocument/2006/relationships/image" Target="../media/image78.png"/><Relationship Id="rId18" Type="http://schemas.openxmlformats.org/officeDocument/2006/relationships/image" Target="../media/image79.png"/><Relationship Id="rId19" Type="http://schemas.openxmlformats.org/officeDocument/2006/relationships/image" Target="../media/image80.png"/><Relationship Id="rId20" Type="http://schemas.openxmlformats.org/officeDocument/2006/relationships/image" Target="../media/image81.png"/><Relationship Id="rId21" Type="http://schemas.openxmlformats.org/officeDocument/2006/relationships/image" Target="../media/image82.png"/><Relationship Id="rId22" Type="http://schemas.openxmlformats.org/officeDocument/2006/relationships/image" Target="../media/image83.png"/><Relationship Id="rId23" Type="http://schemas.openxmlformats.org/officeDocument/2006/relationships/image" Target="../media/image8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Relationship Id="rId11" Type="http://schemas.openxmlformats.org/officeDocument/2006/relationships/image" Target="../media/image94.png"/><Relationship Id="rId12" Type="http://schemas.openxmlformats.org/officeDocument/2006/relationships/image" Target="../media/image95.png"/><Relationship Id="rId13" Type="http://schemas.openxmlformats.org/officeDocument/2006/relationships/image" Target="../media/image96.png"/><Relationship Id="rId14" Type="http://schemas.openxmlformats.org/officeDocument/2006/relationships/image" Target="../media/image97.png"/><Relationship Id="rId15" Type="http://schemas.openxmlformats.org/officeDocument/2006/relationships/image" Target="../media/image98.png"/><Relationship Id="rId16" Type="http://schemas.openxmlformats.org/officeDocument/2006/relationships/image" Target="../media/image99.png"/><Relationship Id="rId17" Type="http://schemas.openxmlformats.org/officeDocument/2006/relationships/image" Target="../media/image100.png"/><Relationship Id="rId18" Type="http://schemas.openxmlformats.org/officeDocument/2006/relationships/image" Target="../media/image101.png"/><Relationship Id="rId19" Type="http://schemas.openxmlformats.org/officeDocument/2006/relationships/image" Target="../media/image102.png"/><Relationship Id="rId20" Type="http://schemas.openxmlformats.org/officeDocument/2006/relationships/image" Target="../media/image103.png"/><Relationship Id="rId21" Type="http://schemas.openxmlformats.org/officeDocument/2006/relationships/image" Target="../media/image104.png"/><Relationship Id="rId22" Type="http://schemas.openxmlformats.org/officeDocument/2006/relationships/image" Target="../media/image105.png"/><Relationship Id="rId23" Type="http://schemas.openxmlformats.org/officeDocument/2006/relationships/image" Target="../media/image106.png"/><Relationship Id="rId24" Type="http://schemas.openxmlformats.org/officeDocument/2006/relationships/image" Target="../media/image107.png"/><Relationship Id="rId25" Type="http://schemas.openxmlformats.org/officeDocument/2006/relationships/image" Target="../media/image10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Relationship Id="rId13" Type="http://schemas.openxmlformats.org/officeDocument/2006/relationships/image" Target="../media/image120.png"/><Relationship Id="rId14" Type="http://schemas.openxmlformats.org/officeDocument/2006/relationships/image" Target="../media/image121.png"/><Relationship Id="rId15" Type="http://schemas.openxmlformats.org/officeDocument/2006/relationships/image" Target="../media/image122.png"/><Relationship Id="rId16" Type="http://schemas.openxmlformats.org/officeDocument/2006/relationships/image" Target="../media/image123.png"/><Relationship Id="rId17" Type="http://schemas.openxmlformats.org/officeDocument/2006/relationships/image" Target="../media/image124.png"/><Relationship Id="rId18" Type="http://schemas.openxmlformats.org/officeDocument/2006/relationships/image" Target="../media/image125.png"/><Relationship Id="rId19" Type="http://schemas.openxmlformats.org/officeDocument/2006/relationships/image" Target="../media/image126.png"/><Relationship Id="rId20" Type="http://schemas.openxmlformats.org/officeDocument/2006/relationships/image" Target="../media/image127.png"/><Relationship Id="rId21" Type="http://schemas.openxmlformats.org/officeDocument/2006/relationships/image" Target="../media/image128.png"/><Relationship Id="rId22" Type="http://schemas.openxmlformats.org/officeDocument/2006/relationships/image" Target="../media/image129.png"/><Relationship Id="rId23" Type="http://schemas.openxmlformats.org/officeDocument/2006/relationships/image" Target="../media/image130.png"/><Relationship Id="rId24" Type="http://schemas.openxmlformats.org/officeDocument/2006/relationships/image" Target="../media/image131.png"/><Relationship Id="rId25" Type="http://schemas.openxmlformats.org/officeDocument/2006/relationships/image" Target="../media/image132.png"/><Relationship Id="rId26" Type="http://schemas.openxmlformats.org/officeDocument/2006/relationships/image" Target="../media/image133.png"/><Relationship Id="rId27" Type="http://schemas.openxmlformats.org/officeDocument/2006/relationships/image" Target="../media/image134.png"/><Relationship Id="rId28" Type="http://schemas.openxmlformats.org/officeDocument/2006/relationships/image" Target="../media/image13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6.jp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Relationship Id="rId7" Type="http://schemas.openxmlformats.org/officeDocument/2006/relationships/image" Target="../media/image147.png"/><Relationship Id="rId8" Type="http://schemas.openxmlformats.org/officeDocument/2006/relationships/image" Target="../media/image148.png"/><Relationship Id="rId9" Type="http://schemas.openxmlformats.org/officeDocument/2006/relationships/image" Target="../media/image149.png"/><Relationship Id="rId10" Type="http://schemas.openxmlformats.org/officeDocument/2006/relationships/image" Target="../media/image150.png"/><Relationship Id="rId11" Type="http://schemas.openxmlformats.org/officeDocument/2006/relationships/image" Target="../media/image151.png"/><Relationship Id="rId12" Type="http://schemas.openxmlformats.org/officeDocument/2006/relationships/image" Target="../media/image152.png"/><Relationship Id="rId13" Type="http://schemas.openxmlformats.org/officeDocument/2006/relationships/image" Target="../media/image153.png"/><Relationship Id="rId14" Type="http://schemas.openxmlformats.org/officeDocument/2006/relationships/image" Target="../media/image154.png"/><Relationship Id="rId15" Type="http://schemas.openxmlformats.org/officeDocument/2006/relationships/image" Target="../media/image155.png"/><Relationship Id="rId16" Type="http://schemas.openxmlformats.org/officeDocument/2006/relationships/image" Target="../media/image156.png"/><Relationship Id="rId17" Type="http://schemas.openxmlformats.org/officeDocument/2006/relationships/image" Target="../media/image157.png"/><Relationship Id="rId18" Type="http://schemas.openxmlformats.org/officeDocument/2006/relationships/image" Target="../media/image158.png"/><Relationship Id="rId19" Type="http://schemas.openxmlformats.org/officeDocument/2006/relationships/image" Target="../media/image159.png"/><Relationship Id="rId20" Type="http://schemas.openxmlformats.org/officeDocument/2006/relationships/image" Target="../media/image160.png"/><Relationship Id="rId21" Type="http://schemas.openxmlformats.org/officeDocument/2006/relationships/image" Target="../media/image161.png"/><Relationship Id="rId22" Type="http://schemas.openxmlformats.org/officeDocument/2006/relationships/image" Target="../media/image162.png"/><Relationship Id="rId23" Type="http://schemas.openxmlformats.org/officeDocument/2006/relationships/image" Target="../media/image163.png"/><Relationship Id="rId24" Type="http://schemas.openxmlformats.org/officeDocument/2006/relationships/image" Target="../media/image164.png"/><Relationship Id="rId25" Type="http://schemas.openxmlformats.org/officeDocument/2006/relationships/image" Target="../media/image165.png"/><Relationship Id="rId26" Type="http://schemas.openxmlformats.org/officeDocument/2006/relationships/image" Target="../media/image166.png"/><Relationship Id="rId27" Type="http://schemas.openxmlformats.org/officeDocument/2006/relationships/image" Target="../media/image167.png"/><Relationship Id="rId28" Type="http://schemas.openxmlformats.org/officeDocument/2006/relationships/image" Target="../media/image16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9.png"/><Relationship Id="rId3" Type="http://schemas.openxmlformats.org/officeDocument/2006/relationships/image" Target="../media/image170.png"/><Relationship Id="rId4" Type="http://schemas.openxmlformats.org/officeDocument/2006/relationships/image" Target="../media/image171.png"/><Relationship Id="rId5" Type="http://schemas.openxmlformats.org/officeDocument/2006/relationships/image" Target="../media/image172.png"/><Relationship Id="rId6" Type="http://schemas.openxmlformats.org/officeDocument/2006/relationships/image" Target="../media/image173.png"/><Relationship Id="rId7" Type="http://schemas.openxmlformats.org/officeDocument/2006/relationships/image" Target="../media/image174.png"/><Relationship Id="rId8" Type="http://schemas.openxmlformats.org/officeDocument/2006/relationships/image" Target="../media/image175.png"/><Relationship Id="rId9" Type="http://schemas.openxmlformats.org/officeDocument/2006/relationships/image" Target="../media/image176.png"/><Relationship Id="rId10" Type="http://schemas.openxmlformats.org/officeDocument/2006/relationships/image" Target="../media/image177.png"/><Relationship Id="rId11" Type="http://schemas.openxmlformats.org/officeDocument/2006/relationships/image" Target="../media/image178.png"/><Relationship Id="rId12" Type="http://schemas.openxmlformats.org/officeDocument/2006/relationships/image" Target="../media/image179.png"/><Relationship Id="rId13" Type="http://schemas.openxmlformats.org/officeDocument/2006/relationships/image" Target="../media/image18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Relationship Id="rId4" Type="http://schemas.openxmlformats.org/officeDocument/2006/relationships/image" Target="../media/image183.png"/><Relationship Id="rId5" Type="http://schemas.openxmlformats.org/officeDocument/2006/relationships/image" Target="../media/image18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5.png"/><Relationship Id="rId3" Type="http://schemas.openxmlformats.org/officeDocument/2006/relationships/image" Target="../media/image186.pn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Relationship Id="rId7" Type="http://schemas.openxmlformats.org/officeDocument/2006/relationships/image" Target="../media/image190.png"/><Relationship Id="rId8" Type="http://schemas.openxmlformats.org/officeDocument/2006/relationships/image" Target="../media/image191.png"/><Relationship Id="rId9" Type="http://schemas.openxmlformats.org/officeDocument/2006/relationships/image" Target="../media/image192.png"/><Relationship Id="rId10" Type="http://schemas.openxmlformats.org/officeDocument/2006/relationships/image" Target="../media/image193.png"/><Relationship Id="rId11" Type="http://schemas.openxmlformats.org/officeDocument/2006/relationships/image" Target="../media/image194.png"/><Relationship Id="rId12" Type="http://schemas.openxmlformats.org/officeDocument/2006/relationships/image" Target="../media/image195.png"/><Relationship Id="rId13" Type="http://schemas.openxmlformats.org/officeDocument/2006/relationships/image" Target="../media/image196.png"/><Relationship Id="rId14" Type="http://schemas.openxmlformats.org/officeDocument/2006/relationships/image" Target="../media/image197.png"/><Relationship Id="rId15" Type="http://schemas.openxmlformats.org/officeDocument/2006/relationships/image" Target="../media/image198.png"/><Relationship Id="rId16" Type="http://schemas.openxmlformats.org/officeDocument/2006/relationships/image" Target="../media/image199.png"/><Relationship Id="rId17" Type="http://schemas.openxmlformats.org/officeDocument/2006/relationships/image" Target="../media/image200.png"/><Relationship Id="rId18" Type="http://schemas.openxmlformats.org/officeDocument/2006/relationships/image" Target="../media/image201.png"/><Relationship Id="rId19" Type="http://schemas.openxmlformats.org/officeDocument/2006/relationships/image" Target="../media/image202.png"/><Relationship Id="rId20" Type="http://schemas.openxmlformats.org/officeDocument/2006/relationships/image" Target="../media/image203.png"/><Relationship Id="rId21" Type="http://schemas.openxmlformats.org/officeDocument/2006/relationships/image" Target="../media/image204.png"/><Relationship Id="rId22" Type="http://schemas.openxmlformats.org/officeDocument/2006/relationships/image" Target="../media/image205.png"/><Relationship Id="rId23" Type="http://schemas.openxmlformats.org/officeDocument/2006/relationships/image" Target="../media/image206.png"/><Relationship Id="rId24" Type="http://schemas.openxmlformats.org/officeDocument/2006/relationships/image" Target="../media/image207.png"/><Relationship Id="rId25" Type="http://schemas.openxmlformats.org/officeDocument/2006/relationships/image" Target="../media/image208.png"/><Relationship Id="rId26" Type="http://schemas.openxmlformats.org/officeDocument/2006/relationships/image" Target="../media/image209.png"/><Relationship Id="rId27" Type="http://schemas.openxmlformats.org/officeDocument/2006/relationships/image" Target="../media/image210.png"/><Relationship Id="rId28" Type="http://schemas.openxmlformats.org/officeDocument/2006/relationships/image" Target="../media/image211.png"/><Relationship Id="rId29" Type="http://schemas.openxmlformats.org/officeDocument/2006/relationships/image" Target="../media/image212.png"/><Relationship Id="rId30" Type="http://schemas.openxmlformats.org/officeDocument/2006/relationships/image" Target="../media/image213.png"/><Relationship Id="rId31" Type="http://schemas.openxmlformats.org/officeDocument/2006/relationships/image" Target="../media/image214.png"/><Relationship Id="rId32" Type="http://schemas.openxmlformats.org/officeDocument/2006/relationships/image" Target="../media/image215.png"/><Relationship Id="rId33" Type="http://schemas.openxmlformats.org/officeDocument/2006/relationships/image" Target="../media/image216.png"/><Relationship Id="rId34" Type="http://schemas.openxmlformats.org/officeDocument/2006/relationships/image" Target="../media/image217.png"/><Relationship Id="rId35" Type="http://schemas.openxmlformats.org/officeDocument/2006/relationships/image" Target="../media/image218.png"/><Relationship Id="rId36" Type="http://schemas.openxmlformats.org/officeDocument/2006/relationships/image" Target="../media/image219.png"/><Relationship Id="rId37" Type="http://schemas.openxmlformats.org/officeDocument/2006/relationships/image" Target="../media/image220.png"/><Relationship Id="rId38" Type="http://schemas.openxmlformats.org/officeDocument/2006/relationships/image" Target="../media/image221.png"/><Relationship Id="rId39" Type="http://schemas.openxmlformats.org/officeDocument/2006/relationships/image" Target="../media/image222.png"/><Relationship Id="rId40" Type="http://schemas.openxmlformats.org/officeDocument/2006/relationships/image" Target="../media/image223.png"/><Relationship Id="rId41" Type="http://schemas.openxmlformats.org/officeDocument/2006/relationships/image" Target="../media/image224.png"/><Relationship Id="rId42" Type="http://schemas.openxmlformats.org/officeDocument/2006/relationships/image" Target="../media/image225.png"/><Relationship Id="rId43" Type="http://schemas.openxmlformats.org/officeDocument/2006/relationships/image" Target="../media/image226.png"/><Relationship Id="rId44" Type="http://schemas.openxmlformats.org/officeDocument/2006/relationships/image" Target="../media/image227.png"/><Relationship Id="rId45" Type="http://schemas.openxmlformats.org/officeDocument/2006/relationships/image" Target="../media/image228.png"/><Relationship Id="rId46" Type="http://schemas.openxmlformats.org/officeDocument/2006/relationships/image" Target="../media/image229.png"/><Relationship Id="rId47" Type="http://schemas.openxmlformats.org/officeDocument/2006/relationships/image" Target="../media/image230.png"/><Relationship Id="rId48" Type="http://schemas.openxmlformats.org/officeDocument/2006/relationships/image" Target="../media/image231.png"/><Relationship Id="rId49" Type="http://schemas.openxmlformats.org/officeDocument/2006/relationships/image" Target="../media/image232.png"/><Relationship Id="rId50" Type="http://schemas.openxmlformats.org/officeDocument/2006/relationships/image" Target="../media/image233.png"/><Relationship Id="rId51" Type="http://schemas.openxmlformats.org/officeDocument/2006/relationships/image" Target="../media/image234.png"/><Relationship Id="rId52" Type="http://schemas.openxmlformats.org/officeDocument/2006/relationships/image" Target="../media/image235.png"/><Relationship Id="rId53" Type="http://schemas.openxmlformats.org/officeDocument/2006/relationships/image" Target="../media/image236.png"/><Relationship Id="rId54" Type="http://schemas.openxmlformats.org/officeDocument/2006/relationships/image" Target="../media/image237.png"/><Relationship Id="rId55" Type="http://schemas.openxmlformats.org/officeDocument/2006/relationships/image" Target="../media/image238.png"/><Relationship Id="rId56" Type="http://schemas.openxmlformats.org/officeDocument/2006/relationships/image" Target="../media/image239.png"/><Relationship Id="rId57" Type="http://schemas.openxmlformats.org/officeDocument/2006/relationships/image" Target="../media/image240.png"/><Relationship Id="rId58" Type="http://schemas.openxmlformats.org/officeDocument/2006/relationships/image" Target="../media/image241.png"/><Relationship Id="rId59" Type="http://schemas.openxmlformats.org/officeDocument/2006/relationships/image" Target="../media/image242.png"/><Relationship Id="rId60" Type="http://schemas.openxmlformats.org/officeDocument/2006/relationships/image" Target="../media/image243.png"/><Relationship Id="rId61" Type="http://schemas.openxmlformats.org/officeDocument/2006/relationships/image" Target="../media/image244.png"/><Relationship Id="rId62" Type="http://schemas.openxmlformats.org/officeDocument/2006/relationships/image" Target="../media/image245.png"/><Relationship Id="rId63" Type="http://schemas.openxmlformats.org/officeDocument/2006/relationships/image" Target="../media/image246.png"/><Relationship Id="rId64" Type="http://schemas.openxmlformats.org/officeDocument/2006/relationships/image" Target="../media/image24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8.jpg"/><Relationship Id="rId3" Type="http://schemas.openxmlformats.org/officeDocument/2006/relationships/image" Target="../media/image249.png"/><Relationship Id="rId4" Type="http://schemas.openxmlformats.org/officeDocument/2006/relationships/image" Target="../media/image250.png"/><Relationship Id="rId5" Type="http://schemas.openxmlformats.org/officeDocument/2006/relationships/image" Target="../media/image25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2.jpg"/><Relationship Id="rId3" Type="http://schemas.openxmlformats.org/officeDocument/2006/relationships/image" Target="../media/image253.png"/><Relationship Id="rId4" Type="http://schemas.openxmlformats.org/officeDocument/2006/relationships/image" Target="../media/image254.png"/><Relationship Id="rId5" Type="http://schemas.openxmlformats.org/officeDocument/2006/relationships/image" Target="../media/image255.png"/><Relationship Id="rId6" Type="http://schemas.openxmlformats.org/officeDocument/2006/relationships/image" Target="../media/image25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7.png"/><Relationship Id="rId3" Type="http://schemas.openxmlformats.org/officeDocument/2006/relationships/image" Target="../media/image258.png"/><Relationship Id="rId4" Type="http://schemas.openxmlformats.org/officeDocument/2006/relationships/image" Target="../media/image259.png"/><Relationship Id="rId5" Type="http://schemas.openxmlformats.org/officeDocument/2006/relationships/image" Target="../media/image260.png"/><Relationship Id="rId6" Type="http://schemas.openxmlformats.org/officeDocument/2006/relationships/image" Target="../media/image261.png"/><Relationship Id="rId7" Type="http://schemas.openxmlformats.org/officeDocument/2006/relationships/image" Target="../media/image262.png"/><Relationship Id="rId8" Type="http://schemas.openxmlformats.org/officeDocument/2006/relationships/image" Target="../media/image263.png"/><Relationship Id="rId9" Type="http://schemas.openxmlformats.org/officeDocument/2006/relationships/image" Target="../media/image264.png"/><Relationship Id="rId10" Type="http://schemas.openxmlformats.org/officeDocument/2006/relationships/image" Target="../media/image265.png"/><Relationship Id="rId11" Type="http://schemas.openxmlformats.org/officeDocument/2006/relationships/image" Target="../media/image266.png"/><Relationship Id="rId12" Type="http://schemas.openxmlformats.org/officeDocument/2006/relationships/image" Target="../media/image267.png"/><Relationship Id="rId13" Type="http://schemas.openxmlformats.org/officeDocument/2006/relationships/image" Target="../media/image268.png"/><Relationship Id="rId14" Type="http://schemas.openxmlformats.org/officeDocument/2006/relationships/image" Target="../media/image269.png"/><Relationship Id="rId15" Type="http://schemas.openxmlformats.org/officeDocument/2006/relationships/image" Target="../media/image270.png"/><Relationship Id="rId16" Type="http://schemas.openxmlformats.org/officeDocument/2006/relationships/image" Target="../media/image271.png"/><Relationship Id="rId17" Type="http://schemas.openxmlformats.org/officeDocument/2006/relationships/image" Target="../media/image272.png"/><Relationship Id="rId18" Type="http://schemas.openxmlformats.org/officeDocument/2006/relationships/image" Target="../media/image273.png"/><Relationship Id="rId19" Type="http://schemas.openxmlformats.org/officeDocument/2006/relationships/image" Target="../media/image274.png"/><Relationship Id="rId20" Type="http://schemas.openxmlformats.org/officeDocument/2006/relationships/image" Target="../media/image275.png"/><Relationship Id="rId21" Type="http://schemas.openxmlformats.org/officeDocument/2006/relationships/image" Target="../media/image276.png"/><Relationship Id="rId22" Type="http://schemas.openxmlformats.org/officeDocument/2006/relationships/image" Target="../media/image277.png"/><Relationship Id="rId23" Type="http://schemas.openxmlformats.org/officeDocument/2006/relationships/image" Target="../media/image278.png"/><Relationship Id="rId24" Type="http://schemas.openxmlformats.org/officeDocument/2006/relationships/image" Target="../media/image279.png"/><Relationship Id="rId25" Type="http://schemas.openxmlformats.org/officeDocument/2006/relationships/image" Target="../media/image280.png"/><Relationship Id="rId26" Type="http://schemas.openxmlformats.org/officeDocument/2006/relationships/image" Target="../media/image281.png"/><Relationship Id="rId27" Type="http://schemas.openxmlformats.org/officeDocument/2006/relationships/image" Target="../media/image282.png"/><Relationship Id="rId28" Type="http://schemas.openxmlformats.org/officeDocument/2006/relationships/image" Target="../media/image283.png"/><Relationship Id="rId29" Type="http://schemas.openxmlformats.org/officeDocument/2006/relationships/image" Target="../media/image284.png"/><Relationship Id="rId30" Type="http://schemas.openxmlformats.org/officeDocument/2006/relationships/image" Target="../media/image285.png"/><Relationship Id="rId31" Type="http://schemas.openxmlformats.org/officeDocument/2006/relationships/image" Target="../media/image286.png"/><Relationship Id="rId32" Type="http://schemas.openxmlformats.org/officeDocument/2006/relationships/image" Target="../media/image287.png"/><Relationship Id="rId33" Type="http://schemas.openxmlformats.org/officeDocument/2006/relationships/image" Target="../media/image288.png"/><Relationship Id="rId34" Type="http://schemas.openxmlformats.org/officeDocument/2006/relationships/image" Target="../media/image289.png"/><Relationship Id="rId35" Type="http://schemas.openxmlformats.org/officeDocument/2006/relationships/image" Target="../media/image290.png"/><Relationship Id="rId36" Type="http://schemas.openxmlformats.org/officeDocument/2006/relationships/image" Target="../media/image291.png"/><Relationship Id="rId37" Type="http://schemas.openxmlformats.org/officeDocument/2006/relationships/image" Target="../media/image292.png"/><Relationship Id="rId38" Type="http://schemas.openxmlformats.org/officeDocument/2006/relationships/image" Target="../media/image293.png"/><Relationship Id="rId39" Type="http://schemas.openxmlformats.org/officeDocument/2006/relationships/image" Target="../media/image294.png"/><Relationship Id="rId40" Type="http://schemas.openxmlformats.org/officeDocument/2006/relationships/image" Target="../media/image295.png"/><Relationship Id="rId41" Type="http://schemas.openxmlformats.org/officeDocument/2006/relationships/image" Target="../media/image296.png"/><Relationship Id="rId42" Type="http://schemas.openxmlformats.org/officeDocument/2006/relationships/image" Target="../media/image297.png"/><Relationship Id="rId43" Type="http://schemas.openxmlformats.org/officeDocument/2006/relationships/image" Target="../media/image298.png"/><Relationship Id="rId44" Type="http://schemas.openxmlformats.org/officeDocument/2006/relationships/image" Target="../media/image299.png"/><Relationship Id="rId45" Type="http://schemas.openxmlformats.org/officeDocument/2006/relationships/image" Target="../media/image300.png"/><Relationship Id="rId46" Type="http://schemas.openxmlformats.org/officeDocument/2006/relationships/image" Target="../media/image301.png"/><Relationship Id="rId47" Type="http://schemas.openxmlformats.org/officeDocument/2006/relationships/image" Target="../media/image302.png"/><Relationship Id="rId48" Type="http://schemas.openxmlformats.org/officeDocument/2006/relationships/image" Target="../media/image303.png"/><Relationship Id="rId49" Type="http://schemas.openxmlformats.org/officeDocument/2006/relationships/image" Target="../media/image304.png"/><Relationship Id="rId50" Type="http://schemas.openxmlformats.org/officeDocument/2006/relationships/image" Target="../media/image305.png"/><Relationship Id="rId51" Type="http://schemas.openxmlformats.org/officeDocument/2006/relationships/image" Target="../media/image306.png"/><Relationship Id="rId52" Type="http://schemas.openxmlformats.org/officeDocument/2006/relationships/image" Target="../media/image307.png"/><Relationship Id="rId53" Type="http://schemas.openxmlformats.org/officeDocument/2006/relationships/image" Target="../media/image308.png"/><Relationship Id="rId54" Type="http://schemas.openxmlformats.org/officeDocument/2006/relationships/image" Target="../media/image309.png"/><Relationship Id="rId55" Type="http://schemas.openxmlformats.org/officeDocument/2006/relationships/image" Target="../media/image310.png"/><Relationship Id="rId56" Type="http://schemas.openxmlformats.org/officeDocument/2006/relationships/image" Target="../media/image311.png"/><Relationship Id="rId57" Type="http://schemas.openxmlformats.org/officeDocument/2006/relationships/image" Target="../media/image31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3.jpg"/><Relationship Id="rId3" Type="http://schemas.openxmlformats.org/officeDocument/2006/relationships/image" Target="../media/image314.png"/><Relationship Id="rId4" Type="http://schemas.openxmlformats.org/officeDocument/2006/relationships/image" Target="../media/image315.png"/><Relationship Id="rId5" Type="http://schemas.openxmlformats.org/officeDocument/2006/relationships/image" Target="../media/image316.png"/><Relationship Id="rId6" Type="http://schemas.openxmlformats.org/officeDocument/2006/relationships/image" Target="../media/image317.png"/><Relationship Id="rId7" Type="http://schemas.openxmlformats.org/officeDocument/2006/relationships/image" Target="../media/image318.png"/><Relationship Id="rId8" Type="http://schemas.openxmlformats.org/officeDocument/2006/relationships/image" Target="../media/image319.png"/><Relationship Id="rId9" Type="http://schemas.openxmlformats.org/officeDocument/2006/relationships/image" Target="../media/image320.png"/><Relationship Id="rId10" Type="http://schemas.openxmlformats.org/officeDocument/2006/relationships/image" Target="../media/image321.png"/><Relationship Id="rId11" Type="http://schemas.openxmlformats.org/officeDocument/2006/relationships/image" Target="../media/image322.png"/><Relationship Id="rId12" Type="http://schemas.openxmlformats.org/officeDocument/2006/relationships/image" Target="../media/image323.png"/><Relationship Id="rId13" Type="http://schemas.openxmlformats.org/officeDocument/2006/relationships/image" Target="../media/image324.png"/><Relationship Id="rId14" Type="http://schemas.openxmlformats.org/officeDocument/2006/relationships/image" Target="../media/image325.png"/><Relationship Id="rId15" Type="http://schemas.openxmlformats.org/officeDocument/2006/relationships/image" Target="../media/image326.png"/><Relationship Id="rId16" Type="http://schemas.openxmlformats.org/officeDocument/2006/relationships/image" Target="../media/image327.png"/><Relationship Id="rId17" Type="http://schemas.openxmlformats.org/officeDocument/2006/relationships/image" Target="../media/image328.png"/><Relationship Id="rId18" Type="http://schemas.openxmlformats.org/officeDocument/2006/relationships/image" Target="../media/image329.png"/><Relationship Id="rId19" Type="http://schemas.openxmlformats.org/officeDocument/2006/relationships/image" Target="../media/image330.png"/><Relationship Id="rId20" Type="http://schemas.openxmlformats.org/officeDocument/2006/relationships/image" Target="../media/image331.png"/><Relationship Id="rId21" Type="http://schemas.openxmlformats.org/officeDocument/2006/relationships/image" Target="../media/image332.png"/><Relationship Id="rId22" Type="http://schemas.openxmlformats.org/officeDocument/2006/relationships/image" Target="../media/image333.png"/><Relationship Id="rId23" Type="http://schemas.openxmlformats.org/officeDocument/2006/relationships/image" Target="../media/image334.png"/><Relationship Id="rId24" Type="http://schemas.openxmlformats.org/officeDocument/2006/relationships/image" Target="../media/image335.png"/><Relationship Id="rId25" Type="http://schemas.openxmlformats.org/officeDocument/2006/relationships/image" Target="../media/image336.png"/><Relationship Id="rId26" Type="http://schemas.openxmlformats.org/officeDocument/2006/relationships/image" Target="../media/image337.png"/><Relationship Id="rId27" Type="http://schemas.openxmlformats.org/officeDocument/2006/relationships/image" Target="../media/image338.png"/><Relationship Id="rId28" Type="http://schemas.openxmlformats.org/officeDocument/2006/relationships/image" Target="../media/image339.png"/><Relationship Id="rId29" Type="http://schemas.openxmlformats.org/officeDocument/2006/relationships/image" Target="../media/image340.png"/><Relationship Id="rId30" Type="http://schemas.openxmlformats.org/officeDocument/2006/relationships/image" Target="../media/image341.png"/><Relationship Id="rId31" Type="http://schemas.openxmlformats.org/officeDocument/2006/relationships/image" Target="../media/image342.png"/><Relationship Id="rId32" Type="http://schemas.openxmlformats.org/officeDocument/2006/relationships/image" Target="../media/image343.png"/><Relationship Id="rId33" Type="http://schemas.openxmlformats.org/officeDocument/2006/relationships/image" Target="../media/image344.png"/><Relationship Id="rId34" Type="http://schemas.openxmlformats.org/officeDocument/2006/relationships/image" Target="../media/image345.png"/><Relationship Id="rId35" Type="http://schemas.openxmlformats.org/officeDocument/2006/relationships/image" Target="../media/image346.png"/><Relationship Id="rId36" Type="http://schemas.openxmlformats.org/officeDocument/2006/relationships/image" Target="../media/image347.png"/><Relationship Id="rId37" Type="http://schemas.openxmlformats.org/officeDocument/2006/relationships/image" Target="../media/image348.png"/><Relationship Id="rId38" Type="http://schemas.openxmlformats.org/officeDocument/2006/relationships/image" Target="../media/image349.png"/><Relationship Id="rId39" Type="http://schemas.openxmlformats.org/officeDocument/2006/relationships/image" Target="../media/image350.png"/><Relationship Id="rId40" Type="http://schemas.openxmlformats.org/officeDocument/2006/relationships/image" Target="../media/image351.png"/><Relationship Id="rId41" Type="http://schemas.openxmlformats.org/officeDocument/2006/relationships/image" Target="../media/image352.png"/><Relationship Id="rId42" Type="http://schemas.openxmlformats.org/officeDocument/2006/relationships/image" Target="../media/image353.png"/><Relationship Id="rId43" Type="http://schemas.openxmlformats.org/officeDocument/2006/relationships/image" Target="../media/image354.png"/><Relationship Id="rId44" Type="http://schemas.openxmlformats.org/officeDocument/2006/relationships/image" Target="../media/image355.png"/><Relationship Id="rId45" Type="http://schemas.openxmlformats.org/officeDocument/2006/relationships/image" Target="../media/image356.png"/><Relationship Id="rId46" Type="http://schemas.openxmlformats.org/officeDocument/2006/relationships/image" Target="../media/image357.png"/><Relationship Id="rId47" Type="http://schemas.openxmlformats.org/officeDocument/2006/relationships/image" Target="../media/image358.png"/><Relationship Id="rId48" Type="http://schemas.openxmlformats.org/officeDocument/2006/relationships/image" Target="../media/image359.png"/><Relationship Id="rId49" Type="http://schemas.openxmlformats.org/officeDocument/2006/relationships/image" Target="../media/image360.png"/><Relationship Id="rId50" Type="http://schemas.openxmlformats.org/officeDocument/2006/relationships/image" Target="../media/image361.png"/><Relationship Id="rId51" Type="http://schemas.openxmlformats.org/officeDocument/2006/relationships/image" Target="../media/image362.png"/><Relationship Id="rId52" Type="http://schemas.openxmlformats.org/officeDocument/2006/relationships/image" Target="../media/image363.png"/><Relationship Id="rId53" Type="http://schemas.openxmlformats.org/officeDocument/2006/relationships/image" Target="../media/image364.png"/><Relationship Id="rId54" Type="http://schemas.openxmlformats.org/officeDocument/2006/relationships/image" Target="../media/image365.png"/><Relationship Id="rId55" Type="http://schemas.openxmlformats.org/officeDocument/2006/relationships/image" Target="../media/image36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7.jpg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Relationship Id="rId10" Type="http://schemas.openxmlformats.org/officeDocument/2006/relationships/image" Target="../media/image375.png"/><Relationship Id="rId11" Type="http://schemas.openxmlformats.org/officeDocument/2006/relationships/image" Target="../media/image376.png"/><Relationship Id="rId12" Type="http://schemas.openxmlformats.org/officeDocument/2006/relationships/image" Target="../media/image377.png"/><Relationship Id="rId13" Type="http://schemas.openxmlformats.org/officeDocument/2006/relationships/image" Target="../media/image378.png"/><Relationship Id="rId14" Type="http://schemas.openxmlformats.org/officeDocument/2006/relationships/image" Target="../media/image379.png"/><Relationship Id="rId15" Type="http://schemas.openxmlformats.org/officeDocument/2006/relationships/image" Target="../media/image380.png"/><Relationship Id="rId16" Type="http://schemas.openxmlformats.org/officeDocument/2006/relationships/image" Target="../media/image381.png"/><Relationship Id="rId17" Type="http://schemas.openxmlformats.org/officeDocument/2006/relationships/image" Target="../media/image382.png"/><Relationship Id="rId18" Type="http://schemas.openxmlformats.org/officeDocument/2006/relationships/image" Target="../media/image383.png"/><Relationship Id="rId19" Type="http://schemas.openxmlformats.org/officeDocument/2006/relationships/image" Target="../media/image38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5.png"/><Relationship Id="rId3" Type="http://schemas.openxmlformats.org/officeDocument/2006/relationships/image" Target="../media/image386.png"/><Relationship Id="rId4" Type="http://schemas.openxmlformats.org/officeDocument/2006/relationships/image" Target="../media/image387.png"/><Relationship Id="rId5" Type="http://schemas.openxmlformats.org/officeDocument/2006/relationships/image" Target="../media/image388.png"/><Relationship Id="rId6" Type="http://schemas.openxmlformats.org/officeDocument/2006/relationships/image" Target="../media/image389.png"/><Relationship Id="rId7" Type="http://schemas.openxmlformats.org/officeDocument/2006/relationships/image" Target="../media/image390.png"/><Relationship Id="rId8" Type="http://schemas.openxmlformats.org/officeDocument/2006/relationships/image" Target="../media/image391.png"/><Relationship Id="rId9" Type="http://schemas.openxmlformats.org/officeDocument/2006/relationships/image" Target="../media/image392.png"/><Relationship Id="rId10" Type="http://schemas.openxmlformats.org/officeDocument/2006/relationships/image" Target="../media/image393.png"/><Relationship Id="rId11" Type="http://schemas.openxmlformats.org/officeDocument/2006/relationships/image" Target="../media/image394.png"/><Relationship Id="rId12" Type="http://schemas.openxmlformats.org/officeDocument/2006/relationships/image" Target="../media/image395.png"/><Relationship Id="rId13" Type="http://schemas.openxmlformats.org/officeDocument/2006/relationships/image" Target="../media/image396.png"/><Relationship Id="rId14" Type="http://schemas.openxmlformats.org/officeDocument/2006/relationships/image" Target="../media/image397.png"/><Relationship Id="rId15" Type="http://schemas.openxmlformats.org/officeDocument/2006/relationships/image" Target="../media/image398.png"/><Relationship Id="rId16" Type="http://schemas.openxmlformats.org/officeDocument/2006/relationships/image" Target="../media/image399.png"/><Relationship Id="rId17" Type="http://schemas.openxmlformats.org/officeDocument/2006/relationships/image" Target="../media/image400.png"/><Relationship Id="rId18" Type="http://schemas.openxmlformats.org/officeDocument/2006/relationships/image" Target="../media/image401.png"/><Relationship Id="rId19" Type="http://schemas.openxmlformats.org/officeDocument/2006/relationships/image" Target="../media/image402.png"/><Relationship Id="rId20" Type="http://schemas.openxmlformats.org/officeDocument/2006/relationships/image" Target="../media/image403.png"/><Relationship Id="rId21" Type="http://schemas.openxmlformats.org/officeDocument/2006/relationships/image" Target="../media/image404.png"/><Relationship Id="rId22" Type="http://schemas.openxmlformats.org/officeDocument/2006/relationships/image" Target="../media/image405.png"/><Relationship Id="rId23" Type="http://schemas.openxmlformats.org/officeDocument/2006/relationships/image" Target="../media/image406.jpg"/><Relationship Id="rId24" Type="http://schemas.openxmlformats.org/officeDocument/2006/relationships/image" Target="../media/image407.png"/><Relationship Id="rId25" Type="http://schemas.openxmlformats.org/officeDocument/2006/relationships/image" Target="../media/image408.png"/><Relationship Id="rId26" Type="http://schemas.openxmlformats.org/officeDocument/2006/relationships/image" Target="../media/image409.png"/><Relationship Id="rId27" Type="http://schemas.openxmlformats.org/officeDocument/2006/relationships/image" Target="../media/image410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1.jpg"/><Relationship Id="rId3" Type="http://schemas.openxmlformats.org/officeDocument/2006/relationships/image" Target="../media/image412.png"/><Relationship Id="rId4" Type="http://schemas.openxmlformats.org/officeDocument/2006/relationships/image" Target="../media/image413.png"/><Relationship Id="rId5" Type="http://schemas.openxmlformats.org/officeDocument/2006/relationships/image" Target="../media/image414.png"/><Relationship Id="rId6" Type="http://schemas.openxmlformats.org/officeDocument/2006/relationships/image" Target="../media/image415.png"/><Relationship Id="rId7" Type="http://schemas.openxmlformats.org/officeDocument/2006/relationships/image" Target="../media/image416.png"/><Relationship Id="rId8" Type="http://schemas.openxmlformats.org/officeDocument/2006/relationships/image" Target="../media/image417.png"/><Relationship Id="rId9" Type="http://schemas.openxmlformats.org/officeDocument/2006/relationships/image" Target="../media/image418.png"/><Relationship Id="rId10" Type="http://schemas.openxmlformats.org/officeDocument/2006/relationships/image" Target="../media/image419.png"/><Relationship Id="rId11" Type="http://schemas.openxmlformats.org/officeDocument/2006/relationships/image" Target="../media/image420.png"/><Relationship Id="rId12" Type="http://schemas.openxmlformats.org/officeDocument/2006/relationships/image" Target="../media/image421.png"/><Relationship Id="rId13" Type="http://schemas.openxmlformats.org/officeDocument/2006/relationships/image" Target="../media/image422.png"/><Relationship Id="rId14" Type="http://schemas.openxmlformats.org/officeDocument/2006/relationships/image" Target="../media/image423.png"/><Relationship Id="rId15" Type="http://schemas.openxmlformats.org/officeDocument/2006/relationships/image" Target="../media/image424.png"/><Relationship Id="rId16" Type="http://schemas.openxmlformats.org/officeDocument/2006/relationships/image" Target="../media/image425.png"/><Relationship Id="rId17" Type="http://schemas.openxmlformats.org/officeDocument/2006/relationships/image" Target="../media/image426.png"/><Relationship Id="rId18" Type="http://schemas.openxmlformats.org/officeDocument/2006/relationships/image" Target="../media/image427.png"/><Relationship Id="rId19" Type="http://schemas.openxmlformats.org/officeDocument/2006/relationships/image" Target="../media/image428.png"/><Relationship Id="rId20" Type="http://schemas.openxmlformats.org/officeDocument/2006/relationships/image" Target="../media/image429.png"/><Relationship Id="rId21" Type="http://schemas.openxmlformats.org/officeDocument/2006/relationships/image" Target="../media/image430.png"/><Relationship Id="rId22" Type="http://schemas.openxmlformats.org/officeDocument/2006/relationships/image" Target="../media/image431.png"/><Relationship Id="rId23" Type="http://schemas.openxmlformats.org/officeDocument/2006/relationships/image" Target="../media/image432.png"/><Relationship Id="rId24" Type="http://schemas.openxmlformats.org/officeDocument/2006/relationships/image" Target="../media/image433.png"/><Relationship Id="rId25" Type="http://schemas.openxmlformats.org/officeDocument/2006/relationships/image" Target="../media/image434.png"/><Relationship Id="rId26" Type="http://schemas.openxmlformats.org/officeDocument/2006/relationships/image" Target="../media/image435.png"/><Relationship Id="rId27" Type="http://schemas.openxmlformats.org/officeDocument/2006/relationships/image" Target="../media/image436.png"/><Relationship Id="rId28" Type="http://schemas.openxmlformats.org/officeDocument/2006/relationships/image" Target="../media/image437.png"/><Relationship Id="rId29" Type="http://schemas.openxmlformats.org/officeDocument/2006/relationships/image" Target="../media/image438.png"/><Relationship Id="rId30" Type="http://schemas.openxmlformats.org/officeDocument/2006/relationships/image" Target="../media/image439.png"/><Relationship Id="rId31" Type="http://schemas.openxmlformats.org/officeDocument/2006/relationships/image" Target="../media/image440.png"/><Relationship Id="rId32" Type="http://schemas.openxmlformats.org/officeDocument/2006/relationships/image" Target="../media/image44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2.png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Relationship Id="rId12" Type="http://schemas.openxmlformats.org/officeDocument/2006/relationships/image" Target="../media/image452.png"/><Relationship Id="rId13" Type="http://schemas.openxmlformats.org/officeDocument/2006/relationships/image" Target="../media/image453.png"/><Relationship Id="rId14" Type="http://schemas.openxmlformats.org/officeDocument/2006/relationships/image" Target="../media/image454.png"/><Relationship Id="rId15" Type="http://schemas.openxmlformats.org/officeDocument/2006/relationships/image" Target="../media/image455.png"/><Relationship Id="rId16" Type="http://schemas.openxmlformats.org/officeDocument/2006/relationships/image" Target="../media/image456.png"/><Relationship Id="rId17" Type="http://schemas.openxmlformats.org/officeDocument/2006/relationships/image" Target="../media/image457.png"/><Relationship Id="rId18" Type="http://schemas.openxmlformats.org/officeDocument/2006/relationships/image" Target="../media/image458.png"/><Relationship Id="rId19" Type="http://schemas.openxmlformats.org/officeDocument/2006/relationships/image" Target="../media/image459.png"/><Relationship Id="rId20" Type="http://schemas.openxmlformats.org/officeDocument/2006/relationships/image" Target="../media/image460.png"/><Relationship Id="rId21" Type="http://schemas.openxmlformats.org/officeDocument/2006/relationships/image" Target="../media/image461.png"/><Relationship Id="rId22" Type="http://schemas.openxmlformats.org/officeDocument/2006/relationships/image" Target="../media/image462.png"/><Relationship Id="rId23" Type="http://schemas.openxmlformats.org/officeDocument/2006/relationships/image" Target="../media/image463.png"/><Relationship Id="rId24" Type="http://schemas.openxmlformats.org/officeDocument/2006/relationships/image" Target="../media/image464.png"/><Relationship Id="rId25" Type="http://schemas.openxmlformats.org/officeDocument/2006/relationships/image" Target="../media/image465.png"/><Relationship Id="rId26" Type="http://schemas.openxmlformats.org/officeDocument/2006/relationships/image" Target="../media/image466.png"/><Relationship Id="rId27" Type="http://schemas.openxmlformats.org/officeDocument/2006/relationships/image" Target="../media/image467.png"/><Relationship Id="rId28" Type="http://schemas.openxmlformats.org/officeDocument/2006/relationships/image" Target="../media/image468.png"/><Relationship Id="rId29" Type="http://schemas.openxmlformats.org/officeDocument/2006/relationships/image" Target="../media/image469.png"/><Relationship Id="rId30" Type="http://schemas.openxmlformats.org/officeDocument/2006/relationships/image" Target="../media/image470.png"/><Relationship Id="rId31" Type="http://schemas.openxmlformats.org/officeDocument/2006/relationships/image" Target="../media/image471.png"/><Relationship Id="rId32" Type="http://schemas.openxmlformats.org/officeDocument/2006/relationships/image" Target="../media/image472.png"/><Relationship Id="rId33" Type="http://schemas.openxmlformats.org/officeDocument/2006/relationships/image" Target="../media/image473.png"/><Relationship Id="rId34" Type="http://schemas.openxmlformats.org/officeDocument/2006/relationships/image" Target="../media/image474.png"/><Relationship Id="rId35" Type="http://schemas.openxmlformats.org/officeDocument/2006/relationships/image" Target="../media/image475.png"/><Relationship Id="rId36" Type="http://schemas.openxmlformats.org/officeDocument/2006/relationships/image" Target="../media/image476.png"/><Relationship Id="rId37" Type="http://schemas.openxmlformats.org/officeDocument/2006/relationships/image" Target="../media/image477.png"/><Relationship Id="rId38" Type="http://schemas.openxmlformats.org/officeDocument/2006/relationships/image" Target="../media/image478.png"/><Relationship Id="rId39" Type="http://schemas.openxmlformats.org/officeDocument/2006/relationships/image" Target="../media/image479.png"/><Relationship Id="rId40" Type="http://schemas.openxmlformats.org/officeDocument/2006/relationships/image" Target="../media/image480.png"/><Relationship Id="rId41" Type="http://schemas.openxmlformats.org/officeDocument/2006/relationships/image" Target="../media/image481.png"/><Relationship Id="rId42" Type="http://schemas.openxmlformats.org/officeDocument/2006/relationships/image" Target="../media/image482.png"/><Relationship Id="rId43" Type="http://schemas.openxmlformats.org/officeDocument/2006/relationships/image" Target="../media/image483.png"/><Relationship Id="rId44" Type="http://schemas.openxmlformats.org/officeDocument/2006/relationships/image" Target="../media/image484.png"/><Relationship Id="rId45" Type="http://schemas.openxmlformats.org/officeDocument/2006/relationships/image" Target="../media/image485.png"/><Relationship Id="rId46" Type="http://schemas.openxmlformats.org/officeDocument/2006/relationships/image" Target="../media/image486.png"/><Relationship Id="rId47" Type="http://schemas.openxmlformats.org/officeDocument/2006/relationships/image" Target="../media/image487.png"/><Relationship Id="rId48" Type="http://schemas.openxmlformats.org/officeDocument/2006/relationships/image" Target="../media/image488.png"/><Relationship Id="rId49" Type="http://schemas.openxmlformats.org/officeDocument/2006/relationships/image" Target="../media/image489.png"/><Relationship Id="rId50" Type="http://schemas.openxmlformats.org/officeDocument/2006/relationships/image" Target="../media/image490.jpg"/><Relationship Id="rId51" Type="http://schemas.openxmlformats.org/officeDocument/2006/relationships/image" Target="../media/image491.jpg"/><Relationship Id="rId52" Type="http://schemas.openxmlformats.org/officeDocument/2006/relationships/image" Target="../media/image492.png"/><Relationship Id="rId53" Type="http://schemas.openxmlformats.org/officeDocument/2006/relationships/image" Target="../media/image493.png"/><Relationship Id="rId54" Type="http://schemas.openxmlformats.org/officeDocument/2006/relationships/image" Target="../media/image49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5.jpg"/><Relationship Id="rId3" Type="http://schemas.openxmlformats.org/officeDocument/2006/relationships/image" Target="../media/image496.png"/><Relationship Id="rId4" Type="http://schemas.openxmlformats.org/officeDocument/2006/relationships/image" Target="../media/image497.png"/><Relationship Id="rId5" Type="http://schemas.openxmlformats.org/officeDocument/2006/relationships/image" Target="../media/image498.png"/><Relationship Id="rId6" Type="http://schemas.openxmlformats.org/officeDocument/2006/relationships/image" Target="../media/image499.png"/><Relationship Id="rId7" Type="http://schemas.openxmlformats.org/officeDocument/2006/relationships/image" Target="../media/image500.png"/><Relationship Id="rId8" Type="http://schemas.openxmlformats.org/officeDocument/2006/relationships/image" Target="../media/image501.png"/><Relationship Id="rId9" Type="http://schemas.openxmlformats.org/officeDocument/2006/relationships/image" Target="../media/image502.png"/><Relationship Id="rId10" Type="http://schemas.openxmlformats.org/officeDocument/2006/relationships/image" Target="../media/image503.png"/><Relationship Id="rId11" Type="http://schemas.openxmlformats.org/officeDocument/2006/relationships/image" Target="../media/image504.png"/><Relationship Id="rId12" Type="http://schemas.openxmlformats.org/officeDocument/2006/relationships/image" Target="../media/image505.png"/><Relationship Id="rId13" Type="http://schemas.openxmlformats.org/officeDocument/2006/relationships/image" Target="../media/image506.png"/><Relationship Id="rId14" Type="http://schemas.openxmlformats.org/officeDocument/2006/relationships/image" Target="../media/image507.png"/><Relationship Id="rId15" Type="http://schemas.openxmlformats.org/officeDocument/2006/relationships/image" Target="../media/image508.png"/><Relationship Id="rId16" Type="http://schemas.openxmlformats.org/officeDocument/2006/relationships/image" Target="../media/image509.png"/><Relationship Id="rId17" Type="http://schemas.openxmlformats.org/officeDocument/2006/relationships/image" Target="../media/image510.png"/><Relationship Id="rId18" Type="http://schemas.openxmlformats.org/officeDocument/2006/relationships/image" Target="../media/image511.png"/><Relationship Id="rId19" Type="http://schemas.openxmlformats.org/officeDocument/2006/relationships/image" Target="../media/image512.png"/><Relationship Id="rId20" Type="http://schemas.openxmlformats.org/officeDocument/2006/relationships/image" Target="../media/image513.png"/><Relationship Id="rId21" Type="http://schemas.openxmlformats.org/officeDocument/2006/relationships/image" Target="../media/image514.png"/><Relationship Id="rId22" Type="http://schemas.openxmlformats.org/officeDocument/2006/relationships/image" Target="../media/image515.png"/><Relationship Id="rId23" Type="http://schemas.openxmlformats.org/officeDocument/2006/relationships/image" Target="../media/image516.png"/><Relationship Id="rId24" Type="http://schemas.openxmlformats.org/officeDocument/2006/relationships/image" Target="../media/image517.png"/><Relationship Id="rId25" Type="http://schemas.openxmlformats.org/officeDocument/2006/relationships/image" Target="../media/image518.png"/><Relationship Id="rId26" Type="http://schemas.openxmlformats.org/officeDocument/2006/relationships/image" Target="../media/image519.png"/><Relationship Id="rId27" Type="http://schemas.openxmlformats.org/officeDocument/2006/relationships/image" Target="../media/image520.png"/><Relationship Id="rId28" Type="http://schemas.openxmlformats.org/officeDocument/2006/relationships/image" Target="../media/image521.png"/><Relationship Id="rId29" Type="http://schemas.openxmlformats.org/officeDocument/2006/relationships/image" Target="../media/image522.png"/><Relationship Id="rId30" Type="http://schemas.openxmlformats.org/officeDocument/2006/relationships/image" Target="../media/image523.png"/><Relationship Id="rId31" Type="http://schemas.openxmlformats.org/officeDocument/2006/relationships/image" Target="../media/image524.png"/><Relationship Id="rId32" Type="http://schemas.openxmlformats.org/officeDocument/2006/relationships/image" Target="../media/image525.png"/><Relationship Id="rId33" Type="http://schemas.openxmlformats.org/officeDocument/2006/relationships/image" Target="../media/image526.png"/><Relationship Id="rId34" Type="http://schemas.openxmlformats.org/officeDocument/2006/relationships/image" Target="../media/image527.png"/><Relationship Id="rId35" Type="http://schemas.openxmlformats.org/officeDocument/2006/relationships/image" Target="../media/image528.png"/><Relationship Id="rId36" Type="http://schemas.openxmlformats.org/officeDocument/2006/relationships/image" Target="../media/image529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0.jpg"/><Relationship Id="rId3" Type="http://schemas.openxmlformats.org/officeDocument/2006/relationships/image" Target="../media/image531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2.jpg"/><Relationship Id="rId3" Type="http://schemas.openxmlformats.org/officeDocument/2006/relationships/image" Target="../media/image533.png"/><Relationship Id="rId4" Type="http://schemas.openxmlformats.org/officeDocument/2006/relationships/image" Target="../media/image534.png"/><Relationship Id="rId5" Type="http://schemas.openxmlformats.org/officeDocument/2006/relationships/image" Target="../media/image535.png"/><Relationship Id="rId6" Type="http://schemas.openxmlformats.org/officeDocument/2006/relationships/image" Target="../media/image536.png"/><Relationship Id="rId7" Type="http://schemas.openxmlformats.org/officeDocument/2006/relationships/image" Target="../media/image537.png"/><Relationship Id="rId8" Type="http://schemas.openxmlformats.org/officeDocument/2006/relationships/image" Target="../media/image538.png"/><Relationship Id="rId9" Type="http://schemas.openxmlformats.org/officeDocument/2006/relationships/image" Target="../media/image539.png"/><Relationship Id="rId10" Type="http://schemas.openxmlformats.org/officeDocument/2006/relationships/image" Target="../media/image540.png"/><Relationship Id="rId11" Type="http://schemas.openxmlformats.org/officeDocument/2006/relationships/image" Target="../media/image541.png"/><Relationship Id="rId12" Type="http://schemas.openxmlformats.org/officeDocument/2006/relationships/image" Target="../media/image542.png"/><Relationship Id="rId13" Type="http://schemas.openxmlformats.org/officeDocument/2006/relationships/image" Target="../media/image543.png"/><Relationship Id="rId14" Type="http://schemas.openxmlformats.org/officeDocument/2006/relationships/image" Target="../media/image544.png"/><Relationship Id="rId15" Type="http://schemas.openxmlformats.org/officeDocument/2006/relationships/image" Target="../media/image545.png"/><Relationship Id="rId16" Type="http://schemas.openxmlformats.org/officeDocument/2006/relationships/image" Target="../media/image546.png"/><Relationship Id="rId17" Type="http://schemas.openxmlformats.org/officeDocument/2006/relationships/image" Target="../media/image547.png"/><Relationship Id="rId18" Type="http://schemas.openxmlformats.org/officeDocument/2006/relationships/image" Target="../media/image548.png"/><Relationship Id="rId19" Type="http://schemas.openxmlformats.org/officeDocument/2006/relationships/image" Target="../media/image549.png"/><Relationship Id="rId20" Type="http://schemas.openxmlformats.org/officeDocument/2006/relationships/image" Target="../media/image550.png"/><Relationship Id="rId21" Type="http://schemas.openxmlformats.org/officeDocument/2006/relationships/image" Target="../media/image551.png"/><Relationship Id="rId22" Type="http://schemas.openxmlformats.org/officeDocument/2006/relationships/image" Target="../media/image552.png"/><Relationship Id="rId23" Type="http://schemas.openxmlformats.org/officeDocument/2006/relationships/image" Target="../media/image553.png"/><Relationship Id="rId24" Type="http://schemas.openxmlformats.org/officeDocument/2006/relationships/image" Target="../media/image554.png"/><Relationship Id="rId25" Type="http://schemas.openxmlformats.org/officeDocument/2006/relationships/image" Target="../media/image555.png"/><Relationship Id="rId26" Type="http://schemas.openxmlformats.org/officeDocument/2006/relationships/image" Target="../media/image556.png"/><Relationship Id="rId27" Type="http://schemas.openxmlformats.org/officeDocument/2006/relationships/image" Target="../media/image557.png"/><Relationship Id="rId28" Type="http://schemas.openxmlformats.org/officeDocument/2006/relationships/image" Target="../media/image558.png"/><Relationship Id="rId29" Type="http://schemas.openxmlformats.org/officeDocument/2006/relationships/image" Target="../media/image559.png"/><Relationship Id="rId30" Type="http://schemas.openxmlformats.org/officeDocument/2006/relationships/image" Target="../media/image560.png"/><Relationship Id="rId31" Type="http://schemas.openxmlformats.org/officeDocument/2006/relationships/image" Target="../media/image561.png"/><Relationship Id="rId32" Type="http://schemas.openxmlformats.org/officeDocument/2006/relationships/image" Target="../media/image562.png"/><Relationship Id="rId33" Type="http://schemas.openxmlformats.org/officeDocument/2006/relationships/image" Target="../media/image563.png"/><Relationship Id="rId34" Type="http://schemas.openxmlformats.org/officeDocument/2006/relationships/image" Target="../media/image564.png"/><Relationship Id="rId35" Type="http://schemas.openxmlformats.org/officeDocument/2006/relationships/image" Target="../media/image565.png"/><Relationship Id="rId36" Type="http://schemas.openxmlformats.org/officeDocument/2006/relationships/image" Target="../media/image566.png"/><Relationship Id="rId37" Type="http://schemas.openxmlformats.org/officeDocument/2006/relationships/image" Target="../media/image567.png"/><Relationship Id="rId38" Type="http://schemas.openxmlformats.org/officeDocument/2006/relationships/image" Target="../media/image568.png"/><Relationship Id="rId39" Type="http://schemas.openxmlformats.org/officeDocument/2006/relationships/image" Target="../media/image569.png"/><Relationship Id="rId40" Type="http://schemas.openxmlformats.org/officeDocument/2006/relationships/image" Target="../media/image570.png"/><Relationship Id="rId41" Type="http://schemas.openxmlformats.org/officeDocument/2006/relationships/image" Target="../media/image571.png"/><Relationship Id="rId42" Type="http://schemas.openxmlformats.org/officeDocument/2006/relationships/image" Target="../media/image572.png"/><Relationship Id="rId43" Type="http://schemas.openxmlformats.org/officeDocument/2006/relationships/image" Target="../media/image573.png"/><Relationship Id="rId44" Type="http://schemas.openxmlformats.org/officeDocument/2006/relationships/image" Target="../media/image574.png"/><Relationship Id="rId45" Type="http://schemas.openxmlformats.org/officeDocument/2006/relationships/image" Target="../media/image575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6.jpg"/><Relationship Id="rId3" Type="http://schemas.openxmlformats.org/officeDocument/2006/relationships/image" Target="../media/image577.png"/><Relationship Id="rId4" Type="http://schemas.openxmlformats.org/officeDocument/2006/relationships/image" Target="../media/image578.jpg"/><Relationship Id="rId5" Type="http://schemas.openxmlformats.org/officeDocument/2006/relationships/image" Target="../media/image579.png"/><Relationship Id="rId6" Type="http://schemas.openxmlformats.org/officeDocument/2006/relationships/image" Target="../media/image580.png"/><Relationship Id="rId7" Type="http://schemas.openxmlformats.org/officeDocument/2006/relationships/image" Target="../media/image581.png"/><Relationship Id="rId8" Type="http://schemas.openxmlformats.org/officeDocument/2006/relationships/image" Target="../media/image582.png"/><Relationship Id="rId9" Type="http://schemas.openxmlformats.org/officeDocument/2006/relationships/image" Target="../media/image583.png"/><Relationship Id="rId10" Type="http://schemas.openxmlformats.org/officeDocument/2006/relationships/image" Target="../media/image584.png"/><Relationship Id="rId11" Type="http://schemas.openxmlformats.org/officeDocument/2006/relationships/image" Target="../media/image585.png"/><Relationship Id="rId12" Type="http://schemas.openxmlformats.org/officeDocument/2006/relationships/image" Target="../media/image586.png"/><Relationship Id="rId13" Type="http://schemas.openxmlformats.org/officeDocument/2006/relationships/image" Target="../media/image587.png"/><Relationship Id="rId14" Type="http://schemas.openxmlformats.org/officeDocument/2006/relationships/image" Target="../media/image588.png"/><Relationship Id="rId15" Type="http://schemas.openxmlformats.org/officeDocument/2006/relationships/image" Target="../media/image589.png"/><Relationship Id="rId16" Type="http://schemas.openxmlformats.org/officeDocument/2006/relationships/image" Target="../media/image590.png"/><Relationship Id="rId17" Type="http://schemas.openxmlformats.org/officeDocument/2006/relationships/image" Target="../media/image591.png"/><Relationship Id="rId18" Type="http://schemas.openxmlformats.org/officeDocument/2006/relationships/image" Target="../media/image592.png"/><Relationship Id="rId19" Type="http://schemas.openxmlformats.org/officeDocument/2006/relationships/image" Target="../media/image593.png"/><Relationship Id="rId20" Type="http://schemas.openxmlformats.org/officeDocument/2006/relationships/image" Target="../media/image594.png"/><Relationship Id="rId21" Type="http://schemas.openxmlformats.org/officeDocument/2006/relationships/image" Target="../media/image595.png"/><Relationship Id="rId22" Type="http://schemas.openxmlformats.org/officeDocument/2006/relationships/image" Target="../media/image596.png"/><Relationship Id="rId23" Type="http://schemas.openxmlformats.org/officeDocument/2006/relationships/image" Target="../media/image597.png"/><Relationship Id="rId24" Type="http://schemas.openxmlformats.org/officeDocument/2006/relationships/image" Target="../media/image598.png"/><Relationship Id="rId25" Type="http://schemas.openxmlformats.org/officeDocument/2006/relationships/image" Target="../media/image599.png"/><Relationship Id="rId26" Type="http://schemas.openxmlformats.org/officeDocument/2006/relationships/image" Target="../media/image600.png"/><Relationship Id="rId27" Type="http://schemas.openxmlformats.org/officeDocument/2006/relationships/image" Target="../media/image601.png"/><Relationship Id="rId28" Type="http://schemas.openxmlformats.org/officeDocument/2006/relationships/image" Target="../media/image602.jpg"/><Relationship Id="rId29" Type="http://schemas.openxmlformats.org/officeDocument/2006/relationships/image" Target="../media/image603.png"/><Relationship Id="rId30" Type="http://schemas.openxmlformats.org/officeDocument/2006/relationships/image" Target="../media/image604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5.jpg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Relationship Id="rId16" Type="http://schemas.openxmlformats.org/officeDocument/2006/relationships/image" Target="../media/image619.png"/><Relationship Id="rId17" Type="http://schemas.openxmlformats.org/officeDocument/2006/relationships/image" Target="../media/image620.png"/><Relationship Id="rId18" Type="http://schemas.openxmlformats.org/officeDocument/2006/relationships/image" Target="../media/image621.png"/><Relationship Id="rId19" Type="http://schemas.openxmlformats.org/officeDocument/2006/relationships/image" Target="../media/image622.png"/><Relationship Id="rId20" Type="http://schemas.openxmlformats.org/officeDocument/2006/relationships/image" Target="../media/image623.png"/><Relationship Id="rId21" Type="http://schemas.openxmlformats.org/officeDocument/2006/relationships/image" Target="../media/image624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5.jpg"/><Relationship Id="rId3" Type="http://schemas.openxmlformats.org/officeDocument/2006/relationships/image" Target="../media/image626.png"/><Relationship Id="rId4" Type="http://schemas.openxmlformats.org/officeDocument/2006/relationships/image" Target="../media/image627.png"/><Relationship Id="rId5" Type="http://schemas.openxmlformats.org/officeDocument/2006/relationships/image" Target="../media/image628.png"/><Relationship Id="rId6" Type="http://schemas.openxmlformats.org/officeDocument/2006/relationships/image" Target="../media/image629.png"/><Relationship Id="rId7" Type="http://schemas.openxmlformats.org/officeDocument/2006/relationships/image" Target="../media/image630.png"/><Relationship Id="rId8" Type="http://schemas.openxmlformats.org/officeDocument/2006/relationships/image" Target="../media/image631.png"/><Relationship Id="rId9" Type="http://schemas.openxmlformats.org/officeDocument/2006/relationships/image" Target="../media/image632.png"/><Relationship Id="rId10" Type="http://schemas.openxmlformats.org/officeDocument/2006/relationships/image" Target="../media/image633.png"/><Relationship Id="rId11" Type="http://schemas.openxmlformats.org/officeDocument/2006/relationships/image" Target="../media/image634.png"/><Relationship Id="rId12" Type="http://schemas.openxmlformats.org/officeDocument/2006/relationships/image" Target="../media/image635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6.jpg"/><Relationship Id="rId3" Type="http://schemas.openxmlformats.org/officeDocument/2006/relationships/image" Target="../media/image637.png"/><Relationship Id="rId4" Type="http://schemas.openxmlformats.org/officeDocument/2006/relationships/image" Target="../media/image638.png"/><Relationship Id="rId5" Type="http://schemas.openxmlformats.org/officeDocument/2006/relationships/image" Target="../media/image639.png"/><Relationship Id="rId6" Type="http://schemas.openxmlformats.org/officeDocument/2006/relationships/image" Target="../media/image640.png"/><Relationship Id="rId7" Type="http://schemas.openxmlformats.org/officeDocument/2006/relationships/image" Target="../media/image641.png"/><Relationship Id="rId8" Type="http://schemas.openxmlformats.org/officeDocument/2006/relationships/image" Target="../media/image642.png"/><Relationship Id="rId9" Type="http://schemas.openxmlformats.org/officeDocument/2006/relationships/image" Target="../media/image643.png"/><Relationship Id="rId10" Type="http://schemas.openxmlformats.org/officeDocument/2006/relationships/image" Target="../media/image644.png"/><Relationship Id="rId11" Type="http://schemas.openxmlformats.org/officeDocument/2006/relationships/image" Target="../media/image645.png"/><Relationship Id="rId12" Type="http://schemas.openxmlformats.org/officeDocument/2006/relationships/image" Target="../media/image646.png"/><Relationship Id="rId13" Type="http://schemas.openxmlformats.org/officeDocument/2006/relationships/image" Target="../media/image647.png"/><Relationship Id="rId14" Type="http://schemas.openxmlformats.org/officeDocument/2006/relationships/image" Target="../media/image648.png"/><Relationship Id="rId15" Type="http://schemas.openxmlformats.org/officeDocument/2006/relationships/image" Target="../media/image649.png"/><Relationship Id="rId16" Type="http://schemas.openxmlformats.org/officeDocument/2006/relationships/image" Target="../media/image650.png"/><Relationship Id="rId17" Type="http://schemas.openxmlformats.org/officeDocument/2006/relationships/image" Target="../media/image651.png"/><Relationship Id="rId18" Type="http://schemas.openxmlformats.org/officeDocument/2006/relationships/image" Target="../media/image652.png"/><Relationship Id="rId19" Type="http://schemas.openxmlformats.org/officeDocument/2006/relationships/image" Target="../media/image653.png"/><Relationship Id="rId20" Type="http://schemas.openxmlformats.org/officeDocument/2006/relationships/image" Target="../media/image654.png"/><Relationship Id="rId21" Type="http://schemas.openxmlformats.org/officeDocument/2006/relationships/image" Target="../media/image655.png"/><Relationship Id="rId22" Type="http://schemas.openxmlformats.org/officeDocument/2006/relationships/image" Target="../media/image656.png"/><Relationship Id="rId23" Type="http://schemas.openxmlformats.org/officeDocument/2006/relationships/image" Target="../media/image657.png"/><Relationship Id="rId24" Type="http://schemas.openxmlformats.org/officeDocument/2006/relationships/image" Target="../media/image658.png"/><Relationship Id="rId25" Type="http://schemas.openxmlformats.org/officeDocument/2006/relationships/image" Target="../media/image659.png"/><Relationship Id="rId26" Type="http://schemas.openxmlformats.org/officeDocument/2006/relationships/image" Target="../media/image660.png"/><Relationship Id="rId27" Type="http://schemas.openxmlformats.org/officeDocument/2006/relationships/image" Target="../media/image661.png"/><Relationship Id="rId28" Type="http://schemas.openxmlformats.org/officeDocument/2006/relationships/image" Target="../media/image662.png"/><Relationship Id="rId29" Type="http://schemas.openxmlformats.org/officeDocument/2006/relationships/image" Target="../media/image663.png"/><Relationship Id="rId30" Type="http://schemas.openxmlformats.org/officeDocument/2006/relationships/image" Target="../media/image664.png"/><Relationship Id="rId31" Type="http://schemas.openxmlformats.org/officeDocument/2006/relationships/image" Target="../media/image665.png"/><Relationship Id="rId32" Type="http://schemas.openxmlformats.org/officeDocument/2006/relationships/image" Target="../media/image666.png"/><Relationship Id="rId33" Type="http://schemas.openxmlformats.org/officeDocument/2006/relationships/image" Target="../media/image667.png"/><Relationship Id="rId34" Type="http://schemas.openxmlformats.org/officeDocument/2006/relationships/image" Target="../media/image668.png"/><Relationship Id="rId35" Type="http://schemas.openxmlformats.org/officeDocument/2006/relationships/image" Target="../media/image669.png"/><Relationship Id="rId36" Type="http://schemas.openxmlformats.org/officeDocument/2006/relationships/image" Target="../media/image670.png"/><Relationship Id="rId37" Type="http://schemas.openxmlformats.org/officeDocument/2006/relationships/image" Target="../media/image671.png"/><Relationship Id="rId38" Type="http://schemas.openxmlformats.org/officeDocument/2006/relationships/image" Target="../media/image672.png"/><Relationship Id="rId39" Type="http://schemas.openxmlformats.org/officeDocument/2006/relationships/image" Target="../media/image673.png"/><Relationship Id="rId40" Type="http://schemas.openxmlformats.org/officeDocument/2006/relationships/image" Target="../media/image674.png"/><Relationship Id="rId41" Type="http://schemas.openxmlformats.org/officeDocument/2006/relationships/image" Target="../media/image675.png"/><Relationship Id="rId42" Type="http://schemas.openxmlformats.org/officeDocument/2006/relationships/image" Target="../media/image676.png"/><Relationship Id="rId43" Type="http://schemas.openxmlformats.org/officeDocument/2006/relationships/image" Target="../media/image677.png"/><Relationship Id="rId44" Type="http://schemas.openxmlformats.org/officeDocument/2006/relationships/image" Target="../media/image678.png"/><Relationship Id="rId45" Type="http://schemas.openxmlformats.org/officeDocument/2006/relationships/image" Target="../media/image679.png"/><Relationship Id="rId46" Type="http://schemas.openxmlformats.org/officeDocument/2006/relationships/image" Target="../media/image680.png"/><Relationship Id="rId47" Type="http://schemas.openxmlformats.org/officeDocument/2006/relationships/image" Target="../media/image681.png"/><Relationship Id="rId48" Type="http://schemas.openxmlformats.org/officeDocument/2006/relationships/image" Target="../media/image682.png"/><Relationship Id="rId49" Type="http://schemas.openxmlformats.org/officeDocument/2006/relationships/image" Target="../media/image683.png"/><Relationship Id="rId50" Type="http://schemas.openxmlformats.org/officeDocument/2006/relationships/image" Target="../media/image684.png"/><Relationship Id="rId51" Type="http://schemas.openxmlformats.org/officeDocument/2006/relationships/image" Target="../media/image685.png"/><Relationship Id="rId52" Type="http://schemas.openxmlformats.org/officeDocument/2006/relationships/image" Target="../media/image686.png"/><Relationship Id="rId53" Type="http://schemas.openxmlformats.org/officeDocument/2006/relationships/image" Target="../media/image687.png"/><Relationship Id="rId54" Type="http://schemas.openxmlformats.org/officeDocument/2006/relationships/image" Target="../media/image688.png"/><Relationship Id="rId55" Type="http://schemas.openxmlformats.org/officeDocument/2006/relationships/image" Target="../media/image689.png"/><Relationship Id="rId56" Type="http://schemas.openxmlformats.org/officeDocument/2006/relationships/image" Target="../media/image690.png"/><Relationship Id="rId57" Type="http://schemas.openxmlformats.org/officeDocument/2006/relationships/image" Target="../media/image691.png"/><Relationship Id="rId58" Type="http://schemas.openxmlformats.org/officeDocument/2006/relationships/image" Target="../media/image692.png"/><Relationship Id="rId59" Type="http://schemas.openxmlformats.org/officeDocument/2006/relationships/image" Target="../media/image693.png"/><Relationship Id="rId60" Type="http://schemas.openxmlformats.org/officeDocument/2006/relationships/image" Target="../media/image694.png"/><Relationship Id="rId61" Type="http://schemas.openxmlformats.org/officeDocument/2006/relationships/image" Target="../media/image695.png"/><Relationship Id="rId62" Type="http://schemas.openxmlformats.org/officeDocument/2006/relationships/image" Target="../media/image696.png"/><Relationship Id="rId63" Type="http://schemas.openxmlformats.org/officeDocument/2006/relationships/image" Target="../media/image697.png"/><Relationship Id="rId64" Type="http://schemas.openxmlformats.org/officeDocument/2006/relationships/image" Target="../media/image698.png"/><Relationship Id="rId65" Type="http://schemas.openxmlformats.org/officeDocument/2006/relationships/image" Target="../media/image699.png"/><Relationship Id="rId66" Type="http://schemas.openxmlformats.org/officeDocument/2006/relationships/image" Target="../media/image700.png"/><Relationship Id="rId67" Type="http://schemas.openxmlformats.org/officeDocument/2006/relationships/image" Target="../media/image701.png"/><Relationship Id="rId68" Type="http://schemas.openxmlformats.org/officeDocument/2006/relationships/image" Target="../media/image702.png"/><Relationship Id="rId69" Type="http://schemas.openxmlformats.org/officeDocument/2006/relationships/image" Target="../media/image703.png"/><Relationship Id="rId70" Type="http://schemas.openxmlformats.org/officeDocument/2006/relationships/image" Target="../media/image704.png"/><Relationship Id="rId71" Type="http://schemas.openxmlformats.org/officeDocument/2006/relationships/image" Target="../media/image705.png"/><Relationship Id="rId72" Type="http://schemas.openxmlformats.org/officeDocument/2006/relationships/image" Target="../media/image706.png"/><Relationship Id="rId73" Type="http://schemas.openxmlformats.org/officeDocument/2006/relationships/image" Target="../media/image707.png"/><Relationship Id="rId74" Type="http://schemas.openxmlformats.org/officeDocument/2006/relationships/image" Target="../media/image708.png"/><Relationship Id="rId75" Type="http://schemas.openxmlformats.org/officeDocument/2006/relationships/image" Target="../media/image709.png"/><Relationship Id="rId76" Type="http://schemas.openxmlformats.org/officeDocument/2006/relationships/image" Target="../media/image710.png"/><Relationship Id="rId77" Type="http://schemas.openxmlformats.org/officeDocument/2006/relationships/image" Target="../media/image711.png"/><Relationship Id="rId78" Type="http://schemas.openxmlformats.org/officeDocument/2006/relationships/image" Target="../media/image712.png"/><Relationship Id="rId79" Type="http://schemas.openxmlformats.org/officeDocument/2006/relationships/image" Target="../media/image713.png"/><Relationship Id="rId80" Type="http://schemas.openxmlformats.org/officeDocument/2006/relationships/image" Target="../media/image714.png"/><Relationship Id="rId81" Type="http://schemas.openxmlformats.org/officeDocument/2006/relationships/image" Target="../media/image715.png"/><Relationship Id="rId82" Type="http://schemas.openxmlformats.org/officeDocument/2006/relationships/image" Target="../media/image716.png"/><Relationship Id="rId83" Type="http://schemas.openxmlformats.org/officeDocument/2006/relationships/image" Target="../media/image717.png"/><Relationship Id="rId84" Type="http://schemas.openxmlformats.org/officeDocument/2006/relationships/image" Target="../media/image718.png"/><Relationship Id="rId85" Type="http://schemas.openxmlformats.org/officeDocument/2006/relationships/image" Target="../media/image719.png"/><Relationship Id="rId86" Type="http://schemas.openxmlformats.org/officeDocument/2006/relationships/image" Target="../media/image720.png"/><Relationship Id="rId87" Type="http://schemas.openxmlformats.org/officeDocument/2006/relationships/image" Target="../media/image721.png"/><Relationship Id="rId88" Type="http://schemas.openxmlformats.org/officeDocument/2006/relationships/image" Target="../media/image722.png"/><Relationship Id="rId89" Type="http://schemas.openxmlformats.org/officeDocument/2006/relationships/image" Target="../media/image723.png"/><Relationship Id="rId90" Type="http://schemas.openxmlformats.org/officeDocument/2006/relationships/image" Target="../media/image724.png"/><Relationship Id="rId91" Type="http://schemas.openxmlformats.org/officeDocument/2006/relationships/image" Target="../media/image725.png"/><Relationship Id="rId92" Type="http://schemas.openxmlformats.org/officeDocument/2006/relationships/image" Target="../media/image726.png"/><Relationship Id="rId93" Type="http://schemas.openxmlformats.org/officeDocument/2006/relationships/image" Target="../media/image727.png"/><Relationship Id="rId94" Type="http://schemas.openxmlformats.org/officeDocument/2006/relationships/image" Target="../media/image728.png"/><Relationship Id="rId95" Type="http://schemas.openxmlformats.org/officeDocument/2006/relationships/image" Target="../media/image729.png"/><Relationship Id="rId96" Type="http://schemas.openxmlformats.org/officeDocument/2006/relationships/image" Target="../media/image730.png"/><Relationship Id="rId97" Type="http://schemas.openxmlformats.org/officeDocument/2006/relationships/image" Target="../media/image731.png"/><Relationship Id="rId98" Type="http://schemas.openxmlformats.org/officeDocument/2006/relationships/image" Target="../media/image732.png"/><Relationship Id="rId99" Type="http://schemas.openxmlformats.org/officeDocument/2006/relationships/image" Target="../media/image733.png"/><Relationship Id="rId100" Type="http://schemas.openxmlformats.org/officeDocument/2006/relationships/image" Target="../media/image734.png"/><Relationship Id="rId101" Type="http://schemas.openxmlformats.org/officeDocument/2006/relationships/image" Target="../media/image735.png"/><Relationship Id="rId102" Type="http://schemas.openxmlformats.org/officeDocument/2006/relationships/image" Target="../media/image736.png"/><Relationship Id="rId103" Type="http://schemas.openxmlformats.org/officeDocument/2006/relationships/image" Target="../media/image737.png"/><Relationship Id="rId104" Type="http://schemas.openxmlformats.org/officeDocument/2006/relationships/image" Target="../media/image738.png"/><Relationship Id="rId105" Type="http://schemas.openxmlformats.org/officeDocument/2006/relationships/image" Target="../media/image739.png"/><Relationship Id="rId106" Type="http://schemas.openxmlformats.org/officeDocument/2006/relationships/image" Target="../media/image740.png"/><Relationship Id="rId107" Type="http://schemas.openxmlformats.org/officeDocument/2006/relationships/image" Target="../media/image741.png"/><Relationship Id="rId108" Type="http://schemas.openxmlformats.org/officeDocument/2006/relationships/image" Target="../media/image742.png"/><Relationship Id="rId109" Type="http://schemas.openxmlformats.org/officeDocument/2006/relationships/image" Target="../media/image743.png"/><Relationship Id="rId110" Type="http://schemas.openxmlformats.org/officeDocument/2006/relationships/image" Target="../media/image744.png"/><Relationship Id="rId111" Type="http://schemas.openxmlformats.org/officeDocument/2006/relationships/image" Target="../media/image745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6.png"/><Relationship Id="rId3" Type="http://schemas.openxmlformats.org/officeDocument/2006/relationships/image" Target="../media/image747.png"/><Relationship Id="rId4" Type="http://schemas.openxmlformats.org/officeDocument/2006/relationships/image" Target="../media/image748.png"/><Relationship Id="rId5" Type="http://schemas.openxmlformats.org/officeDocument/2006/relationships/image" Target="../media/image749.png"/><Relationship Id="rId6" Type="http://schemas.openxmlformats.org/officeDocument/2006/relationships/image" Target="../media/image750.png"/><Relationship Id="rId7" Type="http://schemas.openxmlformats.org/officeDocument/2006/relationships/image" Target="../media/image751.png"/><Relationship Id="rId8" Type="http://schemas.openxmlformats.org/officeDocument/2006/relationships/image" Target="../media/image752.png"/><Relationship Id="rId9" Type="http://schemas.openxmlformats.org/officeDocument/2006/relationships/image" Target="../media/image753.png"/><Relationship Id="rId10" Type="http://schemas.openxmlformats.org/officeDocument/2006/relationships/image" Target="../media/image754.png"/><Relationship Id="rId11" Type="http://schemas.openxmlformats.org/officeDocument/2006/relationships/image" Target="../media/image755.png"/><Relationship Id="rId12" Type="http://schemas.openxmlformats.org/officeDocument/2006/relationships/image" Target="../media/image756.png"/><Relationship Id="rId13" Type="http://schemas.openxmlformats.org/officeDocument/2006/relationships/image" Target="../media/image757.png"/><Relationship Id="rId14" Type="http://schemas.openxmlformats.org/officeDocument/2006/relationships/image" Target="../media/image758.png"/><Relationship Id="rId15" Type="http://schemas.openxmlformats.org/officeDocument/2006/relationships/image" Target="../media/image759.png"/><Relationship Id="rId16" Type="http://schemas.openxmlformats.org/officeDocument/2006/relationships/image" Target="../media/image760.png"/><Relationship Id="rId17" Type="http://schemas.openxmlformats.org/officeDocument/2006/relationships/image" Target="../media/image761.png"/><Relationship Id="rId18" Type="http://schemas.openxmlformats.org/officeDocument/2006/relationships/image" Target="../media/image762.png"/><Relationship Id="rId19" Type="http://schemas.openxmlformats.org/officeDocument/2006/relationships/image" Target="../media/image763.png"/><Relationship Id="rId20" Type="http://schemas.openxmlformats.org/officeDocument/2006/relationships/image" Target="../media/image764.png"/><Relationship Id="rId21" Type="http://schemas.openxmlformats.org/officeDocument/2006/relationships/image" Target="../media/image765.png"/><Relationship Id="rId22" Type="http://schemas.openxmlformats.org/officeDocument/2006/relationships/image" Target="../media/image766.png"/><Relationship Id="rId23" Type="http://schemas.openxmlformats.org/officeDocument/2006/relationships/image" Target="../media/image767.png"/><Relationship Id="rId24" Type="http://schemas.openxmlformats.org/officeDocument/2006/relationships/image" Target="../media/image768.png"/><Relationship Id="rId25" Type="http://schemas.openxmlformats.org/officeDocument/2006/relationships/image" Target="../media/image769.png"/><Relationship Id="rId26" Type="http://schemas.openxmlformats.org/officeDocument/2006/relationships/image" Target="../media/image770.png"/><Relationship Id="rId27" Type="http://schemas.openxmlformats.org/officeDocument/2006/relationships/image" Target="../media/image771.png"/><Relationship Id="rId28" Type="http://schemas.openxmlformats.org/officeDocument/2006/relationships/image" Target="../media/image772.png"/><Relationship Id="rId29" Type="http://schemas.openxmlformats.org/officeDocument/2006/relationships/image" Target="../media/image773.png"/><Relationship Id="rId30" Type="http://schemas.openxmlformats.org/officeDocument/2006/relationships/image" Target="../media/image774.png"/><Relationship Id="rId31" Type="http://schemas.openxmlformats.org/officeDocument/2006/relationships/image" Target="../media/image775.png"/><Relationship Id="rId32" Type="http://schemas.openxmlformats.org/officeDocument/2006/relationships/image" Target="../media/image776.png"/><Relationship Id="rId33" Type="http://schemas.openxmlformats.org/officeDocument/2006/relationships/image" Target="../media/image777.png"/><Relationship Id="rId34" Type="http://schemas.openxmlformats.org/officeDocument/2006/relationships/image" Target="../media/image778.png"/><Relationship Id="rId35" Type="http://schemas.openxmlformats.org/officeDocument/2006/relationships/image" Target="../media/image779.png"/><Relationship Id="rId36" Type="http://schemas.openxmlformats.org/officeDocument/2006/relationships/image" Target="../media/image780.png"/><Relationship Id="rId37" Type="http://schemas.openxmlformats.org/officeDocument/2006/relationships/image" Target="../media/image781.png"/><Relationship Id="rId38" Type="http://schemas.openxmlformats.org/officeDocument/2006/relationships/image" Target="../media/image782.png"/><Relationship Id="rId39" Type="http://schemas.openxmlformats.org/officeDocument/2006/relationships/image" Target="../media/image783.png"/><Relationship Id="rId40" Type="http://schemas.openxmlformats.org/officeDocument/2006/relationships/image" Target="../media/image784.png"/><Relationship Id="rId41" Type="http://schemas.openxmlformats.org/officeDocument/2006/relationships/image" Target="../media/image785.png"/><Relationship Id="rId42" Type="http://schemas.openxmlformats.org/officeDocument/2006/relationships/image" Target="../media/image786.png"/><Relationship Id="rId43" Type="http://schemas.openxmlformats.org/officeDocument/2006/relationships/image" Target="../media/image787.png"/><Relationship Id="rId44" Type="http://schemas.openxmlformats.org/officeDocument/2006/relationships/image" Target="../media/image788.png"/><Relationship Id="rId45" Type="http://schemas.openxmlformats.org/officeDocument/2006/relationships/image" Target="../media/image789.png"/><Relationship Id="rId46" Type="http://schemas.openxmlformats.org/officeDocument/2006/relationships/image" Target="../media/image790.png"/><Relationship Id="rId47" Type="http://schemas.openxmlformats.org/officeDocument/2006/relationships/image" Target="../media/image791.png"/><Relationship Id="rId48" Type="http://schemas.openxmlformats.org/officeDocument/2006/relationships/image" Target="../media/image792.png"/><Relationship Id="rId49" Type="http://schemas.openxmlformats.org/officeDocument/2006/relationships/image" Target="../media/image793.png"/><Relationship Id="rId50" Type="http://schemas.openxmlformats.org/officeDocument/2006/relationships/image" Target="../media/image794.png"/><Relationship Id="rId51" Type="http://schemas.openxmlformats.org/officeDocument/2006/relationships/image" Target="../media/image795.png"/><Relationship Id="rId52" Type="http://schemas.openxmlformats.org/officeDocument/2006/relationships/image" Target="../media/image796.png"/><Relationship Id="rId53" Type="http://schemas.openxmlformats.org/officeDocument/2006/relationships/image" Target="../media/image797.png"/><Relationship Id="rId54" Type="http://schemas.openxmlformats.org/officeDocument/2006/relationships/image" Target="../media/image798.png"/><Relationship Id="rId55" Type="http://schemas.openxmlformats.org/officeDocument/2006/relationships/image" Target="../media/image799.png"/><Relationship Id="rId56" Type="http://schemas.openxmlformats.org/officeDocument/2006/relationships/image" Target="../media/image800.png"/><Relationship Id="rId57" Type="http://schemas.openxmlformats.org/officeDocument/2006/relationships/image" Target="../media/image801.png"/><Relationship Id="rId58" Type="http://schemas.openxmlformats.org/officeDocument/2006/relationships/image" Target="../media/image802.png"/><Relationship Id="rId59" Type="http://schemas.openxmlformats.org/officeDocument/2006/relationships/image" Target="../media/image803.png"/><Relationship Id="rId60" Type="http://schemas.openxmlformats.org/officeDocument/2006/relationships/image" Target="../media/image804.png"/><Relationship Id="rId61" Type="http://schemas.openxmlformats.org/officeDocument/2006/relationships/image" Target="../media/image805.png"/><Relationship Id="rId62" Type="http://schemas.openxmlformats.org/officeDocument/2006/relationships/image" Target="../media/image806.png"/><Relationship Id="rId63" Type="http://schemas.openxmlformats.org/officeDocument/2006/relationships/image" Target="../media/image807.png"/><Relationship Id="rId64" Type="http://schemas.openxmlformats.org/officeDocument/2006/relationships/image" Target="../media/image808.png"/><Relationship Id="rId65" Type="http://schemas.openxmlformats.org/officeDocument/2006/relationships/image" Target="../media/image809.png"/><Relationship Id="rId66" Type="http://schemas.openxmlformats.org/officeDocument/2006/relationships/image" Target="../media/image810.png"/><Relationship Id="rId67" Type="http://schemas.openxmlformats.org/officeDocument/2006/relationships/image" Target="../media/image811.png"/><Relationship Id="rId68" Type="http://schemas.openxmlformats.org/officeDocument/2006/relationships/image" Target="../media/image812.png"/><Relationship Id="rId69" Type="http://schemas.openxmlformats.org/officeDocument/2006/relationships/image" Target="../media/image813.png"/><Relationship Id="rId70" Type="http://schemas.openxmlformats.org/officeDocument/2006/relationships/image" Target="../media/image814.png"/><Relationship Id="rId71" Type="http://schemas.openxmlformats.org/officeDocument/2006/relationships/image" Target="../media/image815.png"/><Relationship Id="rId72" Type="http://schemas.openxmlformats.org/officeDocument/2006/relationships/image" Target="../media/image816.png"/><Relationship Id="rId73" Type="http://schemas.openxmlformats.org/officeDocument/2006/relationships/image" Target="../media/image817.png"/><Relationship Id="rId74" Type="http://schemas.openxmlformats.org/officeDocument/2006/relationships/image" Target="../media/image818.png"/><Relationship Id="rId75" Type="http://schemas.openxmlformats.org/officeDocument/2006/relationships/image" Target="../media/image819.png"/><Relationship Id="rId76" Type="http://schemas.openxmlformats.org/officeDocument/2006/relationships/image" Target="../media/image820.png"/><Relationship Id="rId77" Type="http://schemas.openxmlformats.org/officeDocument/2006/relationships/image" Target="../media/image821.png"/><Relationship Id="rId78" Type="http://schemas.openxmlformats.org/officeDocument/2006/relationships/image" Target="../media/image822.png"/><Relationship Id="rId79" Type="http://schemas.openxmlformats.org/officeDocument/2006/relationships/image" Target="../media/image823.png"/><Relationship Id="rId80" Type="http://schemas.openxmlformats.org/officeDocument/2006/relationships/image" Target="../media/image824.png"/><Relationship Id="rId81" Type="http://schemas.openxmlformats.org/officeDocument/2006/relationships/image" Target="../media/image825.png"/><Relationship Id="rId82" Type="http://schemas.openxmlformats.org/officeDocument/2006/relationships/image" Target="../media/image826.png"/><Relationship Id="rId83" Type="http://schemas.openxmlformats.org/officeDocument/2006/relationships/image" Target="../media/image827.png"/><Relationship Id="rId84" Type="http://schemas.openxmlformats.org/officeDocument/2006/relationships/image" Target="../media/image828.png"/><Relationship Id="rId85" Type="http://schemas.openxmlformats.org/officeDocument/2006/relationships/image" Target="../media/image829.png"/><Relationship Id="rId86" Type="http://schemas.openxmlformats.org/officeDocument/2006/relationships/image" Target="../media/image830.png"/><Relationship Id="rId87" Type="http://schemas.openxmlformats.org/officeDocument/2006/relationships/image" Target="../media/image831.png"/><Relationship Id="rId88" Type="http://schemas.openxmlformats.org/officeDocument/2006/relationships/image" Target="../media/image832.png"/><Relationship Id="rId89" Type="http://schemas.openxmlformats.org/officeDocument/2006/relationships/image" Target="../media/image833.png"/><Relationship Id="rId90" Type="http://schemas.openxmlformats.org/officeDocument/2006/relationships/image" Target="../media/image834.png"/><Relationship Id="rId91" Type="http://schemas.openxmlformats.org/officeDocument/2006/relationships/image" Target="../media/image835.png"/><Relationship Id="rId92" Type="http://schemas.openxmlformats.org/officeDocument/2006/relationships/image" Target="../media/image836.png"/><Relationship Id="rId93" Type="http://schemas.openxmlformats.org/officeDocument/2006/relationships/image" Target="../media/image837.png"/><Relationship Id="rId94" Type="http://schemas.openxmlformats.org/officeDocument/2006/relationships/image" Target="../media/image838.png"/><Relationship Id="rId95" Type="http://schemas.openxmlformats.org/officeDocument/2006/relationships/image" Target="../media/image839.png"/><Relationship Id="rId96" Type="http://schemas.openxmlformats.org/officeDocument/2006/relationships/image" Target="../media/image840.png"/><Relationship Id="rId97" Type="http://schemas.openxmlformats.org/officeDocument/2006/relationships/image" Target="../media/image841.png"/><Relationship Id="rId98" Type="http://schemas.openxmlformats.org/officeDocument/2006/relationships/image" Target="../media/image842.png"/><Relationship Id="rId99" Type="http://schemas.openxmlformats.org/officeDocument/2006/relationships/image" Target="../media/image843.png"/><Relationship Id="rId100" Type="http://schemas.openxmlformats.org/officeDocument/2006/relationships/image" Target="../media/image844.png"/><Relationship Id="rId101" Type="http://schemas.openxmlformats.org/officeDocument/2006/relationships/image" Target="../media/image845.png"/><Relationship Id="rId102" Type="http://schemas.openxmlformats.org/officeDocument/2006/relationships/image" Target="../media/image846.png"/><Relationship Id="rId103" Type="http://schemas.openxmlformats.org/officeDocument/2006/relationships/image" Target="../media/image847.png"/><Relationship Id="rId104" Type="http://schemas.openxmlformats.org/officeDocument/2006/relationships/image" Target="../media/image848.png"/><Relationship Id="rId105" Type="http://schemas.openxmlformats.org/officeDocument/2006/relationships/image" Target="../media/image849.png"/><Relationship Id="rId106" Type="http://schemas.openxmlformats.org/officeDocument/2006/relationships/image" Target="../media/image850.png"/><Relationship Id="rId107" Type="http://schemas.openxmlformats.org/officeDocument/2006/relationships/image" Target="../media/image851.png"/><Relationship Id="rId108" Type="http://schemas.openxmlformats.org/officeDocument/2006/relationships/image" Target="../media/image852.png"/><Relationship Id="rId109" Type="http://schemas.openxmlformats.org/officeDocument/2006/relationships/image" Target="../media/image853.png"/><Relationship Id="rId110" Type="http://schemas.openxmlformats.org/officeDocument/2006/relationships/image" Target="../media/image854.png"/><Relationship Id="rId111" Type="http://schemas.openxmlformats.org/officeDocument/2006/relationships/image" Target="../media/image855.png"/><Relationship Id="rId112" Type="http://schemas.openxmlformats.org/officeDocument/2006/relationships/image" Target="../media/image856.png"/><Relationship Id="rId113" Type="http://schemas.openxmlformats.org/officeDocument/2006/relationships/image" Target="../media/image857.png"/><Relationship Id="rId114" Type="http://schemas.openxmlformats.org/officeDocument/2006/relationships/image" Target="../media/image858.png"/><Relationship Id="rId115" Type="http://schemas.openxmlformats.org/officeDocument/2006/relationships/image" Target="../media/image859.png"/><Relationship Id="rId116" Type="http://schemas.openxmlformats.org/officeDocument/2006/relationships/image" Target="../media/image860.png"/><Relationship Id="rId117" Type="http://schemas.openxmlformats.org/officeDocument/2006/relationships/image" Target="../media/image861.png"/><Relationship Id="rId118" Type="http://schemas.openxmlformats.org/officeDocument/2006/relationships/image" Target="../media/image862.png"/><Relationship Id="rId119" Type="http://schemas.openxmlformats.org/officeDocument/2006/relationships/image" Target="../media/image863.png"/><Relationship Id="rId120" Type="http://schemas.openxmlformats.org/officeDocument/2006/relationships/image" Target="../media/image864.png"/><Relationship Id="rId121" Type="http://schemas.openxmlformats.org/officeDocument/2006/relationships/image" Target="../media/image865.png"/><Relationship Id="rId122" Type="http://schemas.openxmlformats.org/officeDocument/2006/relationships/image" Target="../media/image866.png"/><Relationship Id="rId123" Type="http://schemas.openxmlformats.org/officeDocument/2006/relationships/image" Target="../media/image867.png"/><Relationship Id="rId124" Type="http://schemas.openxmlformats.org/officeDocument/2006/relationships/image" Target="../media/image868.png"/><Relationship Id="rId125" Type="http://schemas.openxmlformats.org/officeDocument/2006/relationships/image" Target="../media/image869.png"/><Relationship Id="rId126" Type="http://schemas.openxmlformats.org/officeDocument/2006/relationships/image" Target="../media/image870.png"/><Relationship Id="rId127" Type="http://schemas.openxmlformats.org/officeDocument/2006/relationships/image" Target="../media/image871.png"/><Relationship Id="rId128" Type="http://schemas.openxmlformats.org/officeDocument/2006/relationships/image" Target="../media/image872.png"/><Relationship Id="rId129" Type="http://schemas.openxmlformats.org/officeDocument/2006/relationships/image" Target="../media/image873.png"/><Relationship Id="rId130" Type="http://schemas.openxmlformats.org/officeDocument/2006/relationships/image" Target="../media/image874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5.png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Relationship Id="rId7" Type="http://schemas.openxmlformats.org/officeDocument/2006/relationships/image" Target="../media/image880.png"/><Relationship Id="rId8" Type="http://schemas.openxmlformats.org/officeDocument/2006/relationships/image" Target="../media/image88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2967995" y="822925"/>
            <a:ext cx="10478770" cy="11258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20365" marR="5080" indent="-2908300">
              <a:lnSpc>
                <a:spcPct val="106100"/>
              </a:lnSpc>
              <a:spcBef>
                <a:spcPts val="95"/>
              </a:spcBef>
            </a:pPr>
            <a:r>
              <a:rPr dirty="0" sz="2300" spc="-100">
                <a:latin typeface="Arial MT"/>
                <a:cs typeface="Arial MT"/>
              </a:rPr>
              <a:t>ACHARYA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 spc="-80">
                <a:latin typeface="Arial MT"/>
                <a:cs typeface="Arial MT"/>
              </a:rPr>
              <a:t>SHRI MAHAPRAGYA </a:t>
            </a:r>
            <a:r>
              <a:rPr dirty="0" sz="2300" spc="-85">
                <a:latin typeface="Arial MT"/>
                <a:cs typeface="Arial MT"/>
              </a:rPr>
              <a:t>INSTITUTE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 spc="-100">
                <a:latin typeface="Arial MT"/>
                <a:cs typeface="Arial MT"/>
              </a:rPr>
              <a:t>OF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 spc="-75">
                <a:latin typeface="Arial MT"/>
                <a:cs typeface="Arial MT"/>
              </a:rPr>
              <a:t>EXCELLENCE</a:t>
            </a:r>
            <a:r>
              <a:rPr dirty="0" sz="2300">
                <a:latin typeface="Arial MT"/>
                <a:cs typeface="Arial MT"/>
              </a:rPr>
              <a:t> </a:t>
            </a:r>
            <a:r>
              <a:rPr dirty="0" sz="2300" spc="-70">
                <a:latin typeface="Arial MT"/>
                <a:cs typeface="Arial MT"/>
              </a:rPr>
              <a:t>ASIND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35">
                <a:latin typeface="Arial MT"/>
                <a:cs typeface="Arial MT"/>
              </a:rPr>
              <a:t>BHILWARA </a:t>
            </a:r>
            <a:r>
              <a:rPr dirty="0" sz="2300" spc="-120">
                <a:latin typeface="Arial MT"/>
                <a:cs typeface="Arial MT"/>
              </a:rPr>
              <a:t>DEPARTMENT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 spc="-105">
                <a:latin typeface="Arial MT"/>
                <a:cs typeface="Arial MT"/>
              </a:rPr>
              <a:t>OF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GEOGRAPHY</a:t>
            </a:r>
            <a:endParaRPr sz="2300">
              <a:latin typeface="Arial MT"/>
              <a:cs typeface="Arial MT"/>
            </a:endParaRPr>
          </a:p>
          <a:p>
            <a:pPr marL="3677920">
              <a:lnSpc>
                <a:spcPct val="100000"/>
              </a:lnSpc>
              <a:spcBef>
                <a:spcPts val="45"/>
              </a:spcBef>
            </a:pPr>
            <a:r>
              <a:rPr dirty="0" sz="2300" spc="-90">
                <a:latin typeface="Arial MT"/>
                <a:cs typeface="Arial MT"/>
              </a:rPr>
              <a:t>SESSION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 spc="-285" strike="sngStrike">
                <a:latin typeface="Arial MT"/>
                <a:cs typeface="Arial MT"/>
              </a:rPr>
              <a:t>—</a:t>
            </a:r>
            <a:r>
              <a:rPr dirty="0" sz="2300" spc="-155" strike="noStrike">
                <a:latin typeface="Arial MT"/>
                <a:cs typeface="Arial MT"/>
              </a:rPr>
              <a:t>2025-</a:t>
            </a:r>
            <a:r>
              <a:rPr dirty="0" sz="2300" spc="-25" strike="noStrike">
                <a:latin typeface="Arial MT"/>
                <a:cs typeface="Arial MT"/>
              </a:rPr>
              <a:t>26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9107" y="2645381"/>
            <a:ext cx="11614449" cy="11493314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7581" y="14604809"/>
            <a:ext cx="3147878" cy="3516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96471" y="15027554"/>
            <a:ext cx="4159250" cy="4552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800">
                <a:latin typeface="Arial MT"/>
                <a:cs typeface="Arial MT"/>
              </a:rPr>
              <a:t>Jaisalmer</a:t>
            </a:r>
            <a:r>
              <a:rPr dirty="0" sz="2800" spc="480">
                <a:latin typeface="Arial MT"/>
                <a:cs typeface="Arial MT"/>
              </a:rPr>
              <a:t> </a:t>
            </a:r>
            <a:r>
              <a:rPr dirty="0" sz="2800" spc="105">
                <a:latin typeface="Arial MT"/>
                <a:cs typeface="Arial MT"/>
              </a:rPr>
              <a:t>tourism</a:t>
            </a:r>
            <a:r>
              <a:rPr dirty="0" sz="2800" spc="335">
                <a:latin typeface="Arial MT"/>
                <a:cs typeface="Arial MT"/>
              </a:rPr>
              <a:t> </a:t>
            </a:r>
            <a:r>
              <a:rPr dirty="0" sz="2800" spc="100">
                <a:latin typeface="Arial MT"/>
                <a:cs typeface="Arial MT"/>
              </a:rPr>
              <a:t>circuit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65189" y="17358543"/>
            <a:ext cx="173990" cy="34925"/>
            <a:chOff x="3765189" y="17358543"/>
            <a:chExt cx="173990" cy="34925"/>
          </a:xfrm>
        </p:grpSpPr>
        <p:sp>
          <p:nvSpPr>
            <p:cNvPr id="5" name="object 5"/>
            <p:cNvSpPr/>
            <p:nvPr/>
          </p:nvSpPr>
          <p:spPr>
            <a:xfrm>
              <a:off x="3765189" y="17388186"/>
              <a:ext cx="173990" cy="0"/>
            </a:xfrm>
            <a:custGeom>
              <a:avLst/>
              <a:gdLst/>
              <a:ahLst/>
              <a:cxnLst/>
              <a:rect l="l" t="t" r="r" b="b"/>
              <a:pathLst>
                <a:path w="173989" h="0">
                  <a:moveTo>
                    <a:pt x="0" y="0"/>
                  </a:moveTo>
                  <a:lnTo>
                    <a:pt x="173746" y="0"/>
                  </a:lnTo>
                </a:path>
              </a:pathLst>
            </a:custGeom>
            <a:ln w="10221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773366" y="17375919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5" h="0">
                  <a:moveTo>
                    <a:pt x="0" y="0"/>
                  </a:moveTo>
                  <a:lnTo>
                    <a:pt x="165570" y="0"/>
                  </a:lnTo>
                </a:path>
              </a:pathLst>
            </a:custGeom>
            <a:ln w="10221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765189" y="17363654"/>
              <a:ext cx="173990" cy="0"/>
            </a:xfrm>
            <a:custGeom>
              <a:avLst/>
              <a:gdLst/>
              <a:ahLst/>
              <a:cxnLst/>
              <a:rect l="l" t="t" r="r" b="b"/>
              <a:pathLst>
                <a:path w="173989" h="0">
                  <a:moveTo>
                    <a:pt x="0" y="0"/>
                  </a:moveTo>
                  <a:lnTo>
                    <a:pt x="173746" y="0"/>
                  </a:lnTo>
                </a:path>
              </a:pathLst>
            </a:custGeom>
            <a:ln w="10221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653202" y="15949043"/>
            <a:ext cx="2600960" cy="158813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589280" marR="313690" indent="481330">
              <a:lnSpc>
                <a:spcPct val="103000"/>
              </a:lnSpc>
              <a:spcBef>
                <a:spcPts val="25"/>
              </a:spcBef>
            </a:pPr>
            <a:r>
              <a:rPr dirty="0" sz="2500" spc="-20">
                <a:latin typeface="Arial MT"/>
                <a:cs typeface="Arial MT"/>
              </a:rPr>
              <a:t>Name </a:t>
            </a:r>
            <a:r>
              <a:rPr dirty="0" sz="2500" spc="-50">
                <a:latin typeface="Arial MT"/>
                <a:cs typeface="Arial MT"/>
              </a:rPr>
              <a:t>Meera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regar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1278255" algn="l"/>
              </a:tabLst>
            </a:pPr>
            <a:r>
              <a:rPr dirty="0" sz="2400">
                <a:latin typeface="Arial MT"/>
                <a:cs typeface="Arial MT"/>
              </a:rPr>
              <a:t>Roll</a:t>
            </a:r>
            <a:r>
              <a:rPr dirty="0" sz="2400" spc="240">
                <a:latin typeface="Arial MT"/>
                <a:cs typeface="Arial MT"/>
              </a:rPr>
              <a:t> </a:t>
            </a:r>
            <a:r>
              <a:rPr dirty="0" sz="2400" spc="50">
                <a:latin typeface="Arial MT"/>
                <a:cs typeface="Arial MT"/>
              </a:rPr>
              <a:t>no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50">
                <a:latin typeface="Arial MT"/>
                <a:cs typeface="Arial MT"/>
              </a:rPr>
              <a:t>24425671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69765" y="15949043"/>
            <a:ext cx="2745740" cy="805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79450">
              <a:lnSpc>
                <a:spcPts val="3120"/>
              </a:lnSpc>
              <a:spcBef>
                <a:spcPts val="100"/>
              </a:spcBef>
            </a:pPr>
            <a:r>
              <a:rPr dirty="0" sz="2500" spc="-10">
                <a:latin typeface="Arial MT"/>
                <a:cs typeface="Arial MT"/>
              </a:rPr>
              <a:t>Guidance </a:t>
            </a:r>
            <a:r>
              <a:rPr dirty="0" sz="2500">
                <a:latin typeface="Arial MT"/>
                <a:cs typeface="Arial MT"/>
              </a:rPr>
              <a:t>Sanwar</a:t>
            </a:r>
            <a:r>
              <a:rPr dirty="0" sz="2500" spc="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lal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prajapat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object 5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974391" y="1942127"/>
            <a:ext cx="1659790" cy="506997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905080" y="3082874"/>
            <a:ext cx="9750251" cy="1394244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1708472" y="3095143"/>
            <a:ext cx="457873" cy="26576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2219493" y="3111498"/>
            <a:ext cx="494666" cy="261676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1716646" y="3831108"/>
            <a:ext cx="466049" cy="257587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2239935" y="3818839"/>
            <a:ext cx="584606" cy="278031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2877682" y="3831108"/>
            <a:ext cx="580517" cy="25349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909167" y="4550718"/>
            <a:ext cx="220760" cy="25349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187162" y="4550718"/>
            <a:ext cx="584606" cy="26167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824914" y="4550718"/>
            <a:ext cx="1189653" cy="29847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108595" y="4546623"/>
            <a:ext cx="1116066" cy="306651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5281895" y="4554807"/>
            <a:ext cx="351581" cy="25758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690710" y="4546623"/>
            <a:ext cx="535548" cy="257587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6283493" y="4616133"/>
            <a:ext cx="314787" cy="18807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659603" y="4562979"/>
            <a:ext cx="286170" cy="245321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998920" y="4603864"/>
            <a:ext cx="711338" cy="22078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759317" y="4620219"/>
            <a:ext cx="686809" cy="20443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8503357" y="4558892"/>
            <a:ext cx="617311" cy="261676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9186084" y="4628401"/>
            <a:ext cx="159438" cy="22078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9177902" y="4542536"/>
            <a:ext cx="212584" cy="40886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9480428" y="4546623"/>
            <a:ext cx="874865" cy="306651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0412527" y="4620219"/>
            <a:ext cx="367933" cy="24532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0837700" y="4550718"/>
            <a:ext cx="793101" cy="380248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1688029" y="4554805"/>
            <a:ext cx="310699" cy="24941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055970" y="4538449"/>
            <a:ext cx="400639" cy="380248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2513837" y="4546623"/>
            <a:ext cx="551900" cy="273942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3122977" y="4554805"/>
            <a:ext cx="216672" cy="24941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905080" y="4918693"/>
            <a:ext cx="425168" cy="26985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379305" y="4922788"/>
            <a:ext cx="829895" cy="29438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266435" y="4922788"/>
            <a:ext cx="645928" cy="2698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13256" y="5286676"/>
            <a:ext cx="408815" cy="26985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79305" y="5282589"/>
            <a:ext cx="261641" cy="2984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726798" y="5278502"/>
            <a:ext cx="228936" cy="261676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3017057" y="5352098"/>
            <a:ext cx="359757" cy="19625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434049" y="5298944"/>
            <a:ext cx="494666" cy="2575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81862" y="5282589"/>
            <a:ext cx="551900" cy="273942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4582821" y="5290764"/>
            <a:ext cx="355669" cy="25758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991636" y="5282589"/>
            <a:ext cx="899393" cy="257587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5952352" y="5352098"/>
            <a:ext cx="310699" cy="18807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324375" y="5339829"/>
            <a:ext cx="928010" cy="22896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309619" y="5298944"/>
            <a:ext cx="617311" cy="25758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988253" y="5274415"/>
            <a:ext cx="208495" cy="40886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286687" y="5282589"/>
            <a:ext cx="707250" cy="27394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055264" y="5282589"/>
            <a:ext cx="449696" cy="37207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558103" y="5278502"/>
            <a:ext cx="968892" cy="27803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580146" y="5282589"/>
            <a:ext cx="237112" cy="26167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0870403" y="5286676"/>
            <a:ext cx="1218269" cy="29847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2182703" y="5286676"/>
            <a:ext cx="1148771" cy="363893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913256" y="5642392"/>
            <a:ext cx="343404" cy="2657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3895" y="5626042"/>
            <a:ext cx="719515" cy="2739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82468" y="5638303"/>
            <a:ext cx="650016" cy="2780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81543" y="5638303"/>
            <a:ext cx="224848" cy="2780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63624" y="5634216"/>
            <a:ext cx="846248" cy="28211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67108" y="5646485"/>
            <a:ext cx="985245" cy="27394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09586" y="5715994"/>
            <a:ext cx="560077" cy="20034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626898" y="5638303"/>
            <a:ext cx="388374" cy="4170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13256" y="6063526"/>
            <a:ext cx="977068" cy="2248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80" y="6738164"/>
            <a:ext cx="744044" cy="2780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80" y="7515015"/>
            <a:ext cx="633663" cy="2167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80" y="8181471"/>
            <a:ext cx="1177388" cy="384337"/>
          </a:xfrm>
          <a:prstGeom prst="rect">
            <a:avLst/>
          </a:prstGeom>
        </p:spPr>
      </p:pic>
      <p:sp>
        <p:nvSpPr>
          <p:cNvPr id="62" name="object 6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430667" y="1811289"/>
            <a:ext cx="2841266" cy="86680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902192" y="3050579"/>
            <a:ext cx="1223645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50" spc="-114">
                <a:latin typeface="Arial MT"/>
                <a:cs typeface="Arial MT"/>
              </a:rPr>
              <a:t>1.sITïTfoaf</a:t>
            </a:r>
            <a:endParaRPr sz="225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913256" y="3459030"/>
            <a:ext cx="3278699" cy="26985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921432" y="3822926"/>
            <a:ext cx="1181476" cy="27394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532165" y="3818839"/>
            <a:ext cx="1050655" cy="26985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044782" y="3827013"/>
            <a:ext cx="1177388" cy="29847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275316" y="3831108"/>
            <a:ext cx="784925" cy="26576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913256" y="4178640"/>
            <a:ext cx="3900098" cy="28620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113575" y="4538449"/>
            <a:ext cx="4464264" cy="33118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895654" y="4480428"/>
            <a:ext cx="1844675" cy="772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920"/>
              </a:lnSpc>
              <a:spcBef>
                <a:spcPts val="130"/>
              </a:spcBef>
            </a:pPr>
            <a:r>
              <a:rPr dirty="0" sz="2450" spc="-25">
                <a:latin typeface="Arial MT"/>
                <a:cs typeface="Arial MT"/>
              </a:rPr>
              <a:t>5.</a:t>
            </a:r>
            <a:endParaRPr sz="2450">
              <a:latin typeface="Arial MT"/>
              <a:cs typeface="Arial MT"/>
            </a:endParaRPr>
          </a:p>
          <a:p>
            <a:pPr marL="13335">
              <a:lnSpc>
                <a:spcPts val="2920"/>
              </a:lnSpc>
            </a:pPr>
            <a:r>
              <a:rPr dirty="0" sz="2450" spc="-160">
                <a:latin typeface="Arial MT"/>
                <a:cs typeface="Arial MT"/>
              </a:rPr>
              <a:t>6.9?Âí</a:t>
            </a:r>
            <a:r>
              <a:rPr dirty="0" sz="2450" spc="-10">
                <a:latin typeface="Arial MT"/>
                <a:cs typeface="Arial MT"/>
              </a:rPr>
              <a:t> </a:t>
            </a:r>
            <a:r>
              <a:rPr dirty="0" sz="2450" spc="-150">
                <a:latin typeface="Arial MT"/>
                <a:cs typeface="Arial MT"/>
              </a:rPr>
              <a:t>4î\</a:t>
            </a:r>
            <a:r>
              <a:rPr dirty="0" sz="2450" spc="-135">
                <a:latin typeface="Arial MT"/>
                <a:cs typeface="Arial MT"/>
              </a:rPr>
              <a:t> </a:t>
            </a:r>
            <a:r>
              <a:rPr dirty="0" sz="2450" spc="-290">
                <a:latin typeface="Arial MT"/>
                <a:cs typeface="Arial MT"/>
              </a:rPr>
              <a:t>yd?1Ï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21432" y="5282589"/>
            <a:ext cx="2121751" cy="2984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21432" y="5638303"/>
            <a:ext cx="2452892" cy="30665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21432" y="6022641"/>
            <a:ext cx="1635262" cy="30256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73013" y="6721809"/>
            <a:ext cx="1332738" cy="2862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68606" y="7515015"/>
            <a:ext cx="637752" cy="216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63591" y="7461861"/>
            <a:ext cx="241201" cy="25758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57939" y="7461861"/>
            <a:ext cx="331140" cy="269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50402" y="7461861"/>
            <a:ext cx="233024" cy="253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736573" y="7461861"/>
            <a:ext cx="453785" cy="2616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91570" y="7813488"/>
            <a:ext cx="2816738" cy="2902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15459" y="8193740"/>
            <a:ext cx="2150369" cy="2821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7784" y="8549454"/>
            <a:ext cx="4476529" cy="1373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2132" y="10009116"/>
            <a:ext cx="3695691" cy="1026261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7784" y="11092623"/>
            <a:ext cx="1148771" cy="273942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893089" y="6300353"/>
            <a:ext cx="2308860" cy="513080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275"/>
              </a:spcBef>
            </a:pPr>
            <a:r>
              <a:rPr dirty="0" sz="2300" spc="-50">
                <a:latin typeface="Arial MT"/>
                <a:cs typeface="Arial MT"/>
              </a:rPr>
              <a:t>10.wT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wT</a:t>
            </a:r>
            <a:endParaRPr sz="23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75"/>
              </a:spcBef>
            </a:pPr>
            <a:r>
              <a:rPr dirty="0" sz="2200" spc="-25">
                <a:latin typeface="Arial MT"/>
                <a:cs typeface="Arial MT"/>
              </a:rPr>
              <a:t>11.</a:t>
            </a:r>
            <a:endParaRPr sz="220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175"/>
              </a:spcBef>
            </a:pPr>
            <a:r>
              <a:rPr dirty="0" sz="2250" spc="-10">
                <a:latin typeface="Arial MT"/>
                <a:cs typeface="Arial MT"/>
              </a:rPr>
              <a:t>12./wŽË9îaw</a:t>
            </a:r>
            <a:r>
              <a:rPr dirty="0" sz="2250" spc="-130">
                <a:latin typeface="Arial MT"/>
                <a:cs typeface="Arial MT"/>
              </a:rPr>
              <a:t> </a:t>
            </a:r>
            <a:r>
              <a:rPr dirty="0" sz="2250" spc="-325">
                <a:latin typeface="Arial MT"/>
                <a:cs typeface="Arial MT"/>
              </a:rPr>
              <a:t>9TÁî</a:t>
            </a:r>
            <a:endParaRPr sz="225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234"/>
              </a:spcBef>
            </a:pPr>
            <a:r>
              <a:rPr dirty="0" sz="2150" spc="10">
                <a:latin typeface="Arial MT"/>
                <a:cs typeface="Arial MT"/>
              </a:rPr>
              <a:t>1</a:t>
            </a:r>
            <a:endParaRPr sz="215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215"/>
              </a:spcBef>
            </a:pPr>
            <a:r>
              <a:rPr dirty="0" sz="2250" spc="-10">
                <a:latin typeface="Arial MT"/>
                <a:cs typeface="Arial MT"/>
              </a:rPr>
              <a:t>14.ŠIŽ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2250" spc="-25">
                <a:latin typeface="Arial MT"/>
                <a:cs typeface="Arial MT"/>
              </a:rPr>
              <a:t>15.</a:t>
            </a:r>
            <a:endParaRPr sz="2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250">
              <a:latin typeface="Arial MT"/>
              <a:cs typeface="Arial MT"/>
            </a:endParaRPr>
          </a:p>
          <a:p>
            <a:pPr marL="22225">
              <a:lnSpc>
                <a:spcPct val="100000"/>
              </a:lnSpc>
            </a:pPr>
            <a:r>
              <a:rPr dirty="0" sz="2200" spc="-25">
                <a:latin typeface="Arial MT"/>
                <a:cs typeface="Arial MT"/>
              </a:rPr>
              <a:t>17.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2300" spc="-180">
                <a:latin typeface="Arial MT"/>
                <a:cs typeface="Arial MT"/>
              </a:rPr>
              <a:t>18.Ś\w</a:t>
            </a:r>
            <a:r>
              <a:rPr dirty="0" sz="2300" spc="-210">
                <a:latin typeface="Arial MT"/>
                <a:cs typeface="Arial MT"/>
              </a:rPr>
              <a:t> </a:t>
            </a:r>
            <a:r>
              <a:rPr dirty="0" sz="2300" spc="-740">
                <a:latin typeface="Arial MT"/>
                <a:cs typeface="Arial MT"/>
              </a:rPr>
              <a:t>Ă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50" spc="-25">
                <a:latin typeface="Arial MT"/>
                <a:cs typeface="Arial MT"/>
              </a:rPr>
              <a:t>19.</a:t>
            </a:r>
            <a:endParaRPr sz="225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15"/>
              </a:spcBef>
            </a:pPr>
            <a:r>
              <a:rPr dirty="0" sz="2400" spc="-25">
                <a:latin typeface="Arial MT"/>
                <a:cs typeface="Arial MT"/>
              </a:rPr>
              <a:t>20.</a:t>
            </a:r>
            <a:endParaRPr sz="2400">
              <a:latin typeface="Arial MT"/>
              <a:cs typeface="Arial MT"/>
            </a:endParaRPr>
          </a:p>
          <a:p>
            <a:pPr marL="19050">
              <a:lnSpc>
                <a:spcPts val="2800"/>
              </a:lnSpc>
              <a:spcBef>
                <a:spcPts val="40"/>
              </a:spcBef>
            </a:pPr>
            <a:r>
              <a:rPr dirty="0" sz="2350" spc="-25">
                <a:latin typeface="Arial MT"/>
                <a:cs typeface="Arial MT"/>
              </a:rPr>
              <a:t>21.</a:t>
            </a:r>
            <a:endParaRPr sz="2350">
              <a:latin typeface="Arial MT"/>
              <a:cs typeface="Arial MT"/>
            </a:endParaRPr>
          </a:p>
          <a:p>
            <a:pPr marL="19050">
              <a:lnSpc>
                <a:spcPts val="2860"/>
              </a:lnSpc>
            </a:pPr>
            <a:r>
              <a:rPr dirty="0" sz="2400" spc="-25">
                <a:latin typeface="Arial MT"/>
                <a:cs typeface="Arial MT"/>
              </a:rPr>
              <a:t>22.</a:t>
            </a:r>
            <a:endParaRPr sz="24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65"/>
              </a:spcBef>
            </a:pPr>
            <a:r>
              <a:rPr dirty="0" sz="2350" spc="-25">
                <a:latin typeface="Arial MT"/>
                <a:cs typeface="Arial MT"/>
              </a:rPr>
              <a:t>23.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object 2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426578" y="1978925"/>
            <a:ext cx="2395658" cy="46611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905080" y="3082874"/>
            <a:ext cx="11393685" cy="686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5080" y="3896523"/>
            <a:ext cx="568253" cy="1839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30567" y="3896523"/>
            <a:ext cx="560077" cy="20034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47878" y="3822926"/>
            <a:ext cx="237112" cy="3025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91284" y="3822926"/>
            <a:ext cx="960716" cy="27803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09234" y="3814752"/>
            <a:ext cx="719515" cy="26576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81895" y="3810657"/>
            <a:ext cx="686809" cy="28620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21851" y="3818839"/>
            <a:ext cx="220760" cy="26167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299845" y="3831108"/>
            <a:ext cx="1177388" cy="29029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530380" y="3822926"/>
            <a:ext cx="564165" cy="2984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196749" y="3880167"/>
            <a:ext cx="519195" cy="20443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769093" y="3810657"/>
            <a:ext cx="928010" cy="31482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787041" y="3839282"/>
            <a:ext cx="711338" cy="24532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551530" y="3827013"/>
            <a:ext cx="637752" cy="29438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275125" y="3827013"/>
            <a:ext cx="564165" cy="31482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933323" y="3827013"/>
            <a:ext cx="1189653" cy="27394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184296" y="3822926"/>
            <a:ext cx="392462" cy="27394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905080" y="4174553"/>
            <a:ext cx="11712575" cy="2490470"/>
            <a:chOff x="1905080" y="4174553"/>
            <a:chExt cx="11712575" cy="249047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5080" y="5270320"/>
              <a:ext cx="11712558" cy="13942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5080" y="4174553"/>
              <a:ext cx="11446831" cy="1058971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80" y="6721809"/>
            <a:ext cx="9488602" cy="7604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46831" y="6738164"/>
            <a:ext cx="866688" cy="35980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2374843" y="6805627"/>
            <a:ext cx="300479" cy="1860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38689" y="6791318"/>
            <a:ext cx="768573" cy="323006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object 2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527184" y="1987107"/>
            <a:ext cx="1565763" cy="44566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199240" y="2113849"/>
            <a:ext cx="494666" cy="29847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796110" y="1983012"/>
            <a:ext cx="1345003" cy="44975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247403" y="1995281"/>
            <a:ext cx="1267327" cy="43749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905080" y="3086960"/>
            <a:ext cx="11720830" cy="3663950"/>
            <a:chOff x="1905080" y="3086960"/>
            <a:chExt cx="11720830" cy="3663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80" y="4902345"/>
              <a:ext cx="11279220" cy="18480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80" y="4178640"/>
              <a:ext cx="10629205" cy="71552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91512" y="4620219"/>
              <a:ext cx="408815" cy="22896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57562" y="4620219"/>
              <a:ext cx="441520" cy="1839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5080" y="3095142"/>
              <a:ext cx="6140408" cy="10467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02722" y="3459030"/>
              <a:ext cx="568253" cy="29438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60911" y="3446770"/>
              <a:ext cx="883041" cy="3066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97105" y="3454943"/>
              <a:ext cx="433344" cy="27394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95858" y="3512184"/>
              <a:ext cx="568253" cy="2044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13171" y="3446770"/>
              <a:ext cx="412903" cy="3802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279221" y="3463125"/>
              <a:ext cx="310699" cy="2534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47152" y="3463125"/>
              <a:ext cx="678633" cy="26576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383017" y="3463125"/>
              <a:ext cx="216672" cy="25349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656926" y="3459030"/>
              <a:ext cx="690898" cy="38024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94545" y="3103316"/>
              <a:ext cx="1181476" cy="29438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37982" y="3086960"/>
              <a:ext cx="715426" cy="26985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514732" y="3103316"/>
              <a:ext cx="592782" cy="26167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160660" y="3095142"/>
              <a:ext cx="245289" cy="3025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508150" y="3095142"/>
              <a:ext cx="363845" cy="31891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941496" y="3086960"/>
              <a:ext cx="645928" cy="2862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640571" y="3103316"/>
              <a:ext cx="670457" cy="26985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392791" y="3099229"/>
              <a:ext cx="233024" cy="253498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9329165" y="3095136"/>
            <a:ext cx="355669" cy="265765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6347" y="1496460"/>
            <a:ext cx="1745641" cy="4906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6457" y="1500547"/>
            <a:ext cx="421079" cy="4620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3828" y="1627298"/>
            <a:ext cx="1111977" cy="5437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60275" y="1488287"/>
            <a:ext cx="1287768" cy="4742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62511" y="1602768"/>
            <a:ext cx="1034302" cy="38842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5459" y="2739420"/>
            <a:ext cx="11651239" cy="1503412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object 2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118369" y="1794934"/>
            <a:ext cx="1226446" cy="35571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418402" y="1893059"/>
            <a:ext cx="392462" cy="22896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892628" y="1794934"/>
            <a:ext cx="1336826" cy="33527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303041" y="1893059"/>
            <a:ext cx="441520" cy="23714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818152" y="1799020"/>
            <a:ext cx="1496264" cy="38433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0387998" y="1803116"/>
            <a:ext cx="993421" cy="339361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903583" y="2666757"/>
            <a:ext cx="25019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25">
                <a:latin typeface="Arial MT"/>
                <a:cs typeface="Arial MT"/>
              </a:rPr>
              <a:t>1.</a:t>
            </a:r>
            <a:endParaRPr sz="215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223955" y="2694448"/>
            <a:ext cx="1050655" cy="26985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23669" y="2702622"/>
            <a:ext cx="784925" cy="26985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05080" y="3062431"/>
            <a:ext cx="11242422" cy="176631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200651" y="3794310"/>
            <a:ext cx="241201" cy="253498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905080" y="4869634"/>
            <a:ext cx="11328400" cy="748665"/>
            <a:chOff x="1905080" y="4869634"/>
            <a:chExt cx="11328400" cy="748665"/>
          </a:xfrm>
        </p:grpSpPr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05080" y="4869634"/>
              <a:ext cx="5837884" cy="69507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83845" y="4873721"/>
              <a:ext cx="5449509" cy="744142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86500" y="5241704"/>
            <a:ext cx="241201" cy="30665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880285" y="5873651"/>
            <a:ext cx="287655" cy="4343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50" spc="-605">
                <a:latin typeface="Courier New"/>
                <a:cs typeface="Courier New"/>
              </a:rPr>
              <a:t>2.</a:t>
            </a:r>
            <a:endParaRPr sz="2650">
              <a:latin typeface="Courier New"/>
              <a:cs typeface="Courier New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15779" y="5981756"/>
            <a:ext cx="1173300" cy="29438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450402" y="5981756"/>
            <a:ext cx="776749" cy="269853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905080" y="6341566"/>
            <a:ext cx="11594465" cy="2477770"/>
            <a:chOff x="1905080" y="6341566"/>
            <a:chExt cx="11594465" cy="2477770"/>
          </a:xfrm>
        </p:grpSpPr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05080" y="7412803"/>
              <a:ext cx="11594007" cy="140651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05080" y="6341566"/>
              <a:ext cx="11442744" cy="104261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362333" y="6648294"/>
            <a:ext cx="763905" cy="3784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-225">
                <a:latin typeface="Arial MT"/>
                <a:cs typeface="Arial MT"/>
              </a:rPr>
              <a:t>12@</a:t>
            </a:r>
            <a:r>
              <a:rPr dirty="0" sz="2300">
                <a:latin typeface="Arial MT"/>
                <a:cs typeface="Arial MT"/>
              </a:rPr>
              <a:t> </a:t>
            </a:r>
            <a:r>
              <a:rPr dirty="0" sz="2300" spc="-420">
                <a:latin typeface="Arial MT"/>
                <a:cs typeface="Arial MT"/>
              </a:rPr>
              <a:t>e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80" y="8958322"/>
            <a:ext cx="408815" cy="2248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1129" y="8954235"/>
            <a:ext cx="445608" cy="1880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2148" y="8884725"/>
            <a:ext cx="433344" cy="2739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64550" y="8941966"/>
            <a:ext cx="833983" cy="3352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55768" y="8880639"/>
            <a:ext cx="437432" cy="2780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50434" y="8941966"/>
            <a:ext cx="568253" cy="216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75923" y="8888813"/>
            <a:ext cx="641840" cy="2657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62732" y="8958322"/>
            <a:ext cx="662281" cy="22896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86336" y="8888813"/>
            <a:ext cx="555988" cy="26985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03648" y="8880639"/>
            <a:ext cx="241201" cy="302563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40694" y="1794934"/>
            <a:ext cx="1569850" cy="4538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12749" y="1790847"/>
            <a:ext cx="1165123" cy="4334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80077" y="1790847"/>
            <a:ext cx="1099713" cy="45793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186084" y="1921684"/>
            <a:ext cx="494666" cy="2984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774772" y="1803116"/>
            <a:ext cx="1271415" cy="4456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05080" y="2817112"/>
            <a:ext cx="11708472" cy="1410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5080" y="4276774"/>
            <a:ext cx="11728914" cy="139833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80" y="5732350"/>
            <a:ext cx="5012077" cy="7400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2126" y="5732350"/>
            <a:ext cx="4124947" cy="7441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32044" y="5810034"/>
            <a:ext cx="1385884" cy="6010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71078" y="5736437"/>
            <a:ext cx="179878" cy="3025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800007" y="5797765"/>
            <a:ext cx="474225" cy="2167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45"/>
              </a:spcBef>
            </a:pPr>
            <a:r>
              <a:rPr dirty="0" sz="750"/>
              <a:t>Scanned</a:t>
            </a:r>
            <a:r>
              <a:rPr dirty="0" sz="750" spc="55"/>
              <a:t> with</a:t>
            </a:r>
            <a:r>
              <a:rPr dirty="0" sz="750"/>
              <a:t> </a:t>
            </a:r>
            <a:r>
              <a:rPr dirty="0" sz="750" spc="-10"/>
              <a:t>OKEN</a:t>
            </a:r>
            <a:r>
              <a:rPr dirty="0" sz="750" spc="50"/>
              <a:t> </a:t>
            </a:r>
            <a:r>
              <a:rPr dirty="0" sz="750" spc="-10">
                <a:solidFill>
                  <a:srgbClr val="161616"/>
                </a:solidFill>
              </a:rPr>
              <a:t>Scanner</a:t>
            </a:r>
            <a:endParaRPr sz="7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7184" y="2293754"/>
            <a:ext cx="1741554" cy="5029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87294" y="2289667"/>
            <a:ext cx="1291856" cy="4824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85441" y="2301936"/>
            <a:ext cx="1659790" cy="47019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961" y="2988835"/>
            <a:ext cx="11724827" cy="858625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871981" y="19855960"/>
            <a:ext cx="1585595" cy="158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40">
                <a:latin typeface="Courier New"/>
                <a:cs typeface="Courier New"/>
              </a:rPr>
              <a:t>CE?</a:t>
            </a:r>
            <a:r>
              <a:rPr dirty="0" sz="850" spc="-35">
                <a:latin typeface="Courier New"/>
                <a:cs typeface="Courier New"/>
              </a:rPr>
              <a:t> </a:t>
            </a:r>
            <a:r>
              <a:rPr dirty="0" sz="850" spc="-90">
                <a:latin typeface="Courier New"/>
                <a:cs typeface="Courier New"/>
              </a:rPr>
              <a:t>Scanned</a:t>
            </a:r>
            <a:r>
              <a:rPr dirty="0" sz="850" spc="-190">
                <a:latin typeface="Courier New"/>
                <a:cs typeface="Courier New"/>
              </a:rPr>
              <a:t> </a:t>
            </a:r>
            <a:r>
              <a:rPr dirty="0" sz="850" spc="-135">
                <a:latin typeface="Courier New"/>
                <a:cs typeface="Courier New"/>
              </a:rPr>
              <a:t>with</a:t>
            </a:r>
            <a:r>
              <a:rPr dirty="0" sz="850" spc="-275">
                <a:latin typeface="Courier New"/>
                <a:cs typeface="Courier New"/>
              </a:rPr>
              <a:t> </a:t>
            </a:r>
            <a:r>
              <a:rPr dirty="0" sz="850" spc="-10">
                <a:latin typeface="Courier New"/>
                <a:cs typeface="Courier New"/>
              </a:rPr>
              <a:t>OKEN</a:t>
            </a:r>
            <a:r>
              <a:rPr dirty="0" sz="850" spc="-290">
                <a:latin typeface="Courier New"/>
                <a:cs typeface="Courier New"/>
              </a:rPr>
              <a:t> </a:t>
            </a:r>
            <a:r>
              <a:rPr dirty="0" sz="850" spc="-65">
                <a:latin typeface="Courier New"/>
                <a:cs typeface="Courier New"/>
              </a:rPr>
              <a:t>Scanner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object 58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5792915" y="1799020"/>
            <a:ext cx="1573939" cy="449756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7464969" y="1925771"/>
            <a:ext cx="490578" cy="294385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8057752" y="1790847"/>
            <a:ext cx="1385884" cy="44975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9545842" y="1803116"/>
            <a:ext cx="960716" cy="429312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909167" y="2817112"/>
            <a:ext cx="6708661" cy="1737694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8687331" y="2841641"/>
            <a:ext cx="277994" cy="245321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9026647" y="2907056"/>
            <a:ext cx="457873" cy="22078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9537661" y="2907056"/>
            <a:ext cx="564165" cy="196257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0159060" y="2833459"/>
            <a:ext cx="212584" cy="29438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0461586" y="2890709"/>
            <a:ext cx="1046567" cy="212612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1561295" y="2833459"/>
            <a:ext cx="237112" cy="253498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1855648" y="2833459"/>
            <a:ext cx="964804" cy="269853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2885865" y="2898882"/>
            <a:ext cx="490578" cy="22896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8675062" y="3197355"/>
            <a:ext cx="212584" cy="31482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8977589" y="3201442"/>
            <a:ext cx="216672" cy="253498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259672" y="3205537"/>
            <a:ext cx="511019" cy="253498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9832013" y="3266865"/>
            <a:ext cx="1549410" cy="286208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1438657" y="3275039"/>
            <a:ext cx="580517" cy="200345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2080499" y="3201442"/>
            <a:ext cx="633663" cy="269853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2775478" y="3201442"/>
            <a:ext cx="204407" cy="253498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2767733" y="4235789"/>
            <a:ext cx="1062355" cy="383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95"/>
              </a:spcBef>
              <a:buChar char="•"/>
              <a:tabLst>
                <a:tab pos="154940" algn="l"/>
              </a:tabLst>
            </a:pPr>
            <a:r>
              <a:rPr dirty="0" sz="2350" spc="-195">
                <a:latin typeface="Arial MT"/>
                <a:cs typeface="Arial MT"/>
              </a:rPr>
              <a:t>1156</a:t>
            </a:r>
            <a:r>
              <a:rPr dirty="0" sz="2350" spc="-15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$.</a:t>
            </a:r>
            <a:endParaRPr sz="2350">
              <a:latin typeface="Arial MT"/>
              <a:cs typeface="Arial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925521" y="4640662"/>
            <a:ext cx="944363" cy="28620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2955735" y="4726528"/>
            <a:ext cx="588694" cy="196257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597576" y="4652931"/>
            <a:ext cx="633663" cy="26985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925521" y="5078155"/>
            <a:ext cx="748132" cy="21670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763591" y="5016827"/>
            <a:ext cx="1009774" cy="29847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867394" y="5078155"/>
            <a:ext cx="1046567" cy="21261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925521" y="5360272"/>
            <a:ext cx="9259672" cy="1050793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1242422" y="5376628"/>
            <a:ext cx="703162" cy="26985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2002824" y="5368454"/>
            <a:ext cx="711338" cy="323006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2775478" y="5376628"/>
            <a:ext cx="433344" cy="28211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3261970" y="5376628"/>
            <a:ext cx="241201" cy="29847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925521" y="6545999"/>
            <a:ext cx="429256" cy="22078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420187" y="6468307"/>
            <a:ext cx="833983" cy="36798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311404" y="6472403"/>
            <a:ext cx="564165" cy="25349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936893" y="6472403"/>
            <a:ext cx="686809" cy="29847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685025" y="6529644"/>
            <a:ext cx="564165" cy="2167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314600" y="6468307"/>
            <a:ext cx="233024" cy="25349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384804" y="6545999"/>
            <a:ext cx="572341" cy="29029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9018465" y="6476489"/>
            <a:ext cx="216672" cy="24941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9304635" y="6472403"/>
            <a:ext cx="772661" cy="25349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0130444" y="6468307"/>
            <a:ext cx="241201" cy="302563"/>
          </a:xfrm>
          <a:prstGeom prst="rect">
            <a:avLst/>
          </a:prstGeom>
        </p:spPr>
      </p:pic>
      <p:sp>
        <p:nvSpPr>
          <p:cNvPr id="62" name="object 62"/>
          <p:cNvSpPr/>
          <p:nvPr/>
        </p:nvSpPr>
        <p:spPr>
          <a:xfrm>
            <a:off x="6258964" y="6708525"/>
            <a:ext cx="116839" cy="0"/>
          </a:xfrm>
          <a:custGeom>
            <a:avLst/>
            <a:gdLst/>
            <a:ahLst/>
            <a:cxnLst/>
            <a:rect l="l" t="t" r="r" b="b"/>
            <a:pathLst>
              <a:path w="116839" h="0">
                <a:moveTo>
                  <a:pt x="0" y="0"/>
                </a:moveTo>
                <a:lnTo>
                  <a:pt x="116512" y="0"/>
                </a:lnTo>
              </a:path>
            </a:pathLst>
          </a:custGeom>
          <a:ln w="10221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3" name="object 63"/>
          <p:cNvGrpSpPr/>
          <p:nvPr/>
        </p:nvGrpSpPr>
        <p:grpSpPr>
          <a:xfrm>
            <a:off x="6258964" y="6584837"/>
            <a:ext cx="116839" cy="128905"/>
            <a:chOff x="6258964" y="6584837"/>
            <a:chExt cx="116839" cy="128905"/>
          </a:xfrm>
        </p:grpSpPr>
        <p:sp>
          <p:nvSpPr>
            <p:cNvPr id="64" name="object 64"/>
            <p:cNvSpPr/>
            <p:nvPr/>
          </p:nvSpPr>
          <p:spPr>
            <a:xfrm>
              <a:off x="6258964" y="6584837"/>
              <a:ext cx="116839" cy="128905"/>
            </a:xfrm>
            <a:custGeom>
              <a:avLst/>
              <a:gdLst/>
              <a:ahLst/>
              <a:cxnLst/>
              <a:rect l="l" t="t" r="r" b="b"/>
              <a:pathLst>
                <a:path w="116839" h="128904">
                  <a:moveTo>
                    <a:pt x="0" y="5110"/>
                  </a:moveTo>
                  <a:lnTo>
                    <a:pt x="116512" y="5110"/>
                  </a:lnTo>
                </a:path>
                <a:path w="116839" h="128904">
                  <a:moveTo>
                    <a:pt x="5110" y="128793"/>
                  </a:moveTo>
                  <a:lnTo>
                    <a:pt x="5110" y="0"/>
                  </a:lnTo>
                </a:path>
              </a:pathLst>
            </a:custGeom>
            <a:ln w="10221">
              <a:solidFill>
                <a:srgbClr val="1818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370367" y="6584837"/>
              <a:ext cx="0" cy="128905"/>
            </a:xfrm>
            <a:custGeom>
              <a:avLst/>
              <a:gdLst/>
              <a:ahLst/>
              <a:cxnLst/>
              <a:rect l="l" t="t" r="r" b="b"/>
              <a:pathLst>
                <a:path w="0" h="128904">
                  <a:moveTo>
                    <a:pt x="0" y="128793"/>
                  </a:moveTo>
                  <a:lnTo>
                    <a:pt x="0" y="0"/>
                  </a:lnTo>
                </a:path>
              </a:pathLst>
            </a:custGeom>
            <a:ln w="10220">
              <a:solidFill>
                <a:srgbClr val="18181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5589070" y="6415235"/>
            <a:ext cx="2710815" cy="3784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-45">
                <a:latin typeface="Arial MT"/>
                <a:cs typeface="Arial MT"/>
              </a:rPr>
              <a:t>Hill</a:t>
            </a:r>
            <a:r>
              <a:rPr dirty="0" sz="2300" spc="-114">
                <a:latin typeface="Arial MT"/>
                <a:cs typeface="Arial MT"/>
              </a:rPr>
              <a:t> </a:t>
            </a:r>
            <a:r>
              <a:rPr dirty="0" sz="2300" spc="-50">
                <a:latin typeface="Arial MT"/>
                <a:cs typeface="Arial MT"/>
              </a:rPr>
              <a:t>Farts</a:t>
            </a:r>
            <a:r>
              <a:rPr dirty="0" sz="2300" spc="-40">
                <a:latin typeface="Arial MT"/>
                <a:cs typeface="Arial MT"/>
              </a:rPr>
              <a:t> </a:t>
            </a:r>
            <a:r>
              <a:rPr dirty="0" sz="2300" spc="-45">
                <a:latin typeface="Arial MT"/>
                <a:cs typeface="Arial MT"/>
              </a:rPr>
              <a:t>of</a:t>
            </a:r>
            <a:r>
              <a:rPr dirty="0" sz="2300" spc="-110">
                <a:latin typeface="Arial MT"/>
                <a:cs typeface="Arial MT"/>
              </a:rPr>
              <a:t> </a:t>
            </a:r>
            <a:r>
              <a:rPr dirty="0" sz="2300" spc="-75">
                <a:latin typeface="Arial MT"/>
                <a:cs typeface="Arial MT"/>
              </a:rPr>
              <a:t>Rajasthan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09167" y="7192012"/>
            <a:ext cx="715426" cy="2657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77740" y="7208360"/>
            <a:ext cx="306611" cy="2494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5674" y="7208360"/>
            <a:ext cx="535548" cy="2657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46633" y="7204273"/>
            <a:ext cx="261641" cy="29438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98214" y="7192012"/>
            <a:ext cx="842159" cy="2821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05785" y="7208360"/>
            <a:ext cx="588694" cy="25349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55801" y="7204273"/>
            <a:ext cx="960716" cy="2698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77840" y="7208360"/>
            <a:ext cx="302523" cy="2494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945774" y="7277870"/>
            <a:ext cx="780837" cy="22078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787933" y="7204273"/>
            <a:ext cx="163526" cy="29438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016871" y="7204273"/>
            <a:ext cx="433344" cy="27394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503357" y="7261514"/>
            <a:ext cx="1046567" cy="2167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607162" y="7204273"/>
            <a:ext cx="233024" cy="253498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9901506" y="7277872"/>
            <a:ext cx="613223" cy="29438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571964" y="7208360"/>
            <a:ext cx="1177388" cy="29438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806589" y="7192012"/>
            <a:ext cx="711338" cy="26576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579252" y="7204273"/>
            <a:ext cx="641840" cy="27394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278325" y="7204273"/>
            <a:ext cx="216672" cy="253498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9167" y="7543640"/>
            <a:ext cx="1038391" cy="3843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4793" y="7621323"/>
            <a:ext cx="633663" cy="2126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5691" y="7637679"/>
            <a:ext cx="629575" cy="2003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82501" y="7559995"/>
            <a:ext cx="241201" cy="298474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14029328" y="19849827"/>
            <a:ext cx="1423035" cy="158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solidFill>
                  <a:srgbClr val="0C8556"/>
                </a:solidFill>
                <a:latin typeface="Arial MT"/>
                <a:cs typeface="Arial MT"/>
              </a:rPr>
              <a:t>'</a:t>
            </a:r>
            <a:r>
              <a:rPr dirty="0" sz="850" spc="275">
                <a:solidFill>
                  <a:srgbClr val="0C8556"/>
                </a:solidFill>
                <a:latin typeface="Arial MT"/>
                <a:cs typeface="Arial MT"/>
              </a:rPr>
              <a:t> </a:t>
            </a:r>
            <a:r>
              <a:rPr dirty="0" sz="850" spc="-40">
                <a:solidFill>
                  <a:srgbClr val="1A1A1A"/>
                </a:solidFill>
                <a:latin typeface="Arial MT"/>
                <a:cs typeface="Arial MT"/>
              </a:rPr>
              <a:t>Scanned</a:t>
            </a:r>
            <a:r>
              <a:rPr dirty="0" sz="85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with</a:t>
            </a:r>
            <a:r>
              <a:rPr dirty="0" sz="850" spc="-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95">
                <a:solidFill>
                  <a:srgbClr val="151515"/>
                </a:solidFill>
                <a:latin typeface="Arial MT"/>
                <a:cs typeface="Arial MT"/>
              </a:rPr>
              <a:t>OKEN</a:t>
            </a:r>
            <a:r>
              <a:rPr dirty="0" sz="850" spc="4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161616"/>
                </a:solidFill>
                <a:latin typeface="Arial MT"/>
                <a:cs typeface="Arial MT"/>
              </a:rPr>
              <a:t>Scanner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5961" y="1827645"/>
            <a:ext cx="11720741" cy="71388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9967" y="9207737"/>
            <a:ext cx="1990931" cy="6501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62160" y="9228179"/>
            <a:ext cx="1394060" cy="60921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961" y="10536562"/>
            <a:ext cx="11720741" cy="721245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40"/>
              </a:spcBef>
            </a:pPr>
            <a:r>
              <a:rPr dirty="0" spc="-40"/>
              <a:t>Scanned</a:t>
            </a:r>
            <a:r>
              <a:rPr dirty="0" spc="3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100"/>
              <a:t>OKEN</a:t>
            </a:r>
            <a:r>
              <a:rPr dirty="0" spc="20"/>
              <a:t> </a:t>
            </a:r>
            <a:r>
              <a:rPr dirty="0" spc="-25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98887" y="1803116"/>
            <a:ext cx="1361355" cy="6092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07416" y="1811289"/>
            <a:ext cx="711338" cy="6010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70016" y="1807202"/>
            <a:ext cx="1418589" cy="7032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80" y="3091047"/>
            <a:ext cx="11033927" cy="111621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961" y="4473026"/>
            <a:ext cx="11720741" cy="948985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40"/>
              </a:spcBef>
            </a:pPr>
            <a:r>
              <a:rPr dirty="0" spc="-40"/>
              <a:t>Scanned</a:t>
            </a:r>
            <a:r>
              <a:rPr dirty="0" spc="3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100"/>
              <a:t>OKEN</a:t>
            </a:r>
            <a:r>
              <a:rPr dirty="0" spc="20"/>
              <a:t> </a:t>
            </a:r>
            <a:r>
              <a:rPr dirty="0" spc="-25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object 5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5527184" y="1946213"/>
            <a:ext cx="1876463" cy="474288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7550820" y="1811289"/>
            <a:ext cx="715426" cy="601037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8413421" y="1807202"/>
            <a:ext cx="1418589" cy="70325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350688" y="3111498"/>
            <a:ext cx="1132418" cy="392514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905080" y="3777954"/>
            <a:ext cx="11172929" cy="112030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921432" y="5413426"/>
            <a:ext cx="298435" cy="298474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2350688" y="5323474"/>
            <a:ext cx="1140595" cy="388425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3573047" y="5442051"/>
            <a:ext cx="511019" cy="273942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4165829" y="5339829"/>
            <a:ext cx="1255063" cy="449756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909167" y="6010381"/>
            <a:ext cx="605046" cy="294385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2556595" y="5957298"/>
            <a:ext cx="319405" cy="3784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-540">
                <a:latin typeface="Arial MT"/>
                <a:cs typeface="Arial MT"/>
              </a:rPr>
              <a:t>qsT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35" name="object 3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931206" y="5998112"/>
            <a:ext cx="789013" cy="265764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3769552" y="5957298"/>
            <a:ext cx="569595" cy="3784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-190">
                <a:latin typeface="Arial MT"/>
                <a:cs typeface="Arial MT"/>
              </a:rPr>
              <a:t>19@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36" name="object 3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407030" y="6010381"/>
            <a:ext cx="817630" cy="278031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273719" y="6010381"/>
            <a:ext cx="241201" cy="253498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563978" y="5998112"/>
            <a:ext cx="752220" cy="28211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365256" y="6010381"/>
            <a:ext cx="228936" cy="253498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6651427" y="6006286"/>
            <a:ext cx="968892" cy="278031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7669377" y="6010381"/>
            <a:ext cx="237112" cy="253498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959636" y="6010381"/>
            <a:ext cx="1075184" cy="26985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087966" y="6014468"/>
            <a:ext cx="674545" cy="273942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815657" y="6063526"/>
            <a:ext cx="805366" cy="212612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0678255" y="6006286"/>
            <a:ext cx="237112" cy="25758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0972607" y="6014468"/>
            <a:ext cx="466049" cy="257587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1499976" y="6079882"/>
            <a:ext cx="690898" cy="200345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2248109" y="6075795"/>
            <a:ext cx="470137" cy="188079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12752125" y="5957471"/>
            <a:ext cx="165100" cy="3733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50" spc="-50">
                <a:latin typeface="Arial MT"/>
                <a:cs typeface="Arial MT"/>
              </a:rPr>
              <a:t>II</a:t>
            </a:r>
            <a:endParaRPr sz="2250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905080" y="6362008"/>
            <a:ext cx="11418214" cy="105488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925521" y="7997480"/>
            <a:ext cx="290258" cy="30665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354776" y="8009749"/>
            <a:ext cx="1328650" cy="30665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765189" y="8034278"/>
            <a:ext cx="735867" cy="26576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09167" y="8651675"/>
            <a:ext cx="801278" cy="20852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763591" y="8598521"/>
            <a:ext cx="310699" cy="25349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127438" y="8594435"/>
            <a:ext cx="613223" cy="30256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789719" y="8598521"/>
            <a:ext cx="310699" cy="25349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157653" y="8668031"/>
            <a:ext cx="1083360" cy="30665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298247" y="8594435"/>
            <a:ext cx="220760" cy="26167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576241" y="8606695"/>
            <a:ext cx="1116066" cy="26167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154270" y="8594435"/>
            <a:ext cx="981157" cy="27394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192661" y="8594435"/>
            <a:ext cx="609134" cy="29847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871298" y="8586252"/>
            <a:ext cx="482402" cy="27394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770685" y="8594435"/>
            <a:ext cx="511019" cy="38433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334852" y="8598521"/>
            <a:ext cx="719515" cy="25758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115688" y="8590339"/>
            <a:ext cx="707250" cy="31891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880177" y="8594435"/>
            <a:ext cx="433344" cy="28211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2374843" y="8590339"/>
            <a:ext cx="241201" cy="30256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2714159" y="8594435"/>
            <a:ext cx="609134" cy="2984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09167" y="8958322"/>
            <a:ext cx="494666" cy="25758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05080" y="9318132"/>
            <a:ext cx="3814247" cy="67054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13256" y="10041828"/>
            <a:ext cx="903482" cy="27394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65796" y="10054097"/>
            <a:ext cx="682721" cy="3148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5080" y="10401629"/>
            <a:ext cx="3245994" cy="10099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05080" y="11517847"/>
            <a:ext cx="1295945" cy="26985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58258" y="11501490"/>
            <a:ext cx="564165" cy="2739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84385" y="11505578"/>
            <a:ext cx="739955" cy="298474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80" y="11873562"/>
            <a:ext cx="596870" cy="2821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5096" y="11877650"/>
            <a:ext cx="310699" cy="2494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23030" y="11873562"/>
            <a:ext cx="682721" cy="2739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62986" y="11869473"/>
            <a:ext cx="245289" cy="302563"/>
          </a:xfrm>
          <a:prstGeom prst="rect">
            <a:avLst/>
          </a:prstGeom>
        </p:spPr>
      </p:pic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40"/>
              </a:spcBef>
            </a:pPr>
            <a:r>
              <a:rPr dirty="0" spc="-40"/>
              <a:t>Scanned</a:t>
            </a:r>
            <a:r>
              <a:rPr dirty="0" spc="3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100"/>
              <a:t>OKEN</a:t>
            </a:r>
            <a:r>
              <a:rPr dirty="0" spc="20"/>
              <a:t> </a:t>
            </a:r>
            <a:r>
              <a:rPr dirty="0" spc="-25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object 5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797002" y="2310109"/>
            <a:ext cx="1255063" cy="48655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170622" y="2297849"/>
            <a:ext cx="817630" cy="547884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8102722" y="2310109"/>
            <a:ext cx="543724" cy="462022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8760911" y="2301936"/>
            <a:ext cx="1095625" cy="547884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1895915" y="3430830"/>
            <a:ext cx="2612390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50" spc="-25">
                <a:latin typeface="Arial MT"/>
                <a:cs typeface="Arial MT"/>
              </a:rPr>
              <a:t>Salim</a:t>
            </a:r>
            <a:r>
              <a:rPr dirty="0" sz="2250" spc="-75">
                <a:latin typeface="Arial MT"/>
                <a:cs typeface="Arial MT"/>
              </a:rPr>
              <a:t> </a:t>
            </a:r>
            <a:r>
              <a:rPr dirty="0" sz="2250" spc="-110">
                <a:latin typeface="Arial MT"/>
                <a:cs typeface="Arial MT"/>
              </a:rPr>
              <a:t>Singh-</a:t>
            </a:r>
            <a:r>
              <a:rPr dirty="0" sz="2250">
                <a:latin typeface="Arial MT"/>
                <a:cs typeface="Arial MT"/>
              </a:rPr>
              <a:t>kï</a:t>
            </a:r>
            <a:r>
              <a:rPr dirty="0" sz="2250" spc="15">
                <a:latin typeface="Arial MT"/>
                <a:cs typeface="Arial MT"/>
              </a:rPr>
              <a:t> </a:t>
            </a:r>
            <a:r>
              <a:rPr dirty="0" sz="2250" spc="-30">
                <a:latin typeface="Arial MT"/>
                <a:cs typeface="Arial MT"/>
              </a:rPr>
              <a:t>Haveli</a:t>
            </a:r>
            <a:endParaRPr sz="2250">
              <a:latin typeface="Arial MT"/>
              <a:cs typeface="Arial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582821" y="3471299"/>
            <a:ext cx="972980" cy="273942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604859" y="3479473"/>
            <a:ext cx="310699" cy="24941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968705" y="3475386"/>
            <a:ext cx="825807" cy="34345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6851746" y="3475386"/>
            <a:ext cx="1177388" cy="29847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8082281" y="3471299"/>
            <a:ext cx="883041" cy="30256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022552" y="3471299"/>
            <a:ext cx="216672" cy="257587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296462" y="3475386"/>
            <a:ext cx="224848" cy="26985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566277" y="3540809"/>
            <a:ext cx="408815" cy="20034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0028239" y="3471299"/>
            <a:ext cx="245289" cy="298474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0367555" y="3540809"/>
            <a:ext cx="662281" cy="24941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1091159" y="3463125"/>
            <a:ext cx="780837" cy="265764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11922255" y="3430830"/>
            <a:ext cx="622300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50" spc="-70">
                <a:latin typeface="Arial MT"/>
                <a:cs typeface="Arial MT"/>
              </a:rPr>
              <a:t>1815</a:t>
            </a:r>
            <a:endParaRPr sz="2250">
              <a:latin typeface="Arial MT"/>
              <a:cs typeface="Arial MT"/>
            </a:endParaRPr>
          </a:p>
        </p:txBody>
      </p:sp>
      <p:pic>
        <p:nvPicPr>
          <p:cNvPr id="48" name="object 4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2616042" y="3471299"/>
            <a:ext cx="216672" cy="318918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2922654" y="3475386"/>
            <a:ext cx="216672" cy="25349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905080" y="3839282"/>
            <a:ext cx="968892" cy="278031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931206" y="3843369"/>
            <a:ext cx="233024" cy="257587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221465" y="3847455"/>
            <a:ext cx="1071096" cy="26985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349796" y="3847455"/>
            <a:ext cx="670457" cy="27394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073399" y="3847455"/>
            <a:ext cx="694986" cy="26576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825619" y="3839282"/>
            <a:ext cx="457873" cy="30256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344815" y="3843369"/>
            <a:ext cx="208495" cy="25349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602369" y="3912878"/>
            <a:ext cx="862600" cy="204434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7521630" y="3794727"/>
            <a:ext cx="305435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50" spc="-50">
                <a:latin typeface="Arial MT"/>
                <a:cs typeface="Arial MT"/>
              </a:rPr>
              <a:t>Æ</a:t>
            </a:r>
            <a:endParaRPr sz="225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905080" y="4558892"/>
            <a:ext cx="3560782" cy="66645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527184" y="4918693"/>
            <a:ext cx="711338" cy="31891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291669" y="4926875"/>
            <a:ext cx="437432" cy="27803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786336" y="4918693"/>
            <a:ext cx="241201" cy="30256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905080" y="5290771"/>
            <a:ext cx="576429" cy="3189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534655" y="5343916"/>
            <a:ext cx="805366" cy="21261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781543" y="5290771"/>
            <a:ext cx="506931" cy="38024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345708" y="5278502"/>
            <a:ext cx="1937784" cy="32709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344815" y="5290771"/>
            <a:ext cx="208495" cy="30256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643251" y="5298944"/>
            <a:ext cx="797190" cy="25349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493586" y="5303031"/>
            <a:ext cx="940275" cy="253498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8487009" y="5356187"/>
            <a:ext cx="1324561" cy="20034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872889" y="5290771"/>
            <a:ext cx="163526" cy="2984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05080" y="6022641"/>
            <a:ext cx="658192" cy="3107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4595" y="6022641"/>
            <a:ext cx="789013" cy="2575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74930" y="6088064"/>
            <a:ext cx="764484" cy="1880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92562" y="6018555"/>
            <a:ext cx="237112" cy="253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82821" y="6083977"/>
            <a:ext cx="658192" cy="20443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02336" y="6018555"/>
            <a:ext cx="363845" cy="31482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39768" y="6067622"/>
            <a:ext cx="752220" cy="24941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549222" y="6063526"/>
            <a:ext cx="641840" cy="25349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276914" y="6030823"/>
            <a:ext cx="282082" cy="24532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616232" y="6088064"/>
            <a:ext cx="461961" cy="22487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127250" y="6088064"/>
            <a:ext cx="568253" cy="20034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752737" y="6014468"/>
            <a:ext cx="237112" cy="3025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80" y="6382451"/>
            <a:ext cx="9509044" cy="1067148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1471360" y="6824023"/>
            <a:ext cx="461961" cy="2248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99372" y="6750433"/>
            <a:ext cx="752220" cy="31482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961" y="7506841"/>
            <a:ext cx="11720741" cy="6856737"/>
          </a:xfrm>
          <a:prstGeom prst="rect">
            <a:avLst/>
          </a:prstGeom>
        </p:spPr>
      </p:pic>
      <p:sp>
        <p:nvSpPr>
          <p:cNvPr id="59" name="object 5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40"/>
              </a:spcBef>
            </a:pPr>
            <a:r>
              <a:rPr dirty="0" spc="-40"/>
              <a:t>Scanned</a:t>
            </a:r>
            <a:r>
              <a:rPr dirty="0" spc="3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100"/>
              <a:t>OKEN</a:t>
            </a:r>
            <a:r>
              <a:rPr dirty="0" spc="20"/>
              <a:t> </a:t>
            </a:r>
            <a:r>
              <a:rPr dirty="0" spc="-25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361168" y="2322378"/>
            <a:ext cx="1373619" cy="51517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853344" y="2322378"/>
            <a:ext cx="932099" cy="53970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05080" y="3091047"/>
            <a:ext cx="11630797" cy="17744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9167" y="5303031"/>
            <a:ext cx="764484" cy="2862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30887" y="5307118"/>
            <a:ext cx="519195" cy="3025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07316" y="5290771"/>
            <a:ext cx="968892" cy="2780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25267" y="5298944"/>
            <a:ext cx="310699" cy="253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93201" y="5290771"/>
            <a:ext cx="1295945" cy="27394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042292" y="5290764"/>
            <a:ext cx="719515" cy="2984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51746" y="5298944"/>
            <a:ext cx="866688" cy="31074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75669" y="5286676"/>
            <a:ext cx="437432" cy="27803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66248" y="5348012"/>
            <a:ext cx="919834" cy="2167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239229" y="5364367"/>
            <a:ext cx="511019" cy="19216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803396" y="5360272"/>
            <a:ext cx="314787" cy="18807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167242" y="5294858"/>
            <a:ext cx="511019" cy="37615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731400" y="5307118"/>
            <a:ext cx="658192" cy="25758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442744" y="5290771"/>
            <a:ext cx="241201" cy="30256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961" y="5691457"/>
            <a:ext cx="11720741" cy="6386537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40"/>
              </a:spcBef>
            </a:pPr>
            <a:r>
              <a:rPr dirty="0" spc="-40"/>
              <a:t>Scanned</a:t>
            </a:r>
            <a:r>
              <a:rPr dirty="0" spc="3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100"/>
              <a:t>OKEN</a:t>
            </a:r>
            <a:r>
              <a:rPr dirty="0" spc="20"/>
              <a:t> </a:t>
            </a:r>
            <a:r>
              <a:rPr dirty="0" spc="-25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43907" y="85258"/>
            <a:ext cx="159004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10416" sz="1200" spc="-97">
                <a:solidFill>
                  <a:srgbClr val="161616"/>
                </a:solidFill>
                <a:latin typeface="Arial MT"/>
                <a:cs typeface="Arial MT"/>
              </a:rPr>
              <a:t>aòUUP</a:t>
            </a:r>
            <a:r>
              <a:rPr dirty="0" sz="800" spc="-65">
                <a:solidFill>
                  <a:srgbClr val="161616"/>
                </a:solidFill>
                <a:latin typeface="Arial MT"/>
                <a:cs typeface="Arial MT"/>
              </a:rPr>
              <a:t>*S</a:t>
            </a:r>
            <a:r>
              <a:rPr dirty="0" sz="800" spc="-8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baseline="6944" sz="1200" spc="127">
                <a:solidFill>
                  <a:srgbClr val="161616"/>
                </a:solidFill>
                <a:latin typeface="Arial MT"/>
                <a:cs typeface="Arial MT"/>
              </a:rPr>
              <a:t>Nato</a:t>
            </a:r>
            <a:r>
              <a:rPr dirty="0" baseline="6944" sz="1200" spc="7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baseline="6944" sz="1200" spc="-37">
                <a:solidFill>
                  <a:srgbClr val="1C1C1C"/>
                </a:solidFill>
                <a:latin typeface="Arial MT"/>
                <a:cs typeface="Arial MT"/>
              </a:rPr>
              <a:t>x›!^^</a:t>
            </a:r>
            <a:r>
              <a:rPr dirty="0" baseline="6944" sz="1200" spc="52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baseline="10416" sz="1200">
                <a:solidFill>
                  <a:srgbClr val="161616"/>
                </a:solidFill>
                <a:latin typeface="Arial MT"/>
                <a:cs typeface="Arial MT"/>
              </a:rPr>
              <a:t>pauue</a:t>
            </a:r>
            <a:r>
              <a:rPr dirty="0" sz="800">
                <a:solidFill>
                  <a:srgbClr val="161616"/>
                </a:solidFill>
                <a:latin typeface="Arial MT"/>
                <a:cs typeface="Arial MT"/>
              </a:rPr>
              <a:t>°s</a:t>
            </a:r>
            <a:r>
              <a:rPr dirty="0" sz="800" spc="140">
                <a:solidFill>
                  <a:srgbClr val="161616"/>
                </a:solidFill>
                <a:latin typeface="Arial MT"/>
                <a:cs typeface="Arial MT"/>
              </a:rPr>
              <a:t>  </a:t>
            </a:r>
            <a:r>
              <a:rPr dirty="0" baseline="6944" sz="1200" spc="-75">
                <a:solidFill>
                  <a:srgbClr val="08954D"/>
                </a:solidFill>
                <a:latin typeface="Arial MT"/>
                <a:cs typeface="Arial MT"/>
              </a:rPr>
              <a:t>@</a:t>
            </a:r>
            <a:endParaRPr baseline="6944" sz="12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375220" y="15537034"/>
            <a:ext cx="2170810" cy="72778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106103" y="15606535"/>
            <a:ext cx="408815" cy="22487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603263" y="15994960"/>
            <a:ext cx="936187" cy="253498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868285" y="8811129"/>
            <a:ext cx="11762105" cy="7466330"/>
            <a:chOff x="1868285" y="8811129"/>
            <a:chExt cx="11762105" cy="7466330"/>
          </a:xfrm>
        </p:grpSpPr>
        <p:pic>
          <p:nvPicPr>
            <p:cNvPr id="23" name="object 2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96682" y="15156782"/>
              <a:ext cx="8033223" cy="112030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68285" y="8811129"/>
              <a:ext cx="11720738" cy="632929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611437" y="15647428"/>
              <a:ext cx="439476" cy="175813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28366" y="16358857"/>
            <a:ext cx="793101" cy="2003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78703" y="16375212"/>
            <a:ext cx="233024" cy="253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68960" y="16354770"/>
            <a:ext cx="1185564" cy="2739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07672" y="16375212"/>
            <a:ext cx="237112" cy="253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7929" y="16354770"/>
            <a:ext cx="964804" cy="27803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19964" y="16334327"/>
            <a:ext cx="437432" cy="30665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647341" y="16334327"/>
            <a:ext cx="253465" cy="2984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49859" y="16358857"/>
            <a:ext cx="572341" cy="2167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79438" y="16375212"/>
            <a:ext cx="723603" cy="26576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356187" y="16375212"/>
            <a:ext cx="343404" cy="2494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756826" y="16330240"/>
            <a:ext cx="1181476" cy="29438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991449" y="16289346"/>
            <a:ext cx="825807" cy="33936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862226" y="16367038"/>
            <a:ext cx="408815" cy="19625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336452" y="16375212"/>
            <a:ext cx="290258" cy="17581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692121" y="16358857"/>
            <a:ext cx="968892" cy="26985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726424" y="16375212"/>
            <a:ext cx="443564" cy="17581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21090" y="16334327"/>
            <a:ext cx="408815" cy="224878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8267" y="17307438"/>
            <a:ext cx="1741553" cy="4988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9697" y="17266544"/>
            <a:ext cx="878953" cy="4006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67207" y="17266544"/>
            <a:ext cx="723603" cy="4006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object 2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491989" y="2404149"/>
            <a:ext cx="1504440" cy="588771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106809" y="2436860"/>
            <a:ext cx="805366" cy="33527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05080" y="3103316"/>
            <a:ext cx="968892" cy="28211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931206" y="3107403"/>
            <a:ext cx="233024" cy="25758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225553" y="3181000"/>
            <a:ext cx="457873" cy="20034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728396" y="3111498"/>
            <a:ext cx="645928" cy="26985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431559" y="3181000"/>
            <a:ext cx="400639" cy="19216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893520" y="3111498"/>
            <a:ext cx="821719" cy="33527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768385" y="3111498"/>
            <a:ext cx="1181476" cy="29847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011184" y="3111498"/>
            <a:ext cx="339316" cy="24941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407735" y="3176913"/>
            <a:ext cx="1034302" cy="23305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495183" y="3111498"/>
            <a:ext cx="1067008" cy="26985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9619422" y="3095143"/>
            <a:ext cx="445608" cy="26576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122270" y="3103316"/>
            <a:ext cx="241201" cy="30665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465673" y="3181000"/>
            <a:ext cx="355669" cy="22896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882664" y="3164644"/>
            <a:ext cx="797190" cy="21261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904707" y="3103316"/>
            <a:ext cx="396550" cy="273942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1729651" y="3054502"/>
            <a:ext cx="177165" cy="3733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50" spc="-50">
                <a:latin typeface="Arial MT"/>
                <a:cs typeface="Arial MT"/>
              </a:rPr>
              <a:t>1</a:t>
            </a:r>
            <a:endParaRPr sz="2250">
              <a:latin typeface="Arial MT"/>
              <a:cs typeface="Arial M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374843" y="3111498"/>
            <a:ext cx="809454" cy="27803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3241528" y="3111498"/>
            <a:ext cx="216672" cy="24941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05080" y="3459030"/>
            <a:ext cx="7849255" cy="184808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815657" y="4199083"/>
            <a:ext cx="208495" cy="2575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80" y="5654658"/>
            <a:ext cx="5122457" cy="70325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084771" y="5646487"/>
            <a:ext cx="441520" cy="2698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7613" y="5650572"/>
            <a:ext cx="212584" cy="3066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86049" y="5662841"/>
            <a:ext cx="314787" cy="2575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53983" y="5662841"/>
            <a:ext cx="968892" cy="2616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76019" y="5658754"/>
            <a:ext cx="903482" cy="36389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73533" y="5671014"/>
            <a:ext cx="711338" cy="24941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33927" y="5732350"/>
            <a:ext cx="1091537" cy="30665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178608" y="5654658"/>
            <a:ext cx="437432" cy="278031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961" y="6415154"/>
            <a:ext cx="11720741" cy="7813490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40"/>
              </a:spcBef>
            </a:pPr>
            <a:r>
              <a:rPr dirty="0" spc="-40"/>
              <a:t>Scanned</a:t>
            </a:r>
            <a:r>
              <a:rPr dirty="0" spc="3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100">
                <a:solidFill>
                  <a:srgbClr val="161616"/>
                </a:solidFill>
              </a:rPr>
              <a:t>OKEN</a:t>
            </a:r>
            <a:r>
              <a:rPr dirty="0" spc="20">
                <a:solidFill>
                  <a:srgbClr val="161616"/>
                </a:solidFill>
              </a:rPr>
              <a:t> </a:t>
            </a:r>
            <a:r>
              <a:rPr dirty="0" spc="-25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object 48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6218083" y="2289667"/>
            <a:ext cx="981157" cy="482465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7309619" y="2301936"/>
            <a:ext cx="1434941" cy="478376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8859029" y="2289667"/>
            <a:ext cx="846248" cy="48246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905080" y="3091047"/>
            <a:ext cx="11561295" cy="1381977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8192471" y="3193004"/>
            <a:ext cx="927735" cy="6127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37465">
              <a:lnSpc>
                <a:spcPts val="2295"/>
              </a:lnSpc>
              <a:spcBef>
                <a:spcPts val="130"/>
              </a:spcBef>
              <a:tabLst>
                <a:tab pos="483870" algn="l"/>
              </a:tabLst>
            </a:pPr>
            <a:r>
              <a:rPr dirty="0" sz="2350" spc="-50">
                <a:latin typeface="Arial MT"/>
                <a:cs typeface="Arial MT"/>
              </a:rPr>
              <a:t>”</a:t>
            </a:r>
            <a:r>
              <a:rPr dirty="0" sz="2350">
                <a:latin typeface="Arial MT"/>
                <a:cs typeface="Arial MT"/>
              </a:rPr>
              <a:t>	</a:t>
            </a:r>
            <a:r>
              <a:rPr dirty="0" sz="2350" spc="-285">
                <a:latin typeface="Arial MT"/>
                <a:cs typeface="Arial MT"/>
              </a:rPr>
              <a:t>=.</a:t>
            </a:r>
            <a:endParaRPr sz="2350">
              <a:latin typeface="Arial MT"/>
              <a:cs typeface="Arial MT"/>
            </a:endParaRPr>
          </a:p>
          <a:p>
            <a:pPr algn="r" marR="5080">
              <a:lnSpc>
                <a:spcPts val="2295"/>
              </a:lnSpc>
            </a:pPr>
            <a:r>
              <a:rPr dirty="0" sz="2350" spc="-114">
                <a:latin typeface="Arial MT"/>
                <a:cs typeface="Arial MT"/>
              </a:rPr>
              <a:t>1980</a:t>
            </a:r>
            <a:r>
              <a:rPr dirty="0" sz="2350" spc="-45">
                <a:latin typeface="Arial MT"/>
                <a:cs typeface="Arial MT"/>
              </a:rPr>
              <a:t> </a:t>
            </a:r>
            <a:r>
              <a:rPr dirty="0" sz="2350" spc="40">
                <a:latin typeface="Arial MT"/>
                <a:cs typeface="Arial MT"/>
              </a:rPr>
              <a:t>Å</a:t>
            </a:r>
            <a:endParaRPr sz="235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905080" y="4550718"/>
            <a:ext cx="11643360" cy="1783080"/>
            <a:chOff x="1905080" y="4550718"/>
            <a:chExt cx="11643360" cy="1783080"/>
          </a:xfrm>
        </p:grpSpPr>
        <p:pic>
          <p:nvPicPr>
            <p:cNvPr id="42" name="object 4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905080" y="5560619"/>
              <a:ext cx="11626710" cy="77276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905080" y="4550718"/>
              <a:ext cx="8842681" cy="100172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804988" y="4571161"/>
              <a:ext cx="1193741" cy="26985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047788" y="4562979"/>
              <a:ext cx="1226446" cy="27803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3327385" y="4562979"/>
              <a:ext cx="220760" cy="273942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913256" y="6378364"/>
            <a:ext cx="633663" cy="26985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600065" y="6456047"/>
            <a:ext cx="596870" cy="204434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258258" y="6382451"/>
            <a:ext cx="233024" cy="25758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548517" y="6398806"/>
            <a:ext cx="474225" cy="25758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079978" y="6456047"/>
            <a:ext cx="421079" cy="19216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558292" y="6382451"/>
            <a:ext cx="490578" cy="27394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102016" y="6382451"/>
            <a:ext cx="245289" cy="29847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921432" y="6758607"/>
            <a:ext cx="1042479" cy="26576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905080" y="7097965"/>
            <a:ext cx="433344" cy="31482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391570" y="7114321"/>
            <a:ext cx="1189653" cy="27394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642545" y="7106147"/>
            <a:ext cx="1357267" cy="28211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057046" y="7106147"/>
            <a:ext cx="237112" cy="257587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351394" y="7175651"/>
            <a:ext cx="833983" cy="31482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242611" y="7097965"/>
            <a:ext cx="1226446" cy="28620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518115" y="7106147"/>
            <a:ext cx="408815" cy="3189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988253" y="7122503"/>
            <a:ext cx="560077" cy="26167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613743" y="7122503"/>
            <a:ext cx="200319" cy="28620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904000" y="7102061"/>
            <a:ext cx="441520" cy="28620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398666" y="7106147"/>
            <a:ext cx="731779" cy="30665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0220387" y="7114321"/>
            <a:ext cx="719515" cy="29847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1038013" y="7114321"/>
            <a:ext cx="302523" cy="26985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405946" y="7106147"/>
            <a:ext cx="433344" cy="28211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1892438" y="7114321"/>
            <a:ext cx="891217" cy="24941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2840892" y="7183831"/>
            <a:ext cx="600958" cy="2044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05080" y="7482304"/>
            <a:ext cx="310699" cy="2494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273013" y="7547726"/>
            <a:ext cx="474225" cy="200345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808562" y="7474132"/>
            <a:ext cx="347493" cy="2657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213289" y="7465948"/>
            <a:ext cx="887129" cy="32300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21432" y="7833931"/>
            <a:ext cx="797190" cy="26576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775856" y="7915709"/>
            <a:ext cx="658192" cy="2289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80" y="8271423"/>
            <a:ext cx="363845" cy="2289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6159" y="8197827"/>
            <a:ext cx="388374" cy="278031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80" y="8553541"/>
            <a:ext cx="821719" cy="2698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71768" y="8189653"/>
            <a:ext cx="6733189" cy="7482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54016" y="8197827"/>
            <a:ext cx="237112" cy="2616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48360" y="8206009"/>
            <a:ext cx="474225" cy="26167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79824" y="8201914"/>
            <a:ext cx="825807" cy="3434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254691" y="8197827"/>
            <a:ext cx="245289" cy="30665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598094" y="8197827"/>
            <a:ext cx="968892" cy="2821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624224" y="8197827"/>
            <a:ext cx="494666" cy="26985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176122" y="8201914"/>
            <a:ext cx="457873" cy="265764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1941873" y="8962409"/>
            <a:ext cx="11729085" cy="6546215"/>
            <a:chOff x="1941873" y="8962409"/>
            <a:chExt cx="11729085" cy="6546215"/>
          </a:xfrm>
        </p:grpSpPr>
        <p:pic>
          <p:nvPicPr>
            <p:cNvPr id="52" name="object 5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535360" y="9117784"/>
              <a:ext cx="1017950" cy="187670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941873" y="8962409"/>
              <a:ext cx="11728914" cy="654599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941873" y="8962409"/>
              <a:ext cx="11728914" cy="6545996"/>
            </a:xfrm>
            <a:prstGeom prst="rect">
              <a:avLst/>
            </a:prstGeom>
          </p:spPr>
        </p:pic>
      </p:grp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40"/>
              </a:spcBef>
            </a:pPr>
            <a:r>
              <a:rPr dirty="0" spc="-40"/>
              <a:t>Scanned</a:t>
            </a:r>
            <a:r>
              <a:rPr dirty="0" spc="3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100">
                <a:solidFill>
                  <a:srgbClr val="161616"/>
                </a:solidFill>
              </a:rPr>
              <a:t>OKEN</a:t>
            </a:r>
            <a:r>
              <a:rPr dirty="0" spc="20">
                <a:solidFill>
                  <a:srgbClr val="161616"/>
                </a:solidFill>
              </a:rPr>
              <a:t> </a:t>
            </a:r>
            <a:r>
              <a:rPr dirty="0" spc="-25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object 3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944176" y="2436860"/>
            <a:ext cx="752220" cy="35980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806776" y="2301936"/>
            <a:ext cx="421079" cy="47019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338236" y="2301936"/>
            <a:ext cx="596870" cy="49473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045487" y="2297849"/>
            <a:ext cx="421079" cy="47428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8572858" y="2301936"/>
            <a:ext cx="813542" cy="47837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905080" y="3091047"/>
            <a:ext cx="10392085" cy="2539077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1617868" y="3037121"/>
            <a:ext cx="81026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-260">
                <a:latin typeface="Courier New"/>
                <a:cs typeface="Courier New"/>
              </a:rPr>
              <a:t>40-</a:t>
            </a:r>
            <a:r>
              <a:rPr dirty="0" sz="2450" spc="-285">
                <a:latin typeface="Courier New"/>
                <a:cs typeface="Courier New"/>
              </a:rPr>
              <a:t>45</a:t>
            </a:r>
            <a:endParaRPr sz="2450">
              <a:latin typeface="Courier New"/>
              <a:cs typeface="Courier New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2497490" y="3111498"/>
            <a:ext cx="596870" cy="24941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3143419" y="3176913"/>
            <a:ext cx="314787" cy="2984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21432" y="6067622"/>
            <a:ext cx="502842" cy="22078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69245" y="6018555"/>
            <a:ext cx="245289" cy="25758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763591" y="6018555"/>
            <a:ext cx="335228" cy="2698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56055" y="6014468"/>
            <a:ext cx="233024" cy="25758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450402" y="6014468"/>
            <a:ext cx="449696" cy="26985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953245" y="6014468"/>
            <a:ext cx="968892" cy="27394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975284" y="6018555"/>
            <a:ext cx="237112" cy="2575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261454" y="6018555"/>
            <a:ext cx="1197829" cy="26985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516517" y="6006286"/>
            <a:ext cx="715426" cy="26985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285090" y="6022641"/>
            <a:ext cx="310699" cy="24941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653025" y="6088064"/>
            <a:ext cx="789013" cy="22896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495183" y="6022641"/>
            <a:ext cx="208495" cy="29438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793622" y="6006286"/>
            <a:ext cx="470137" cy="31074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312818" y="6022641"/>
            <a:ext cx="956627" cy="36798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322592" y="6018555"/>
            <a:ext cx="809454" cy="38024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1221980" y="6006288"/>
            <a:ext cx="376110" cy="27394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655326" y="6022641"/>
            <a:ext cx="711338" cy="26576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423902" y="6014468"/>
            <a:ext cx="433344" cy="2739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80" y="6398806"/>
            <a:ext cx="1120154" cy="2575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82468" y="6390624"/>
            <a:ext cx="506931" cy="2616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0721" y="6386537"/>
            <a:ext cx="858512" cy="36798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566468" y="6456040"/>
            <a:ext cx="310699" cy="1839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34402" y="6386537"/>
            <a:ext cx="793101" cy="2657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84737" y="6435604"/>
            <a:ext cx="784925" cy="3352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18721" y="6390624"/>
            <a:ext cx="768573" cy="2657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40441" y="6382451"/>
            <a:ext cx="355669" cy="298474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961" y="6783137"/>
            <a:ext cx="11720741" cy="7813490"/>
          </a:xfrm>
          <a:prstGeom prst="rect">
            <a:avLst/>
          </a:prstGeom>
        </p:spPr>
      </p:pic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40"/>
              </a:spcBef>
            </a:pPr>
            <a:r>
              <a:rPr dirty="0" spc="-40"/>
              <a:t>Scanned</a:t>
            </a:r>
            <a:r>
              <a:rPr dirty="0" spc="3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100">
                <a:solidFill>
                  <a:srgbClr val="161616"/>
                </a:solidFill>
              </a:rPr>
              <a:t>OKEN</a:t>
            </a:r>
            <a:r>
              <a:rPr dirty="0" spc="20">
                <a:solidFill>
                  <a:srgbClr val="161616"/>
                </a:solidFill>
              </a:rPr>
              <a:t> </a:t>
            </a:r>
            <a:r>
              <a:rPr dirty="0" spc="-25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8449" y="2267577"/>
            <a:ext cx="11671353" cy="746966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72506" y="19841714"/>
            <a:ext cx="1577867" cy="1972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object 4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218083" y="2301936"/>
            <a:ext cx="1111977" cy="49064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448617" y="2436860"/>
            <a:ext cx="981157" cy="359804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8544242" y="2301936"/>
            <a:ext cx="1071096" cy="51108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909167" y="3111498"/>
            <a:ext cx="613223" cy="26985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579625" y="3185095"/>
            <a:ext cx="547812" cy="20034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188760" y="3107403"/>
            <a:ext cx="592782" cy="28211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838777" y="3107403"/>
            <a:ext cx="964804" cy="27803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856727" y="3107403"/>
            <a:ext cx="523283" cy="26576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441332" y="3115585"/>
            <a:ext cx="216672" cy="24532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727504" y="3111498"/>
            <a:ext cx="1819228" cy="26985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608055" y="3119672"/>
            <a:ext cx="560077" cy="261676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229455" y="3107403"/>
            <a:ext cx="228936" cy="25349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519713" y="3185095"/>
            <a:ext cx="449696" cy="19625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9034821" y="3111498"/>
            <a:ext cx="637752" cy="26985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9729809" y="3185095"/>
            <a:ext cx="396550" cy="179902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0187676" y="3111498"/>
            <a:ext cx="817630" cy="339361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1070725" y="3095143"/>
            <a:ext cx="780837" cy="26985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1912880" y="3103316"/>
            <a:ext cx="437432" cy="28211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2403459" y="3111498"/>
            <a:ext cx="1181476" cy="29847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909167" y="3463125"/>
            <a:ext cx="8920348" cy="2510457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1901498" y="3773087"/>
            <a:ext cx="4604385" cy="14751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57170">
              <a:lnSpc>
                <a:spcPct val="100000"/>
              </a:lnSpc>
              <a:spcBef>
                <a:spcPts val="130"/>
              </a:spcBef>
            </a:pPr>
            <a:r>
              <a:rPr dirty="0" sz="2450" spc="-190">
                <a:latin typeface="Arial MT"/>
                <a:cs typeface="Arial MT"/>
              </a:rPr>
              <a:t>120</a:t>
            </a:r>
            <a:r>
              <a:rPr dirty="0" sz="2450" spc="-65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fbalt</a:t>
            </a:r>
            <a:r>
              <a:rPr dirty="0" sz="2450" spc="-105">
                <a:latin typeface="Arial MT"/>
                <a:cs typeface="Arial MT"/>
              </a:rPr>
              <a:t> </a:t>
            </a:r>
            <a:r>
              <a:rPr dirty="0" sz="2450" spc="-1070">
                <a:latin typeface="Arial MT"/>
                <a:cs typeface="Arial MT"/>
              </a:rPr>
              <a:t>îțȚ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450">
              <a:latin typeface="Arial MT"/>
              <a:cs typeface="Arial MT"/>
            </a:endParaRPr>
          </a:p>
          <a:p>
            <a:pPr algn="r" marR="22225">
              <a:lnSpc>
                <a:spcPct val="100000"/>
              </a:lnSpc>
            </a:pPr>
            <a:r>
              <a:rPr dirty="0" sz="2250" spc="-165">
                <a:latin typeface="Arial MT"/>
                <a:cs typeface="Arial MT"/>
              </a:rPr>
              <a:t>•ÅfÏË¢</a:t>
            </a:r>
            <a:r>
              <a:rPr dirty="0" sz="2250" spc="-135">
                <a:latin typeface="Arial MT"/>
                <a:cs typeface="Arial MT"/>
              </a:rPr>
              <a:t> </a:t>
            </a:r>
            <a:r>
              <a:rPr dirty="0" sz="2250" spc="-335">
                <a:latin typeface="Arial MT"/>
                <a:cs typeface="Arial MT"/>
              </a:rPr>
              <a:t>wT</a:t>
            </a:r>
            <a:r>
              <a:rPr dirty="0" sz="2250" spc="-114">
                <a:latin typeface="Arial MT"/>
                <a:cs typeface="Arial MT"/>
              </a:rPr>
              <a:t> </a:t>
            </a:r>
            <a:r>
              <a:rPr dirty="0" sz="2250" spc="-190">
                <a:latin typeface="Arial MT"/>
                <a:cs typeface="Arial MT"/>
              </a:rPr>
              <a:t>TiaÎ4I</a:t>
            </a:r>
            <a:r>
              <a:rPr dirty="0" sz="2250" spc="-195">
                <a:latin typeface="Arial MT"/>
                <a:cs typeface="Arial MT"/>
              </a:rPr>
              <a:t> </a:t>
            </a:r>
            <a:r>
              <a:rPr dirty="0" sz="2250" spc="-35">
                <a:latin typeface="Arial MT"/>
                <a:cs typeface="Arial MT"/>
              </a:rPr>
              <a:t>1965</a:t>
            </a:r>
            <a:r>
              <a:rPr dirty="0" sz="2250" spc="-25">
                <a:latin typeface="Arial MT"/>
                <a:cs typeface="Arial MT"/>
              </a:rPr>
              <a:t> </a:t>
            </a:r>
            <a:r>
              <a:rPr dirty="0" sz="2250" spc="-120">
                <a:latin typeface="Arial MT"/>
                <a:cs typeface="Arial MT"/>
              </a:rPr>
              <a:t>3îÏT</a:t>
            </a:r>
            <a:r>
              <a:rPr dirty="0" sz="2250" spc="-135">
                <a:latin typeface="Arial MT"/>
                <a:cs typeface="Arial MT"/>
              </a:rPr>
              <a:t> </a:t>
            </a:r>
            <a:r>
              <a:rPr dirty="0" sz="2250" spc="-55">
                <a:latin typeface="Arial MT"/>
                <a:cs typeface="Arial MT"/>
              </a:rPr>
              <a:t>1971</a:t>
            </a:r>
            <a:r>
              <a:rPr dirty="0" sz="2250" spc="-130">
                <a:latin typeface="Arial MT"/>
                <a:cs typeface="Arial MT"/>
              </a:rPr>
              <a:t> </a:t>
            </a:r>
            <a:r>
              <a:rPr dirty="0" sz="2250">
                <a:latin typeface="Arial MT"/>
                <a:cs typeface="Arial MT"/>
              </a:rPr>
              <a:t>bî</a:t>
            </a:r>
            <a:r>
              <a:rPr dirty="0" sz="2250" spc="-125">
                <a:latin typeface="Arial MT"/>
                <a:cs typeface="Arial MT"/>
              </a:rPr>
              <a:t> </a:t>
            </a:r>
            <a:r>
              <a:rPr dirty="0" sz="2250" spc="-440">
                <a:latin typeface="Arial MT"/>
                <a:cs typeface="Arial MT"/>
              </a:rPr>
              <a:t>8TfTčł-</a:t>
            </a:r>
            <a:endParaRPr sz="225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85"/>
              </a:spcBef>
            </a:pPr>
            <a:r>
              <a:rPr dirty="0" sz="2300" spc="120">
                <a:latin typeface="Arial MT"/>
                <a:cs typeface="Arial MT"/>
              </a:rPr>
              <a:t>Å</a:t>
            </a:r>
            <a:r>
              <a:rPr dirty="0" sz="2300" spc="-160">
                <a:latin typeface="Arial MT"/>
                <a:cs typeface="Arial MT"/>
              </a:rPr>
              <a:t> </a:t>
            </a:r>
            <a:r>
              <a:rPr dirty="0" sz="2300" spc="-80">
                <a:latin typeface="Arial MT"/>
                <a:cs typeface="Arial MT"/>
              </a:rPr>
              <a:t>BSF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ÃîÏ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878577" y="4644757"/>
            <a:ext cx="457873" cy="30256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393685" y="4567065"/>
            <a:ext cx="237112" cy="29847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899020" y="5307118"/>
            <a:ext cx="282082" cy="24532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234249" y="5294858"/>
            <a:ext cx="547812" cy="27394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835205" y="5294858"/>
            <a:ext cx="245289" cy="2943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21432" y="6390624"/>
            <a:ext cx="694986" cy="26985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69564" y="6460134"/>
            <a:ext cx="547812" cy="1962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82787" y="6386537"/>
            <a:ext cx="588694" cy="2780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28716" y="6386537"/>
            <a:ext cx="968892" cy="269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18688" y="6390624"/>
            <a:ext cx="821719" cy="3311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05818" y="6374269"/>
            <a:ext cx="776749" cy="26985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44528" y="6398806"/>
            <a:ext cx="564165" cy="25758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65928" y="6374269"/>
            <a:ext cx="715426" cy="26985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838586" y="6443778"/>
            <a:ext cx="568253" cy="21261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468167" y="6386537"/>
            <a:ext cx="212584" cy="29438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770685" y="6386537"/>
            <a:ext cx="306611" cy="2575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138626" y="6443778"/>
            <a:ext cx="768573" cy="24123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997137" y="6386537"/>
            <a:ext cx="551900" cy="26985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606267" y="6390624"/>
            <a:ext cx="858512" cy="30665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534279" y="6378364"/>
            <a:ext cx="429256" cy="2780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9167" y="6754521"/>
            <a:ext cx="1017950" cy="2780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8198" y="6766789"/>
            <a:ext cx="650016" cy="2575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59537" y="6754521"/>
            <a:ext cx="163526" cy="29438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961" y="7138859"/>
            <a:ext cx="11720741" cy="7649943"/>
          </a:xfrm>
          <a:prstGeom prst="rect">
            <a:avLst/>
          </a:prstGeom>
        </p:spPr>
      </p:pic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40"/>
              </a:spcBef>
            </a:pPr>
            <a:r>
              <a:rPr dirty="0">
                <a:solidFill>
                  <a:srgbClr val="078554"/>
                </a:solidFill>
              </a:rPr>
              <a:t>'</a:t>
            </a:r>
            <a:r>
              <a:rPr dirty="0" spc="275">
                <a:solidFill>
                  <a:srgbClr val="078554"/>
                </a:solidFill>
              </a:rPr>
              <a:t> </a:t>
            </a:r>
            <a:r>
              <a:rPr dirty="0" spc="-40"/>
              <a:t>Scanned</a:t>
            </a:r>
            <a:r>
              <a:rPr dirty="0" spc="25"/>
              <a:t> </a:t>
            </a:r>
            <a:r>
              <a:rPr dirty="0"/>
              <a:t>with</a:t>
            </a:r>
            <a:r>
              <a:rPr dirty="0" spc="-50"/>
              <a:t> </a:t>
            </a:r>
            <a:r>
              <a:rPr dirty="0" spc="-95">
                <a:solidFill>
                  <a:srgbClr val="151515"/>
                </a:solidFill>
              </a:rPr>
              <a:t>OKEN</a:t>
            </a:r>
            <a:r>
              <a:rPr dirty="0" spc="40">
                <a:solidFill>
                  <a:srgbClr val="151515"/>
                </a:solidFill>
              </a:rPr>
              <a:t> </a:t>
            </a:r>
            <a:r>
              <a:rPr dirty="0" spc="-30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944176" y="2301936"/>
            <a:ext cx="1790611" cy="47428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853344" y="2404149"/>
            <a:ext cx="1001597" cy="572416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981675" y="2306023"/>
            <a:ext cx="694986" cy="482465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909167" y="3099229"/>
            <a:ext cx="10960735" cy="3218180"/>
            <a:chOff x="1909167" y="3099229"/>
            <a:chExt cx="10960735" cy="3218180"/>
          </a:xfrm>
        </p:grpSpPr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84958" y="4199083"/>
              <a:ext cx="9999623" cy="211794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909167" y="3107403"/>
              <a:ext cx="5825619" cy="107532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828815" y="3479473"/>
              <a:ext cx="1819228" cy="26576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709366" y="3528540"/>
              <a:ext cx="551900" cy="3230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322592" y="3475386"/>
              <a:ext cx="216672" cy="25349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792021" y="3107403"/>
              <a:ext cx="2730887" cy="2780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584233" y="3099229"/>
              <a:ext cx="2285278" cy="682811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441268" y="3426743"/>
            <a:ext cx="2305685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50" spc="-405">
                <a:latin typeface="Arial MT"/>
                <a:cs typeface="Arial MT"/>
              </a:rPr>
              <a:t>ÎĂ9@</a:t>
            </a:r>
            <a:r>
              <a:rPr dirty="0" sz="2250" spc="-35">
                <a:latin typeface="Arial MT"/>
                <a:cs typeface="Arial MT"/>
              </a:rPr>
              <a:t> </a:t>
            </a:r>
            <a:r>
              <a:rPr dirty="0" sz="2250" spc="-160">
                <a:latin typeface="Arial MT"/>
                <a:cs typeface="Arial MT"/>
              </a:rPr>
              <a:t>wT</a:t>
            </a:r>
            <a:r>
              <a:rPr dirty="0" sz="2250" spc="-335">
                <a:latin typeface="Arial MT"/>
                <a:cs typeface="Arial MT"/>
              </a:rPr>
              <a:t> </a:t>
            </a:r>
            <a:r>
              <a:rPr dirty="0" sz="2250" spc="-720">
                <a:latin typeface="Arial MT"/>
                <a:cs typeface="Arial MT"/>
              </a:rPr>
              <a:t>Ă</a:t>
            </a:r>
            <a:r>
              <a:rPr dirty="0" sz="2250" spc="310">
                <a:latin typeface="Arial MT"/>
                <a:cs typeface="Arial MT"/>
              </a:rPr>
              <a:t> </a:t>
            </a:r>
            <a:r>
              <a:rPr dirty="0" sz="2250" spc="-85">
                <a:latin typeface="Arial MT"/>
                <a:cs typeface="Arial MT"/>
              </a:rPr>
              <a:t>1971</a:t>
            </a:r>
            <a:r>
              <a:rPr dirty="0" sz="2250" spc="-225">
                <a:latin typeface="Arial MT"/>
                <a:cs typeface="Arial MT"/>
              </a:rPr>
              <a:t> </a:t>
            </a:r>
            <a:r>
              <a:rPr dirty="0" sz="2250" spc="-520">
                <a:latin typeface="Arial MT"/>
                <a:cs typeface="Arial MT"/>
              </a:rPr>
              <a:t>Ăî</a:t>
            </a:r>
            <a:endParaRPr sz="2250">
              <a:latin typeface="Arial MT"/>
              <a:cs typeface="Arial MT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788121" y="3839282"/>
            <a:ext cx="2947558" cy="306651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913744" y="4149932"/>
            <a:ext cx="96520" cy="383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350" spc="-114">
                <a:latin typeface="Arial MT"/>
                <a:cs typeface="Arial MT"/>
              </a:rPr>
              <a:t>•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14198" y="4514163"/>
            <a:ext cx="611505" cy="3733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0180" indent="-170180">
              <a:lnSpc>
                <a:spcPct val="100000"/>
              </a:lnSpc>
              <a:spcBef>
                <a:spcPts val="130"/>
              </a:spcBef>
              <a:buChar char="•"/>
              <a:tabLst>
                <a:tab pos="170180" algn="l"/>
              </a:tabLst>
            </a:pPr>
            <a:r>
              <a:rPr dirty="0" sz="2250" spc="-480">
                <a:latin typeface="Arial MT"/>
                <a:cs typeface="Arial MT"/>
              </a:rPr>
              <a:t>4—</a:t>
            </a:r>
            <a:r>
              <a:rPr dirty="0" sz="2250" spc="-395">
                <a:latin typeface="Arial MT"/>
                <a:cs typeface="Arial MT"/>
              </a:rPr>
              <a:t>5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22522" y="4149932"/>
            <a:ext cx="3667125" cy="737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95"/>
              </a:spcBef>
            </a:pPr>
            <a:r>
              <a:rPr dirty="0" sz="2350">
                <a:latin typeface="Arial MT"/>
                <a:cs typeface="Arial MT"/>
              </a:rPr>
              <a:t>Â</a:t>
            </a:r>
            <a:r>
              <a:rPr dirty="0" sz="2350" spc="-80">
                <a:latin typeface="Arial MT"/>
                <a:cs typeface="Arial MT"/>
              </a:rPr>
              <a:t> </a:t>
            </a:r>
            <a:r>
              <a:rPr dirty="0" sz="2350" spc="-580">
                <a:latin typeface="Arial MT"/>
                <a:cs typeface="Arial MT"/>
              </a:rPr>
              <a:t>î›?*TăT*T</a:t>
            </a:r>
            <a:r>
              <a:rPr dirty="0" sz="2350" spc="-35">
                <a:latin typeface="Arial MT"/>
                <a:cs typeface="Arial MT"/>
              </a:rPr>
              <a:t> </a:t>
            </a:r>
            <a:r>
              <a:rPr dirty="0" sz="2350" spc="-340">
                <a:latin typeface="Arial MT"/>
                <a:cs typeface="Arial MT"/>
              </a:rPr>
              <a:t>120—</a:t>
            </a:r>
            <a:r>
              <a:rPr dirty="0" sz="2350" spc="-280">
                <a:latin typeface="Arial MT"/>
                <a:cs typeface="Arial MT"/>
              </a:rPr>
              <a:t>125</a:t>
            </a:r>
            <a:r>
              <a:rPr dirty="0" sz="2350" spc="229">
                <a:latin typeface="Arial MT"/>
                <a:cs typeface="Arial MT"/>
              </a:rPr>
              <a:t> </a:t>
            </a:r>
            <a:r>
              <a:rPr dirty="0" sz="2350" spc="-50">
                <a:latin typeface="Arial MT"/>
                <a:cs typeface="Arial MT"/>
              </a:rPr>
              <a:t>fÂaf\</a:t>
            </a:r>
            <a:r>
              <a:rPr dirty="0" sz="2350" spc="-25">
                <a:latin typeface="Arial MT"/>
                <a:cs typeface="Arial MT"/>
              </a:rPr>
              <a:t> </a:t>
            </a:r>
            <a:r>
              <a:rPr dirty="0" sz="2350" spc="-515">
                <a:latin typeface="Arial MT"/>
                <a:cs typeface="Arial MT"/>
              </a:rPr>
              <a:t>îțȚ$I</a:t>
            </a:r>
            <a:endParaRPr sz="2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  <a:tabLst>
                <a:tab pos="2542540" algn="l"/>
              </a:tabLst>
            </a:pPr>
            <a:r>
              <a:rPr dirty="0" sz="2250" spc="-60">
                <a:latin typeface="Arial MT"/>
                <a:cs typeface="Arial MT"/>
              </a:rPr>
              <a:t>1971</a:t>
            </a:r>
            <a:r>
              <a:rPr dirty="0" sz="2250" spc="-45">
                <a:latin typeface="Arial MT"/>
                <a:cs typeface="Arial MT"/>
              </a:rPr>
              <a:t> </a:t>
            </a:r>
            <a:r>
              <a:rPr dirty="0" sz="2250" spc="100">
                <a:latin typeface="Arial MT"/>
                <a:cs typeface="Arial MT"/>
              </a:rPr>
              <a:t>&amp;/</a:t>
            </a:r>
            <a:r>
              <a:rPr dirty="0" sz="2250" spc="-65">
                <a:latin typeface="Arial MT"/>
                <a:cs typeface="Arial MT"/>
              </a:rPr>
              <a:t> </a:t>
            </a:r>
            <a:r>
              <a:rPr dirty="0" sz="2250" spc="-430">
                <a:latin typeface="Arial MT"/>
                <a:cs typeface="Arial MT"/>
              </a:rPr>
              <a:t>T/?T</a:t>
            </a:r>
            <a:r>
              <a:rPr dirty="0" sz="2250">
                <a:latin typeface="Arial MT"/>
                <a:cs typeface="Arial MT"/>
              </a:rPr>
              <a:t>	</a:t>
            </a:r>
            <a:r>
              <a:rPr dirty="0" sz="2250" spc="-585">
                <a:latin typeface="Arial MT"/>
                <a:cs typeface="Arial MT"/>
              </a:rPr>
              <a:t>Ă?t</a:t>
            </a:r>
            <a:r>
              <a:rPr dirty="0" sz="2250" spc="70">
                <a:latin typeface="Arial MT"/>
                <a:cs typeface="Arial MT"/>
              </a:rPr>
              <a:t> </a:t>
            </a:r>
            <a:r>
              <a:rPr dirty="0" sz="2250" spc="-20">
                <a:latin typeface="Arial MT"/>
                <a:cs typeface="Arial MT"/>
              </a:rPr>
              <a:t>w3T$</a:t>
            </a:r>
            <a:endParaRPr sz="2250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2133645" y="4996384"/>
            <a:ext cx="24528" cy="20034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909167" y="6754521"/>
            <a:ext cx="11757660" cy="7298690"/>
            <a:chOff x="1909167" y="6754521"/>
            <a:chExt cx="11757660" cy="729869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4573" y="14016037"/>
              <a:ext cx="249377" cy="367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5961" y="7506842"/>
              <a:ext cx="11720741" cy="65010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9167" y="6754521"/>
              <a:ext cx="2317983" cy="72369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4385" y="6754521"/>
              <a:ext cx="989333" cy="6582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5239" y="6754521"/>
              <a:ext cx="212584" cy="2534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7322" y="6766789"/>
              <a:ext cx="850335" cy="2616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04892" y="6754521"/>
              <a:ext cx="776749" cy="2657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38876" y="6758607"/>
              <a:ext cx="310699" cy="2534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06810" y="6766789"/>
              <a:ext cx="633663" cy="2616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809970" y="6754521"/>
              <a:ext cx="429256" cy="2657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00549" y="6819935"/>
              <a:ext cx="731779" cy="2126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93654" y="6828117"/>
              <a:ext cx="637752" cy="22487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792728" y="6758607"/>
              <a:ext cx="302523" cy="24941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156573" y="6754521"/>
              <a:ext cx="1173300" cy="2984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996242" y="6758607"/>
              <a:ext cx="298435" cy="24941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259668" y="6701610"/>
            <a:ext cx="1383030" cy="3733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50" spc="-75">
                <a:latin typeface="Arial MT"/>
                <a:cs typeface="Arial MT"/>
              </a:rPr>
              <a:t>971</a:t>
            </a:r>
            <a:r>
              <a:rPr dirty="0" sz="2250" spc="-110">
                <a:latin typeface="Arial MT"/>
                <a:cs typeface="Arial MT"/>
              </a:rPr>
              <a:t> </a:t>
            </a:r>
            <a:r>
              <a:rPr dirty="0" sz="2250" spc="-40">
                <a:latin typeface="Arial MT"/>
                <a:cs typeface="Arial MT"/>
              </a:rPr>
              <a:t>bî</a:t>
            </a:r>
            <a:r>
              <a:rPr dirty="0" sz="2250" spc="-250">
                <a:latin typeface="Arial MT"/>
                <a:cs typeface="Arial MT"/>
              </a:rPr>
              <a:t> </a:t>
            </a:r>
            <a:r>
              <a:rPr dirty="0" sz="2250" spc="-869">
                <a:latin typeface="Arial MT"/>
                <a:cs typeface="Arial MT"/>
              </a:rPr>
              <a:t>Țțî1ăI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366619" y="6556802"/>
            <a:ext cx="572770" cy="546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00" spc="70">
                <a:latin typeface="Courier New"/>
                <a:cs typeface="Courier New"/>
              </a:rPr>
              <a:t>wm</a:t>
            </a:r>
            <a:endParaRPr sz="3400">
              <a:latin typeface="Courier New"/>
              <a:cs typeface="Courier New"/>
            </a:endParaRPr>
          </a:p>
        </p:txBody>
      </p:sp>
      <p:pic>
        <p:nvPicPr>
          <p:cNvPr id="32" name="object 3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761101" y="14523034"/>
            <a:ext cx="457873" cy="36798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5496" y="14523034"/>
            <a:ext cx="425168" cy="347538"/>
          </a:xfrm>
          <a:prstGeom prst="rect">
            <a:avLst/>
          </a:prstGeom>
        </p:spPr>
      </p:pic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>
                <a:solidFill>
                  <a:srgbClr val="0C8556"/>
                </a:solidFill>
              </a:rPr>
              <a:t>”</a:t>
            </a:r>
            <a:r>
              <a:rPr dirty="0" spc="285">
                <a:solidFill>
                  <a:srgbClr val="0C8556"/>
                </a:solidFill>
              </a:rPr>
              <a:t> </a:t>
            </a:r>
            <a:r>
              <a:rPr dirty="0" spc="-40"/>
              <a:t>Scanned</a:t>
            </a:r>
            <a:r>
              <a:rPr dirty="0" spc="-10"/>
              <a:t> </a:t>
            </a:r>
            <a:r>
              <a:rPr dirty="0"/>
              <a:t>with</a:t>
            </a:r>
            <a:r>
              <a:rPr dirty="0" spc="-55"/>
              <a:t> </a:t>
            </a:r>
            <a:r>
              <a:rPr dirty="0" spc="-100">
                <a:solidFill>
                  <a:srgbClr val="161616"/>
                </a:solidFill>
              </a:rPr>
              <a:t>OKEN</a:t>
            </a:r>
            <a:r>
              <a:rPr dirty="0">
                <a:solidFill>
                  <a:srgbClr val="161616"/>
                </a:solidFill>
              </a:rPr>
              <a:t> </a:t>
            </a:r>
            <a:r>
              <a:rPr dirty="0" spc="-25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133123" y="2297849"/>
            <a:ext cx="1745641" cy="49473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993233" y="2310109"/>
            <a:ext cx="551900" cy="46202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655515" y="2306023"/>
            <a:ext cx="915746" cy="4701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681641" y="2301936"/>
            <a:ext cx="1557587" cy="67054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353694" y="2436860"/>
            <a:ext cx="625487" cy="33936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093654" y="2289667"/>
            <a:ext cx="1524881" cy="50290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09167" y="3099229"/>
            <a:ext cx="11438657" cy="104261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09167" y="4203178"/>
            <a:ext cx="11716645" cy="245321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9167" y="6758607"/>
            <a:ext cx="1185564" cy="2657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56055" y="6754521"/>
            <a:ext cx="1361355" cy="2739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74644" y="6754521"/>
            <a:ext cx="233024" cy="2534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60815" y="6828117"/>
            <a:ext cx="662281" cy="1962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09167" y="7114321"/>
            <a:ext cx="2338424" cy="6378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37532" y="7110234"/>
            <a:ext cx="1165123" cy="3025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80330" y="6738164"/>
            <a:ext cx="7653025" cy="75231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290587" y="6828117"/>
            <a:ext cx="302523" cy="22487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913256" y="7482304"/>
            <a:ext cx="1050655" cy="2739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9167" y="7829844"/>
            <a:ext cx="6573752" cy="11039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31982" y="7829844"/>
            <a:ext cx="4676848" cy="6869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961" y="10483408"/>
            <a:ext cx="11720741" cy="6537818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04775">
              <a:lnSpc>
                <a:spcPct val="100000"/>
              </a:lnSpc>
              <a:spcBef>
                <a:spcPts val="50"/>
              </a:spcBef>
            </a:pPr>
            <a:r>
              <a:rPr dirty="0" sz="900" spc="-80">
                <a:solidFill>
                  <a:srgbClr val="161616"/>
                </a:solidFill>
              </a:rPr>
              <a:t>Scanned</a:t>
            </a:r>
            <a:r>
              <a:rPr dirty="0" sz="900" spc="60">
                <a:solidFill>
                  <a:srgbClr val="161616"/>
                </a:solidFill>
              </a:rPr>
              <a:t> </a:t>
            </a:r>
            <a:r>
              <a:rPr dirty="0" sz="900" spc="-20"/>
              <a:t>with</a:t>
            </a:r>
            <a:r>
              <a:rPr dirty="0" sz="900" spc="-35"/>
              <a:t> </a:t>
            </a:r>
            <a:r>
              <a:rPr dirty="0" sz="900" spc="-140">
                <a:solidFill>
                  <a:srgbClr val="151515"/>
                </a:solidFill>
              </a:rPr>
              <a:t>OKEN</a:t>
            </a:r>
            <a:r>
              <a:rPr dirty="0" sz="900" spc="60">
                <a:solidFill>
                  <a:srgbClr val="151515"/>
                </a:solidFill>
              </a:rPr>
              <a:t> </a:t>
            </a:r>
            <a:r>
              <a:rPr dirty="0" sz="900" spc="-50">
                <a:solidFill>
                  <a:srgbClr val="161616"/>
                </a:solidFill>
              </a:rPr>
              <a:t>Scanner</a:t>
            </a:r>
            <a:endParaRPr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06104" y="2301936"/>
            <a:ext cx="911658" cy="47428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36319" y="2301936"/>
            <a:ext cx="1275504" cy="5397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591702" y="2436860"/>
            <a:ext cx="923923" cy="53152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30091" y="2436860"/>
            <a:ext cx="621399" cy="33936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61876" y="2301936"/>
            <a:ext cx="2027724" cy="54379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895407" y="3071539"/>
            <a:ext cx="26162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25">
                <a:latin typeface="Arial MT"/>
                <a:cs typeface="Arial MT"/>
              </a:rPr>
              <a:t>1.</a:t>
            </a:r>
            <a:endParaRPr sz="215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15779" y="3111498"/>
            <a:ext cx="506931" cy="2657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75856" y="3107403"/>
            <a:ext cx="666369" cy="2739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09167" y="3471299"/>
            <a:ext cx="11683942" cy="284164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876293" y="6290702"/>
            <a:ext cx="222250" cy="4343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50" spc="-50">
                <a:latin typeface="Courier New"/>
                <a:cs typeface="Courier New"/>
              </a:rPr>
              <a:t>3</a:t>
            </a:r>
            <a:endParaRPr sz="265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5779" y="6390624"/>
            <a:ext cx="1116066" cy="290297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909167" y="6738164"/>
            <a:ext cx="11757660" cy="8676640"/>
            <a:chOff x="1909167" y="6738164"/>
            <a:chExt cx="11757660" cy="8676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5961" y="7506841"/>
              <a:ext cx="11720741" cy="79075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9167" y="6738164"/>
              <a:ext cx="11373243" cy="752319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04775">
              <a:lnSpc>
                <a:spcPct val="100000"/>
              </a:lnSpc>
              <a:spcBef>
                <a:spcPts val="50"/>
              </a:spcBef>
            </a:pPr>
            <a:r>
              <a:rPr dirty="0" sz="900" spc="-80">
                <a:solidFill>
                  <a:srgbClr val="161616"/>
                </a:solidFill>
              </a:rPr>
              <a:t>Scanned</a:t>
            </a:r>
            <a:r>
              <a:rPr dirty="0" sz="900" spc="60">
                <a:solidFill>
                  <a:srgbClr val="161616"/>
                </a:solidFill>
              </a:rPr>
              <a:t> </a:t>
            </a:r>
            <a:r>
              <a:rPr dirty="0" sz="900" spc="-20"/>
              <a:t>with</a:t>
            </a:r>
            <a:r>
              <a:rPr dirty="0" sz="900" spc="-35"/>
              <a:t> </a:t>
            </a:r>
            <a:r>
              <a:rPr dirty="0" sz="900" spc="-140">
                <a:solidFill>
                  <a:srgbClr val="151515"/>
                </a:solidFill>
              </a:rPr>
              <a:t>OKEN</a:t>
            </a:r>
            <a:r>
              <a:rPr dirty="0" sz="900" spc="60">
                <a:solidFill>
                  <a:srgbClr val="151515"/>
                </a:solidFill>
              </a:rPr>
              <a:t> </a:t>
            </a:r>
            <a:r>
              <a:rPr dirty="0" sz="900" spc="-50">
                <a:solidFill>
                  <a:srgbClr val="161616"/>
                </a:solidFill>
              </a:rPr>
              <a:t>Scanner</a:t>
            </a:r>
            <a:endParaRPr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object 98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4464264" y="2248782"/>
            <a:ext cx="1402237" cy="396603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5956441" y="2248782"/>
            <a:ext cx="310699" cy="372071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6361168" y="2236513"/>
            <a:ext cx="1173300" cy="388425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7628495" y="2248782"/>
            <a:ext cx="331140" cy="376159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8053663" y="2252869"/>
            <a:ext cx="678633" cy="376159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8822239" y="2363264"/>
            <a:ext cx="887129" cy="433401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9799310" y="2232426"/>
            <a:ext cx="1839669" cy="412957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1909167" y="3291394"/>
            <a:ext cx="964804" cy="273942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2931206" y="3291394"/>
            <a:ext cx="216672" cy="253498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3205113" y="3279134"/>
            <a:ext cx="817630" cy="269853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4084065" y="3295490"/>
            <a:ext cx="302523" cy="253498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4443823" y="3295490"/>
            <a:ext cx="907570" cy="314829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5441332" y="3291394"/>
            <a:ext cx="903482" cy="363893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6434754" y="3291394"/>
            <a:ext cx="682721" cy="273942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7182887" y="3287307"/>
            <a:ext cx="433344" cy="273942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7673465" y="3291394"/>
            <a:ext cx="1189653" cy="273942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8920348" y="3303663"/>
            <a:ext cx="654104" cy="245321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9635778" y="3291394"/>
            <a:ext cx="216672" cy="269853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9913774" y="3303663"/>
            <a:ext cx="453785" cy="367982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10424796" y="3291394"/>
            <a:ext cx="633663" cy="261676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11119775" y="3291394"/>
            <a:ext cx="1267327" cy="273942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12444345" y="3348635"/>
            <a:ext cx="1148771" cy="323006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1909167" y="3663464"/>
            <a:ext cx="760396" cy="265764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2726798" y="3659377"/>
            <a:ext cx="237112" cy="298474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1925521" y="4019186"/>
            <a:ext cx="1042479" cy="273942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3029322" y="4019186"/>
            <a:ext cx="515107" cy="257587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3981862" y="4076427"/>
            <a:ext cx="625487" cy="196257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4668672" y="4186822"/>
            <a:ext cx="159438" cy="28620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4897609" y="4023273"/>
            <a:ext cx="678633" cy="269853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5633476" y="4023273"/>
            <a:ext cx="519195" cy="249410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6205818" y="4023273"/>
            <a:ext cx="310699" cy="253498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6577840" y="4076427"/>
            <a:ext cx="911658" cy="212612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7546733" y="4092776"/>
            <a:ext cx="547812" cy="21670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8188573" y="4019186"/>
            <a:ext cx="662281" cy="278031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8908088" y="4015091"/>
            <a:ext cx="437432" cy="273942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9398666" y="4019186"/>
            <a:ext cx="887129" cy="298474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10334852" y="4023273"/>
            <a:ext cx="310699" cy="253498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10702784" y="4019186"/>
            <a:ext cx="731779" cy="278031"/>
          </a:xfrm>
          <a:prstGeom prst="rect">
            <a:avLst/>
          </a:prstGeom>
        </p:spPr>
      </p:pic>
      <p:sp>
        <p:nvSpPr>
          <p:cNvPr id="117" name="object 117"/>
          <p:cNvSpPr txBox="1"/>
          <p:nvPr/>
        </p:nvSpPr>
        <p:spPr>
          <a:xfrm>
            <a:off x="1913290" y="4333579"/>
            <a:ext cx="547370" cy="3937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65100" indent="-165100">
              <a:lnSpc>
                <a:spcPct val="100000"/>
              </a:lnSpc>
              <a:spcBef>
                <a:spcPts val="115"/>
              </a:spcBef>
              <a:buChar char="•"/>
              <a:tabLst>
                <a:tab pos="165100" algn="l"/>
              </a:tabLst>
            </a:pPr>
            <a:r>
              <a:rPr dirty="0" sz="2400" spc="-65">
                <a:latin typeface="Arial MT"/>
                <a:cs typeface="Arial MT"/>
              </a:rPr>
              <a:t>we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0" name="object 60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2514214" y="4387169"/>
            <a:ext cx="711338" cy="269853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3278699" y="4554805"/>
            <a:ext cx="163526" cy="24532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3511724" y="4460766"/>
            <a:ext cx="416991" cy="196257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3990038" y="4383074"/>
            <a:ext cx="233024" cy="257587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4280297" y="4383074"/>
            <a:ext cx="327052" cy="273942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4664583" y="4383074"/>
            <a:ext cx="237112" cy="261676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4958931" y="4383074"/>
            <a:ext cx="519195" cy="261676"/>
          </a:xfrm>
          <a:prstGeom prst="rect">
            <a:avLst/>
          </a:prstGeom>
        </p:spPr>
      </p:pic>
      <p:sp>
        <p:nvSpPr>
          <p:cNvPr id="118" name="object 118"/>
          <p:cNvSpPr txBox="1"/>
          <p:nvPr/>
        </p:nvSpPr>
        <p:spPr>
          <a:xfrm>
            <a:off x="5511525" y="4333579"/>
            <a:ext cx="356870" cy="3937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400" spc="140">
                <a:latin typeface="Arial MT"/>
                <a:cs typeface="Arial MT"/>
              </a:rPr>
              <a:t>Œ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7" name="object 67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6344815" y="4387169"/>
            <a:ext cx="302523" cy="257587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6708661" y="4387169"/>
            <a:ext cx="658192" cy="269853"/>
          </a:xfrm>
          <a:prstGeom prst="rect">
            <a:avLst/>
          </a:prstGeom>
        </p:spPr>
      </p:pic>
      <p:pic>
        <p:nvPicPr>
          <p:cNvPr id="115" name="object 115"/>
          <p:cNvPicPr/>
          <p:nvPr/>
        </p:nvPicPr>
        <p:blipFill>
          <a:blip r:embed="rId110" cstate="print"/>
          <a:stretch>
            <a:fillRect/>
          </a:stretch>
        </p:blipFill>
        <p:spPr>
          <a:xfrm>
            <a:off x="7424087" y="4452586"/>
            <a:ext cx="686809" cy="204434"/>
          </a:xfrm>
          <a:prstGeom prst="rect">
            <a:avLst/>
          </a:prstGeom>
        </p:spPr>
      </p:pic>
      <p:sp>
        <p:nvSpPr>
          <p:cNvPr id="119" name="object 119"/>
          <p:cNvSpPr txBox="1"/>
          <p:nvPr/>
        </p:nvSpPr>
        <p:spPr>
          <a:xfrm>
            <a:off x="1914198" y="4698155"/>
            <a:ext cx="96520" cy="3733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250" spc="-85">
                <a:latin typeface="Arial MT"/>
                <a:cs typeface="Arial MT"/>
              </a:rPr>
              <a:t>•</a:t>
            </a:r>
            <a:endParaRPr sz="2250">
              <a:latin typeface="Arial MT"/>
              <a:cs typeface="Arial MT"/>
            </a:endParaRPr>
          </a:p>
        </p:txBody>
      </p:sp>
      <p:pic>
        <p:nvPicPr>
          <p:cNvPr id="52" name="object 52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2076782" y="4738796"/>
            <a:ext cx="547812" cy="273942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2677740" y="4755152"/>
            <a:ext cx="707250" cy="26576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450402" y="4922788"/>
            <a:ext cx="155349" cy="24532"/>
          </a:xfrm>
          <a:prstGeom prst="rect">
            <a:avLst/>
          </a:prstGeom>
        </p:spPr>
      </p:pic>
      <p:sp>
        <p:nvSpPr>
          <p:cNvPr id="120" name="object 120"/>
          <p:cNvSpPr txBox="1"/>
          <p:nvPr/>
        </p:nvSpPr>
        <p:spPr>
          <a:xfrm>
            <a:off x="3664957" y="4698155"/>
            <a:ext cx="1010919" cy="3733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50" spc="45">
                <a:latin typeface="Arial MT"/>
                <a:cs typeface="Arial MT"/>
              </a:rPr>
              <a:t>îÅ9/4•4</a:t>
            </a:r>
            <a:endParaRPr sz="2250">
              <a:latin typeface="Arial MT"/>
              <a:cs typeface="Arial MT"/>
            </a:endParaRPr>
          </a:p>
        </p:txBody>
      </p:sp>
      <p:pic>
        <p:nvPicPr>
          <p:cNvPr id="55" name="object 55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4746347" y="4824653"/>
            <a:ext cx="592782" cy="224878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396363" y="4751057"/>
            <a:ext cx="216672" cy="269853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5670270" y="4751057"/>
            <a:ext cx="605046" cy="273942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6336638" y="4751057"/>
            <a:ext cx="519195" cy="257587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6917157" y="4828749"/>
            <a:ext cx="310699" cy="192168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7281002" y="4751057"/>
            <a:ext cx="907570" cy="273942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8245807" y="4820566"/>
            <a:ext cx="576429" cy="20034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909167" y="5094511"/>
            <a:ext cx="7321884" cy="1026261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292375" y="5470667"/>
            <a:ext cx="433344" cy="27803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9782954" y="5478849"/>
            <a:ext cx="1148771" cy="359804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0988954" y="5462493"/>
            <a:ext cx="981157" cy="28211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2391199" y="5478849"/>
            <a:ext cx="650016" cy="282119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1925521" y="6198459"/>
            <a:ext cx="8041640" cy="666750"/>
            <a:chOff x="1925521" y="6198459"/>
            <a:chExt cx="8041640" cy="666750"/>
          </a:xfrm>
        </p:grpSpPr>
        <p:pic>
          <p:nvPicPr>
            <p:cNvPr id="40" name="object 4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925521" y="6198459"/>
              <a:ext cx="7567173" cy="66645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533574" y="6566442"/>
              <a:ext cx="433344" cy="273942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0020065" y="6574615"/>
            <a:ext cx="694986" cy="26576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0772285" y="6570529"/>
            <a:ext cx="453785" cy="29438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1287394" y="6574615"/>
            <a:ext cx="306611" cy="253498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1651239" y="6570529"/>
            <a:ext cx="609134" cy="29438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313524" y="6570529"/>
            <a:ext cx="735867" cy="27803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925521" y="6913982"/>
            <a:ext cx="862600" cy="27394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849443" y="6913982"/>
            <a:ext cx="711338" cy="273942"/>
          </a:xfrm>
          <a:prstGeom prst="rect">
            <a:avLst/>
          </a:prstGeom>
        </p:spPr>
      </p:pic>
      <p:grpSp>
        <p:nvGrpSpPr>
          <p:cNvPr id="105" name="object 105"/>
          <p:cNvGrpSpPr/>
          <p:nvPr/>
        </p:nvGrpSpPr>
        <p:grpSpPr>
          <a:xfrm>
            <a:off x="3630281" y="7100013"/>
            <a:ext cx="157480" cy="14604"/>
            <a:chOff x="3630281" y="7100013"/>
            <a:chExt cx="157480" cy="14604"/>
          </a:xfrm>
        </p:grpSpPr>
        <p:sp>
          <p:nvSpPr>
            <p:cNvPr id="106" name="object 106"/>
            <p:cNvSpPr/>
            <p:nvPr/>
          </p:nvSpPr>
          <p:spPr>
            <a:xfrm>
              <a:off x="3630281" y="7109210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79" h="0">
                  <a:moveTo>
                    <a:pt x="0" y="0"/>
                  </a:moveTo>
                  <a:lnTo>
                    <a:pt x="157393" y="0"/>
                  </a:lnTo>
                </a:path>
              </a:pathLst>
            </a:custGeom>
            <a:ln w="10221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3630281" y="7105123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79" h="0">
                  <a:moveTo>
                    <a:pt x="0" y="0"/>
                  </a:moveTo>
                  <a:lnTo>
                    <a:pt x="157393" y="0"/>
                  </a:lnTo>
                </a:path>
              </a:pathLst>
            </a:custGeom>
            <a:ln w="10221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851040" y="6930329"/>
            <a:ext cx="617311" cy="26985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525586" y="7003926"/>
            <a:ext cx="543724" cy="19625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130634" y="6926243"/>
            <a:ext cx="592782" cy="28211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784737" y="6930329"/>
            <a:ext cx="543724" cy="28211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389785" y="6926243"/>
            <a:ext cx="233024" cy="261676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680044" y="6913982"/>
            <a:ext cx="568253" cy="294385"/>
          </a:xfrm>
          <a:prstGeom prst="rect">
            <a:avLst/>
          </a:prstGeom>
        </p:spPr>
      </p:pic>
      <p:pic>
        <p:nvPicPr>
          <p:cNvPr id="116" name="object 116"/>
          <p:cNvPicPr/>
          <p:nvPr/>
        </p:nvPicPr>
        <p:blipFill>
          <a:blip r:embed="rId111" cstate="print"/>
          <a:stretch>
            <a:fillRect/>
          </a:stretch>
        </p:blipFill>
        <p:spPr>
          <a:xfrm>
            <a:off x="7301443" y="6995755"/>
            <a:ext cx="690898" cy="20443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925521" y="7306495"/>
            <a:ext cx="968892" cy="25758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947558" y="7294226"/>
            <a:ext cx="1124242" cy="298474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4120859" y="7373956"/>
            <a:ext cx="358140" cy="178435"/>
          </a:xfrm>
          <a:custGeom>
            <a:avLst/>
            <a:gdLst/>
            <a:ahLst/>
            <a:cxnLst/>
            <a:rect l="l" t="t" r="r" b="b"/>
            <a:pathLst>
              <a:path w="358139" h="178434">
                <a:moveTo>
                  <a:pt x="357713" y="177858"/>
                </a:moveTo>
                <a:lnTo>
                  <a:pt x="0" y="177858"/>
                </a:lnTo>
                <a:lnTo>
                  <a:pt x="0" y="0"/>
                </a:lnTo>
                <a:lnTo>
                  <a:pt x="357713" y="0"/>
                </a:lnTo>
                <a:lnTo>
                  <a:pt x="357713" y="177858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533763" y="7298312"/>
            <a:ext cx="878952" cy="2780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465862" y="7465948"/>
            <a:ext cx="163526" cy="2453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698887" y="7351466"/>
            <a:ext cx="629575" cy="21261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385696" y="7294226"/>
            <a:ext cx="302523" cy="25349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749543" y="7306495"/>
            <a:ext cx="972980" cy="28620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820639" y="7294226"/>
            <a:ext cx="1259151" cy="29847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173815" y="7294226"/>
            <a:ext cx="568253" cy="29438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795215" y="7298312"/>
            <a:ext cx="306611" cy="253498"/>
          </a:xfrm>
          <a:prstGeom prst="rect">
            <a:avLst/>
          </a:prstGeom>
        </p:spPr>
      </p:pic>
      <p:pic>
        <p:nvPicPr>
          <p:cNvPr id="111" name="object 111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10159060" y="7281959"/>
            <a:ext cx="686809" cy="39251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911280" y="7294226"/>
            <a:ext cx="433344" cy="26985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401859" y="7294226"/>
            <a:ext cx="981157" cy="27394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2436162" y="7371909"/>
            <a:ext cx="752220" cy="19216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909167" y="7666295"/>
            <a:ext cx="862600" cy="273942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103" cstate="print"/>
          <a:stretch>
            <a:fillRect/>
          </a:stretch>
        </p:blipFill>
        <p:spPr>
          <a:xfrm>
            <a:off x="2816738" y="7731718"/>
            <a:ext cx="24528" cy="2003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5521" y="8026104"/>
            <a:ext cx="1165123" cy="2616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43790" y="8189653"/>
            <a:ext cx="163526" cy="327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76815" y="8022018"/>
            <a:ext cx="564165" cy="2943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30920" y="8022018"/>
            <a:ext cx="919834" cy="29438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44782" y="8034278"/>
            <a:ext cx="519195" cy="2984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25300" y="8017922"/>
            <a:ext cx="433344" cy="2739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19967" y="8022018"/>
            <a:ext cx="1017950" cy="27394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99240" y="8022018"/>
            <a:ext cx="237112" cy="257587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7489498" y="8026106"/>
            <a:ext cx="511019" cy="37207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53663" y="8022018"/>
            <a:ext cx="568253" cy="2698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675062" y="8022018"/>
            <a:ext cx="306611" cy="25758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042995" y="8030192"/>
            <a:ext cx="719515" cy="26167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819744" y="8022018"/>
            <a:ext cx="547812" cy="2698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5961" y="8414530"/>
            <a:ext cx="11720741" cy="12674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961" y="10291234"/>
            <a:ext cx="11720741" cy="6182102"/>
          </a:xfrm>
          <a:prstGeom prst="rect">
            <a:avLst/>
          </a:prstGeom>
        </p:spPr>
      </p:pic>
      <p:sp>
        <p:nvSpPr>
          <p:cNvPr id="121" name="object 1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40"/>
              </a:spcBef>
            </a:pPr>
            <a:r>
              <a:rPr dirty="0">
                <a:solidFill>
                  <a:srgbClr val="078554"/>
                </a:solidFill>
              </a:rPr>
              <a:t>'</a:t>
            </a:r>
            <a:r>
              <a:rPr dirty="0" spc="275">
                <a:solidFill>
                  <a:srgbClr val="078554"/>
                </a:solidFill>
              </a:rPr>
              <a:t> </a:t>
            </a:r>
            <a:r>
              <a:rPr dirty="0" spc="-40"/>
              <a:t>Scanned</a:t>
            </a:r>
            <a:r>
              <a:rPr dirty="0" spc="25"/>
              <a:t> </a:t>
            </a:r>
            <a:r>
              <a:rPr dirty="0"/>
              <a:t>with</a:t>
            </a:r>
            <a:r>
              <a:rPr dirty="0" spc="-50"/>
              <a:t> </a:t>
            </a:r>
            <a:r>
              <a:rPr dirty="0" spc="-95">
                <a:solidFill>
                  <a:srgbClr val="151515"/>
                </a:solidFill>
              </a:rPr>
              <a:t>OKEN</a:t>
            </a:r>
            <a:r>
              <a:rPr dirty="0" spc="40">
                <a:solidFill>
                  <a:srgbClr val="151515"/>
                </a:solidFill>
              </a:rPr>
              <a:t> </a:t>
            </a:r>
            <a:r>
              <a:rPr dirty="0" spc="-30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object 118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4239415" y="2248782"/>
            <a:ext cx="1402237" cy="400691"/>
          </a:xfrm>
          <a:prstGeom prst="rect">
            <a:avLst/>
          </a:prstGeom>
        </p:spPr>
      </p:pic>
      <p:pic>
        <p:nvPicPr>
          <p:cNvPr id="119" name="object 119"/>
          <p:cNvPicPr/>
          <p:nvPr/>
        </p:nvPicPr>
        <p:blipFill>
          <a:blip r:embed="rId119" cstate="print"/>
          <a:stretch>
            <a:fillRect/>
          </a:stretch>
        </p:blipFill>
        <p:spPr>
          <a:xfrm>
            <a:off x="5735680" y="2248782"/>
            <a:ext cx="314787" cy="372071"/>
          </a:xfrm>
          <a:prstGeom prst="rect">
            <a:avLst/>
          </a:prstGeom>
        </p:spPr>
      </p:pic>
      <p:pic>
        <p:nvPicPr>
          <p:cNvPr id="120" name="object 120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6136319" y="2252869"/>
            <a:ext cx="1308209" cy="433401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121" cstate="print"/>
          <a:stretch>
            <a:fillRect/>
          </a:stretch>
        </p:blipFill>
        <p:spPr>
          <a:xfrm>
            <a:off x="7530380" y="2359177"/>
            <a:ext cx="506931" cy="269853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122" cstate="print"/>
          <a:stretch>
            <a:fillRect/>
          </a:stretch>
        </p:blipFill>
        <p:spPr>
          <a:xfrm>
            <a:off x="8119074" y="2346908"/>
            <a:ext cx="1635262" cy="282119"/>
          </a:xfrm>
          <a:prstGeom prst="rect">
            <a:avLst/>
          </a:prstGeom>
        </p:spPr>
      </p:pic>
      <p:pic>
        <p:nvPicPr>
          <p:cNvPr id="123" name="object 123"/>
          <p:cNvPicPr/>
          <p:nvPr/>
        </p:nvPicPr>
        <p:blipFill>
          <a:blip r:embed="rId123" cstate="print"/>
          <a:stretch>
            <a:fillRect/>
          </a:stretch>
        </p:blipFill>
        <p:spPr>
          <a:xfrm>
            <a:off x="9836100" y="2248782"/>
            <a:ext cx="335228" cy="372071"/>
          </a:xfrm>
          <a:prstGeom prst="rect">
            <a:avLst/>
          </a:prstGeom>
        </p:spPr>
      </p:pic>
      <p:pic>
        <p:nvPicPr>
          <p:cNvPr id="124" name="object 124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10265351" y="2330552"/>
            <a:ext cx="972980" cy="314829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103" cstate="print"/>
          <a:stretch>
            <a:fillRect/>
          </a:stretch>
        </p:blipFill>
        <p:spPr>
          <a:xfrm>
            <a:off x="1905080" y="2915238"/>
            <a:ext cx="968892" cy="282119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2931206" y="2980652"/>
            <a:ext cx="1046567" cy="216700"/>
          </a:xfrm>
          <a:prstGeom prst="rect">
            <a:avLst/>
          </a:prstGeom>
        </p:spPr>
      </p:pic>
      <p:pic>
        <p:nvPicPr>
          <p:cNvPr id="125" name="object 125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4026831" y="2992921"/>
            <a:ext cx="985245" cy="314829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5065222" y="2911151"/>
            <a:ext cx="719515" cy="273942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5841972" y="2931594"/>
            <a:ext cx="392462" cy="282119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6287581" y="2923412"/>
            <a:ext cx="212584" cy="298474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6594192" y="2927507"/>
            <a:ext cx="825807" cy="310740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7469058" y="2911151"/>
            <a:ext cx="433344" cy="310740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110" cstate="print"/>
          <a:stretch>
            <a:fillRect/>
          </a:stretch>
        </p:blipFill>
        <p:spPr>
          <a:xfrm>
            <a:off x="7959636" y="2919325"/>
            <a:ext cx="596870" cy="318918"/>
          </a:xfrm>
          <a:prstGeom prst="rect">
            <a:avLst/>
          </a:prstGeom>
        </p:spPr>
      </p:pic>
      <p:pic>
        <p:nvPicPr>
          <p:cNvPr id="111" name="object 111"/>
          <p:cNvPicPr/>
          <p:nvPr/>
        </p:nvPicPr>
        <p:blipFill>
          <a:blip r:embed="rId111" cstate="print"/>
          <a:stretch>
            <a:fillRect/>
          </a:stretch>
        </p:blipFill>
        <p:spPr>
          <a:xfrm>
            <a:off x="8646446" y="2923412"/>
            <a:ext cx="392462" cy="298474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112" cstate="print"/>
          <a:stretch>
            <a:fillRect/>
          </a:stretch>
        </p:blipFill>
        <p:spPr>
          <a:xfrm>
            <a:off x="9128852" y="2997008"/>
            <a:ext cx="592782" cy="224878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9774772" y="2915238"/>
            <a:ext cx="437432" cy="282119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114" cstate="print"/>
          <a:stretch>
            <a:fillRect/>
          </a:stretch>
        </p:blipFill>
        <p:spPr>
          <a:xfrm>
            <a:off x="10273533" y="2935680"/>
            <a:ext cx="887129" cy="261676"/>
          </a:xfrm>
          <a:prstGeom prst="rect">
            <a:avLst/>
          </a:prstGeom>
        </p:spPr>
      </p:pic>
      <p:pic>
        <p:nvPicPr>
          <p:cNvPr id="115" name="object 115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11209719" y="2927507"/>
            <a:ext cx="903482" cy="298474"/>
          </a:xfrm>
          <a:prstGeom prst="rect">
            <a:avLst/>
          </a:prstGeom>
        </p:spPr>
      </p:pic>
      <p:pic>
        <p:nvPicPr>
          <p:cNvPr id="116" name="object 116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12170434" y="2927507"/>
            <a:ext cx="306611" cy="257587"/>
          </a:xfrm>
          <a:prstGeom prst="rect">
            <a:avLst/>
          </a:prstGeom>
        </p:spPr>
      </p:pic>
      <p:pic>
        <p:nvPicPr>
          <p:cNvPr id="117" name="object 117"/>
          <p:cNvPicPr/>
          <p:nvPr/>
        </p:nvPicPr>
        <p:blipFill>
          <a:blip r:embed="rId117" cstate="print"/>
          <a:stretch>
            <a:fillRect/>
          </a:stretch>
        </p:blipFill>
        <p:spPr>
          <a:xfrm>
            <a:off x="12538367" y="2927507"/>
            <a:ext cx="670457" cy="261676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905080" y="3287307"/>
            <a:ext cx="1954137" cy="682811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1905080" y="4011004"/>
            <a:ext cx="7473145" cy="1038527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9439551" y="4023273"/>
            <a:ext cx="523283" cy="257587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10020065" y="4019186"/>
            <a:ext cx="662281" cy="294385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10735496" y="4019186"/>
            <a:ext cx="237112" cy="257587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11029840" y="4023273"/>
            <a:ext cx="470137" cy="257587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11557209" y="4023273"/>
            <a:ext cx="793101" cy="257587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12403459" y="4023273"/>
            <a:ext cx="584606" cy="253498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13041214" y="4088688"/>
            <a:ext cx="564165" cy="204434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9431370" y="4378987"/>
            <a:ext cx="237112" cy="302563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1905080" y="5106779"/>
            <a:ext cx="968892" cy="278031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2931206" y="5106779"/>
            <a:ext cx="515107" cy="273942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3499460" y="5106779"/>
            <a:ext cx="723603" cy="273942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4280297" y="5106779"/>
            <a:ext cx="376110" cy="28211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4717729" y="5106779"/>
            <a:ext cx="233024" cy="257587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5003901" y="5106779"/>
            <a:ext cx="388374" cy="314829"/>
          </a:xfrm>
          <a:prstGeom prst="rect">
            <a:avLst/>
          </a:prstGeom>
        </p:spPr>
      </p:pic>
      <p:pic>
        <p:nvPicPr>
          <p:cNvPr id="126" name="object 126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5449510" y="5176281"/>
            <a:ext cx="621399" cy="31482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6132231" y="5110866"/>
            <a:ext cx="560077" cy="298474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6753630" y="5106779"/>
            <a:ext cx="216672" cy="278031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7027536" y="5180376"/>
            <a:ext cx="457873" cy="310740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7538556" y="5106779"/>
            <a:ext cx="245289" cy="302563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7881961" y="5114953"/>
            <a:ext cx="739955" cy="290297"/>
          </a:xfrm>
          <a:prstGeom prst="rect">
            <a:avLst/>
          </a:prstGeom>
        </p:spPr>
      </p:pic>
      <p:pic>
        <p:nvPicPr>
          <p:cNvPr id="128" name="object 128"/>
          <p:cNvPicPr/>
          <p:nvPr/>
        </p:nvPicPr>
        <p:blipFill>
          <a:blip r:embed="rId128" cstate="print"/>
          <a:stretch>
            <a:fillRect/>
          </a:stretch>
        </p:blipFill>
        <p:spPr>
          <a:xfrm>
            <a:off x="8711852" y="5180369"/>
            <a:ext cx="760396" cy="310740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9558103" y="5114953"/>
            <a:ext cx="797190" cy="376159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10408440" y="5106779"/>
            <a:ext cx="437432" cy="273942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10907193" y="5172194"/>
            <a:ext cx="560077" cy="200345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11536774" y="5102684"/>
            <a:ext cx="560077" cy="306651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12158174" y="5106779"/>
            <a:ext cx="216672" cy="278031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12427989" y="5110866"/>
            <a:ext cx="355669" cy="273942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12840892" y="5180376"/>
            <a:ext cx="613223" cy="26985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1905080" y="5462493"/>
            <a:ext cx="1990931" cy="682811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3949157" y="5544263"/>
            <a:ext cx="690898" cy="204434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4701377" y="5470667"/>
            <a:ext cx="163526" cy="30256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905080" y="6198459"/>
            <a:ext cx="968892" cy="278031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2931206" y="6272056"/>
            <a:ext cx="584606" cy="224878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3573047" y="6190277"/>
            <a:ext cx="486490" cy="269853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4116771" y="6202546"/>
            <a:ext cx="220760" cy="269853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4386589" y="6206633"/>
            <a:ext cx="842159" cy="37615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5318688" y="6198459"/>
            <a:ext cx="780837" cy="29847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6193553" y="6198459"/>
            <a:ext cx="858512" cy="278031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7105212" y="6198459"/>
            <a:ext cx="437432" cy="278031"/>
          </a:xfrm>
          <a:prstGeom prst="rect">
            <a:avLst/>
          </a:prstGeom>
        </p:spPr>
      </p:pic>
      <p:pic>
        <p:nvPicPr>
          <p:cNvPr id="127" name="object 127"/>
          <p:cNvPicPr/>
          <p:nvPr/>
        </p:nvPicPr>
        <p:blipFill>
          <a:blip r:embed="rId127" cstate="print"/>
          <a:stretch>
            <a:fillRect/>
          </a:stretch>
        </p:blipFill>
        <p:spPr>
          <a:xfrm>
            <a:off x="7595790" y="6267969"/>
            <a:ext cx="719515" cy="31482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8368451" y="6198459"/>
            <a:ext cx="437432" cy="273942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8879471" y="6198459"/>
            <a:ext cx="560077" cy="298474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9484515" y="6198459"/>
            <a:ext cx="228936" cy="273942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9770685" y="6272056"/>
            <a:ext cx="457873" cy="310740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10281707" y="6198459"/>
            <a:ext cx="241201" cy="302563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10621023" y="6190277"/>
            <a:ext cx="433344" cy="310740"/>
          </a:xfrm>
          <a:prstGeom prst="rect">
            <a:avLst/>
          </a:prstGeom>
        </p:spPr>
      </p:pic>
      <p:pic>
        <p:nvPicPr>
          <p:cNvPr id="129" name="object 129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1107515" y="6272057"/>
            <a:ext cx="433344" cy="224878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11626710" y="6206633"/>
            <a:ext cx="580517" cy="249410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2264465" y="6272056"/>
            <a:ext cx="592782" cy="228966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12914481" y="6198459"/>
            <a:ext cx="433344" cy="273942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905080" y="6566442"/>
            <a:ext cx="2322071" cy="66236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921432" y="7355554"/>
            <a:ext cx="486490" cy="23714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461069" y="7294226"/>
            <a:ext cx="237112" cy="25758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755415" y="7290139"/>
            <a:ext cx="527371" cy="28620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340022" y="7286052"/>
            <a:ext cx="1054743" cy="26985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447911" y="7294226"/>
            <a:ext cx="237112" cy="25349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742258" y="7298312"/>
            <a:ext cx="474225" cy="257587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273719" y="7290139"/>
            <a:ext cx="1328650" cy="30256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692307" y="7290139"/>
            <a:ext cx="658192" cy="30256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444528" y="7290139"/>
            <a:ext cx="404727" cy="26167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7902402" y="7290139"/>
            <a:ext cx="437432" cy="273942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8397068" y="7298312"/>
            <a:ext cx="580517" cy="253498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9034821" y="7363735"/>
            <a:ext cx="592782" cy="228966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684836" y="7343293"/>
            <a:ext cx="862600" cy="21670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0592406" y="7290139"/>
            <a:ext cx="245289" cy="30256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0939905" y="7281957"/>
            <a:ext cx="715426" cy="26576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1716646" y="7290139"/>
            <a:ext cx="641840" cy="278031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2411633" y="7294226"/>
            <a:ext cx="237112" cy="253498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2701899" y="7298312"/>
            <a:ext cx="474225" cy="26167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905080" y="7674478"/>
            <a:ext cx="891217" cy="25758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849443" y="7662209"/>
            <a:ext cx="625487" cy="26985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532165" y="7658122"/>
            <a:ext cx="433344" cy="27394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022743" y="7649940"/>
            <a:ext cx="719515" cy="26576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799493" y="7731718"/>
            <a:ext cx="592782" cy="22487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457686" y="7674478"/>
            <a:ext cx="286170" cy="24532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797002" y="7674478"/>
            <a:ext cx="838071" cy="25758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688220" y="7662209"/>
            <a:ext cx="220760" cy="26985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970303" y="7666295"/>
            <a:ext cx="506931" cy="25758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534468" y="7662209"/>
            <a:ext cx="486490" cy="26985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074104" y="7658122"/>
            <a:ext cx="245289" cy="30256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215779" y="8017922"/>
            <a:ext cx="977068" cy="27394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250082" y="8026104"/>
            <a:ext cx="903482" cy="29438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00991" y="8381818"/>
            <a:ext cx="1103801" cy="2780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62027" y="8381818"/>
            <a:ext cx="461961" cy="27803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81222" y="8377732"/>
            <a:ext cx="224848" cy="269853"/>
          </a:xfrm>
          <a:prstGeom prst="rect">
            <a:avLst/>
          </a:prstGeom>
        </p:spPr>
      </p:pic>
      <p:pic>
        <p:nvPicPr>
          <p:cNvPr id="130" name="object 130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1921432" y="8083346"/>
            <a:ext cx="2076782" cy="35980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96649" y="8389992"/>
            <a:ext cx="711338" cy="27394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57046" y="8381818"/>
            <a:ext cx="600958" cy="2698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19328" y="8373645"/>
            <a:ext cx="715426" cy="27394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91989" y="8389992"/>
            <a:ext cx="1009774" cy="26985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558996" y="8389992"/>
            <a:ext cx="245289" cy="29438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861520" y="8385905"/>
            <a:ext cx="470137" cy="30256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421597" y="8389992"/>
            <a:ext cx="641840" cy="26167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132938" y="8443146"/>
            <a:ext cx="400639" cy="2167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586719" y="8389992"/>
            <a:ext cx="310699" cy="25758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954659" y="8381818"/>
            <a:ext cx="981157" cy="2780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988954" y="8377732"/>
            <a:ext cx="1136506" cy="27803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178608" y="8381818"/>
            <a:ext cx="441520" cy="278031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3256" y="8815224"/>
            <a:ext cx="1120154" cy="20034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86556" y="8753888"/>
            <a:ext cx="220760" cy="2698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64550" y="8823398"/>
            <a:ext cx="457873" cy="3025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79658" y="8807043"/>
            <a:ext cx="670457" cy="216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15526" y="8762070"/>
            <a:ext cx="286170" cy="2453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58931" y="8749801"/>
            <a:ext cx="241201" cy="302563"/>
          </a:xfrm>
          <a:prstGeom prst="rect">
            <a:avLst/>
          </a:prstGeom>
        </p:spPr>
      </p:pic>
      <p:sp>
        <p:nvSpPr>
          <p:cNvPr id="131" name="object 1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40"/>
              </a:spcBef>
            </a:pPr>
            <a:r>
              <a:rPr dirty="0" spc="-40"/>
              <a:t>Scanned</a:t>
            </a:r>
            <a:r>
              <a:rPr dirty="0" spc="3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100"/>
              <a:t>OKEN</a:t>
            </a:r>
            <a:r>
              <a:rPr dirty="0" spc="20"/>
              <a:t> </a:t>
            </a:r>
            <a:r>
              <a:rPr dirty="0" spc="-25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19360" y="2236513"/>
            <a:ext cx="1152859" cy="3843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05080" y="2911151"/>
            <a:ext cx="6557399" cy="68281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19713" y="2915238"/>
            <a:ext cx="4881256" cy="6909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80" y="3647117"/>
            <a:ext cx="9733895" cy="6705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33001" y="4023273"/>
            <a:ext cx="506931" cy="2575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93081" y="4019186"/>
            <a:ext cx="674545" cy="27394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80" y="4374900"/>
            <a:ext cx="11585833" cy="146784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40"/>
              </a:spcBef>
            </a:pPr>
            <a:r>
              <a:rPr dirty="0" spc="-40"/>
              <a:t>Scanned</a:t>
            </a:r>
            <a:r>
              <a:rPr dirty="0" spc="3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100"/>
              <a:t>OKEN</a:t>
            </a:r>
            <a:r>
              <a:rPr dirty="0" spc="20"/>
              <a:t> </a:t>
            </a:r>
            <a:r>
              <a:rPr dirty="0" spc="-25">
                <a:solidFill>
                  <a:srgbClr val="161616"/>
                </a:solidFill>
              </a:rPr>
              <a:t>Scanner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OKEN Scanner</dc:creator>
  <dc:subject>geography Jaisalmer tourism circuit.... (2)</dc:subject>
  <dc:title>geography Jaisalmer tourism circuit.... (2)</dc:title>
  <dcterms:created xsi:type="dcterms:W3CDTF">2026-10-03T15:39:36Z</dcterms:created>
  <dcterms:modified xsi:type="dcterms:W3CDTF">2026-10-03T15:39:36Z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2026-10-03T00:00:00Z</vt:filetime>
  </property>
  <property fmtid="{D5CDD505-2E9C-101B-9397-08002B2CF9AE}" pid="4" name="LastSaved">
    <vt:filetime>2026-10-03T00:00:00Z</vt:filetime>
  </property>
  <property fmtid="{D5CDD505-2E9C-101B-9397-08002B2CF9AE}" pid="5" name="Producer">
    <vt:lpwstr>intsig.com pdf producer</vt:lpwstr>
  </property>
</Properties>
</file>